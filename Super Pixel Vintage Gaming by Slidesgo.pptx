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9"/>
  </p:notesMasterIdLst>
  <p:sldIdLst>
    <p:sldId id="256" r:id="rId2"/>
    <p:sldId id="257" r:id="rId3"/>
    <p:sldId id="258" r:id="rId4"/>
    <p:sldId id="292" r:id="rId5"/>
    <p:sldId id="293" r:id="rId6"/>
    <p:sldId id="268" r:id="rId7"/>
    <p:sldId id="294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82" r:id="rId38"/>
  </p:sldIdLst>
  <p:sldSz cx="9144000" cy="5143500" type="screen16x9"/>
  <p:notesSz cx="6858000" cy="9144000"/>
  <p:embeddedFontLst>
    <p:embeddedFont>
      <p:font typeface="Arvo" panose="020B0604020202020204" charset="0"/>
      <p:regular r:id="rId40"/>
      <p:bold r:id="rId41"/>
      <p:italic r:id="rId42"/>
      <p:boldItalic r:id="rId43"/>
    </p:embeddedFont>
    <p:embeddedFont>
      <p:font typeface="Fira Sans Condensed Medium" panose="020B0603050000020004" pitchFamily="34" charset="0"/>
      <p:regular r:id="rId44"/>
      <p:bold r:id="rId45"/>
      <p:italic r:id="rId46"/>
      <p:boldItalic r:id="rId47"/>
    </p:embeddedFont>
    <p:embeddedFont>
      <p:font typeface="Lato" panose="020F0502020204030203" pitchFamily="34" charset="0"/>
      <p:regular r:id="rId48"/>
      <p:bold r:id="rId49"/>
      <p:italic r:id="rId50"/>
      <p:boldItalic r:id="rId51"/>
    </p:embeddedFont>
    <p:embeddedFont>
      <p:font typeface="Maven Pro" panose="020B0604020202020204" charset="0"/>
      <p:regular r:id="rId52"/>
      <p:bold r:id="rId53"/>
    </p:embeddedFont>
    <p:embeddedFont>
      <p:font typeface="Maven Pro SemiBold" panose="020B0604020202020204" charset="0"/>
      <p:regular r:id="rId54"/>
      <p:bold r:id="rId55"/>
    </p:embeddedFont>
    <p:embeddedFont>
      <p:font typeface="Press Start 2P" panose="020B0604020202020204" charset="0"/>
      <p:regular r:id="rId56"/>
    </p:embeddedFont>
    <p:embeddedFont>
      <p:font typeface="Roboto" panose="02000000000000000000" pitchFamily="2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31" autoAdjust="0"/>
    <p:restoredTop sz="94660"/>
  </p:normalViewPr>
  <p:slideViewPr>
    <p:cSldViewPr snapToGrid="0">
      <p:cViewPr>
        <p:scale>
          <a:sx n="75" d="100"/>
          <a:sy n="75" d="100"/>
        </p:scale>
        <p:origin x="1128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font" Target="fonts/font16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font" Target="fonts/font19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font" Target="fonts/font17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59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Relationship Id="rId57" Type="http://schemas.openxmlformats.org/officeDocument/2006/relationships/font" Target="fonts/font1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60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8D5C2B39-7D67-0C9F-D10E-FAC319DE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44FAA87-EB8D-B683-D13D-0A5B6A390C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49CA25D5-EE55-2ECA-B300-EB3463AE9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9171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1E0E02F3-2B7D-83B7-6702-E35FDE539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1EE6E9C-7BEC-FFEB-5AED-52042D31B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CF6C75C-A35B-8DC8-4583-D08C69341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62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ace710277d_0_1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ace710277d_0_1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6ed1d3ee59_0_10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6ed1d3ee59_0_10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ad94538a3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1" name="Google Shape;1061;gad94538a3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8732b5858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8732b5858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g6f1bce38b0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8" name="Google Shape;1088;g6f1bce38b0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ad10344254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ad10344254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gad10344254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6" name="Google Shape;1196;gad10344254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ad10344254_0_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ad10344254_0_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gad10344254_0_17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2" name="Google Shape;1222;gad10344254_0_17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gad10344254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9" name="Google Shape;1229;gad10344254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Google Shape;1241;gad10344254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2" name="Google Shape;1242;gad10344254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ad10344254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ad10344254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ad10344254_0_6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ad10344254_0_6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ad10344254_0_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ad10344254_0_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ad10344254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ad10344254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a3364f631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a3364f6310_1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a3364f6310_1_3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a3364f6310_1_3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gad10344254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9" name="Google Shape;1479;gad10344254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Google Shape;1512;gad10344254_0_17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3" name="Google Shape;1513;gad10344254_0_17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gad10344254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0" name="Google Shape;1520;gad10344254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gad10344254_0_7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4" name="Google Shape;1574;gad10344254_0_7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gad10344254_0_8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8" name="Google Shape;1618;gad10344254_0_8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ad10344254_0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ad10344254_0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gad10344254_0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7" name="Google Shape;1667;gad10344254_0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gad10344254_0_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6" name="Google Shape;1676;gad10344254_0_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"/>
          <p:cNvSpPr/>
          <p:nvPr/>
        </p:nvSpPr>
        <p:spPr>
          <a:xfrm>
            <a:off x="38345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44242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50139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38345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44251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4251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38350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44252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50150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5"/>
          <p:cNvSpPr/>
          <p:nvPr/>
        </p:nvSpPr>
        <p:spPr>
          <a:xfrm rot="10800000">
            <a:off x="44271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5"/>
          <p:cNvSpPr/>
          <p:nvPr/>
        </p:nvSpPr>
        <p:spPr>
          <a:xfrm rot="10800000">
            <a:off x="44247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"/>
          <p:cNvSpPr/>
          <p:nvPr/>
        </p:nvSpPr>
        <p:spPr>
          <a:xfrm rot="10800000">
            <a:off x="50163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5"/>
          <p:cNvSpPr/>
          <p:nvPr/>
        </p:nvSpPr>
        <p:spPr>
          <a:xfrm rot="10800000">
            <a:off x="44270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5"/>
          <p:cNvSpPr/>
          <p:nvPr/>
        </p:nvSpPr>
        <p:spPr>
          <a:xfrm rot="10800000">
            <a:off x="50162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"/>
          <p:cNvSpPr/>
          <p:nvPr/>
        </p:nvSpPr>
        <p:spPr>
          <a:xfrm rot="10800000">
            <a:off x="44269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5"/>
          <p:cNvSpPr/>
          <p:nvPr/>
        </p:nvSpPr>
        <p:spPr>
          <a:xfrm rot="10800000">
            <a:off x="38366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5"/>
          <p:cNvSpPr/>
          <p:nvPr/>
        </p:nvSpPr>
        <p:spPr>
          <a:xfrm rot="10800000">
            <a:off x="50162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5"/>
          <p:cNvSpPr/>
          <p:nvPr/>
        </p:nvSpPr>
        <p:spPr>
          <a:xfrm rot="10800000">
            <a:off x="44269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"/>
          <p:cNvSpPr/>
          <p:nvPr/>
        </p:nvSpPr>
        <p:spPr>
          <a:xfrm rot="10800000">
            <a:off x="38372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title"/>
          </p:nvPr>
        </p:nvSpPr>
        <p:spPr>
          <a:xfrm>
            <a:off x="716219" y="1785775"/>
            <a:ext cx="30954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 txBox="1">
            <a:spLocks noGrp="1"/>
          </p:cNvSpPr>
          <p:nvPr>
            <p:ph type="title" idx="2"/>
          </p:nvPr>
        </p:nvSpPr>
        <p:spPr>
          <a:xfrm>
            <a:off x="5341081" y="1785775"/>
            <a:ext cx="30867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9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5"/>
          <p:cNvSpPr txBox="1">
            <a:spLocks noGrp="1"/>
          </p:cNvSpPr>
          <p:nvPr>
            <p:ph type="subTitle" idx="1"/>
          </p:nvPr>
        </p:nvSpPr>
        <p:spPr>
          <a:xfrm>
            <a:off x="5413531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3"/>
          </p:nvPr>
        </p:nvSpPr>
        <p:spPr>
          <a:xfrm>
            <a:off x="793019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6"/>
          <p:cNvSpPr/>
          <p:nvPr/>
        </p:nvSpPr>
        <p:spPr>
          <a:xfrm rot="10800000" flipH="1">
            <a:off x="8257524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9"/>
          <p:cNvSpPr/>
          <p:nvPr/>
        </p:nvSpPr>
        <p:spPr>
          <a:xfrm>
            <a:off x="72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8978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17950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72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"/>
          <p:cNvSpPr/>
          <p:nvPr/>
        </p:nvSpPr>
        <p:spPr>
          <a:xfrm>
            <a:off x="590674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590700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590807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1180568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1181256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7668397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825811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884782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8848597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8258999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8259025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7668912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8259132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669025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 txBox="1">
            <a:spLocks noGrp="1"/>
          </p:cNvSpPr>
          <p:nvPr>
            <p:ph type="title"/>
          </p:nvPr>
        </p:nvSpPr>
        <p:spPr>
          <a:xfrm>
            <a:off x="2198250" y="1782600"/>
            <a:ext cx="4747500" cy="18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3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33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33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33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33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33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33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33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3300"/>
            </a:lvl9pPr>
          </a:lstStyle>
          <a:p>
            <a:endParaRPr/>
          </a:p>
        </p:txBody>
      </p:sp>
      <p:sp>
        <p:nvSpPr>
          <p:cNvPr id="251" name="Google Shape;251;p10"/>
          <p:cNvSpPr/>
          <p:nvPr/>
        </p:nvSpPr>
        <p:spPr>
          <a:xfrm rot="-5400000">
            <a:off x="8844042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0"/>
          <p:cNvSpPr/>
          <p:nvPr/>
        </p:nvSpPr>
        <p:spPr>
          <a:xfrm rot="-5400000">
            <a:off x="8241218" y="17685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10"/>
          <p:cNvSpPr/>
          <p:nvPr/>
        </p:nvSpPr>
        <p:spPr>
          <a:xfrm rot="-5400000">
            <a:off x="7638816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0"/>
          <p:cNvSpPr/>
          <p:nvPr/>
        </p:nvSpPr>
        <p:spPr>
          <a:xfrm rot="-5400000">
            <a:off x="7637875" y="117993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0"/>
          <p:cNvSpPr/>
          <p:nvPr/>
        </p:nvSpPr>
        <p:spPr>
          <a:xfrm rot="-5400000">
            <a:off x="8241433" y="-108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0"/>
          <p:cNvSpPr/>
          <p:nvPr/>
        </p:nvSpPr>
        <p:spPr>
          <a:xfrm rot="-5400000">
            <a:off x="7036221" y="-106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10"/>
          <p:cNvSpPr/>
          <p:nvPr/>
        </p:nvSpPr>
        <p:spPr>
          <a:xfrm rot="-5400000">
            <a:off x="8240209" y="1178852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10"/>
          <p:cNvSpPr/>
          <p:nvPr/>
        </p:nvSpPr>
        <p:spPr>
          <a:xfrm rot="-5400000">
            <a:off x="8842531" y="117977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0"/>
          <p:cNvSpPr/>
          <p:nvPr/>
        </p:nvSpPr>
        <p:spPr>
          <a:xfrm rot="-5400000">
            <a:off x="8241910" y="588710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0"/>
          <p:cNvSpPr/>
          <p:nvPr/>
        </p:nvSpPr>
        <p:spPr>
          <a:xfrm rot="-5400000">
            <a:off x="8843605" y="-288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/>
          <p:nvPr/>
        </p:nvSpPr>
        <p:spPr>
          <a:xfrm rot="-5400000">
            <a:off x="7638832" y="-207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"/>
          <p:cNvSpPr/>
          <p:nvPr/>
        </p:nvSpPr>
        <p:spPr>
          <a:xfrm rot="-5400000">
            <a:off x="7637200" y="177070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0"/>
          <p:cNvSpPr/>
          <p:nvPr/>
        </p:nvSpPr>
        <p:spPr>
          <a:xfrm rot="-5400000">
            <a:off x="7036641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59" y="423849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0"/>
          <p:cNvSpPr/>
          <p:nvPr/>
        </p:nvSpPr>
        <p:spPr>
          <a:xfrm>
            <a:off x="589775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0"/>
          <p:cNvSpPr/>
          <p:nvPr/>
        </p:nvSpPr>
        <p:spPr>
          <a:xfrm>
            <a:off x="1179490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"/>
          <p:cNvSpPr/>
          <p:nvPr/>
        </p:nvSpPr>
        <p:spPr>
          <a:xfrm>
            <a:off x="59" y="3636305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0"/>
          <p:cNvSpPr/>
          <p:nvPr/>
        </p:nvSpPr>
        <p:spPr>
          <a:xfrm>
            <a:off x="590661" y="303326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590687" y="363629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0" y="484152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0"/>
          <p:cNvSpPr/>
          <p:nvPr/>
        </p:nvSpPr>
        <p:spPr>
          <a:xfrm>
            <a:off x="590219" y="48414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1179981" y="484150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1768979" y="48397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2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1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1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1"/>
          <p:cNvSpPr/>
          <p:nvPr/>
        </p:nvSpPr>
        <p:spPr>
          <a:xfrm>
            <a:off x="471779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11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1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1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1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1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1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1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5897247" y="363702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1"/>
          <p:cNvSpPr/>
          <p:nvPr/>
        </p:nvSpPr>
        <p:spPr>
          <a:xfrm rot="10800000" flipH="1">
            <a:off x="2358952" y="191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1"/>
          <p:cNvSpPr/>
          <p:nvPr/>
        </p:nvSpPr>
        <p:spPr>
          <a:xfrm rot="10800000" flipH="1">
            <a:off x="2948667" y="191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 rot="10800000" flipH="1">
            <a:off x="5897305" y="1912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 rot="10800000" flipH="1">
            <a:off x="825706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1"/>
          <p:cNvSpPr/>
          <p:nvPr/>
        </p:nvSpPr>
        <p:spPr>
          <a:xfrm rot="10800000" flipH="1">
            <a:off x="59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 rot="10800000" flipH="1">
            <a:off x="58977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1"/>
          <p:cNvSpPr/>
          <p:nvPr/>
        </p:nvSpPr>
        <p:spPr>
          <a:xfrm rot="10800000" flipH="1">
            <a:off x="176920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 rot="10800000" flipH="1">
            <a:off x="3538382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1"/>
          <p:cNvSpPr/>
          <p:nvPr/>
        </p:nvSpPr>
        <p:spPr>
          <a:xfrm rot="10800000" flipH="1">
            <a:off x="5307559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 rot="10800000" flipH="1">
            <a:off x="7076736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1"/>
          <p:cNvSpPr/>
          <p:nvPr/>
        </p:nvSpPr>
        <p:spPr>
          <a:xfrm rot="10800000" flipH="1">
            <a:off x="884682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 rot="10800000" flipH="1">
            <a:off x="0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1"/>
          <p:cNvSpPr/>
          <p:nvPr/>
        </p:nvSpPr>
        <p:spPr>
          <a:xfrm rot="10800000" flipH="1">
            <a:off x="590219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 rot="10800000" flipH="1">
            <a:off x="1179981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1"/>
          <p:cNvSpPr/>
          <p:nvPr/>
        </p:nvSpPr>
        <p:spPr>
          <a:xfrm rot="10800000" flipH="1">
            <a:off x="1768979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 rot="10800000" flipH="1">
            <a:off x="3538395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1"/>
          <p:cNvSpPr/>
          <p:nvPr/>
        </p:nvSpPr>
        <p:spPr>
          <a:xfrm rot="10800000" flipH="1">
            <a:off x="4128580" y="36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 rot="10800000" flipH="1">
            <a:off x="4717857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"/>
          <p:cNvSpPr/>
          <p:nvPr/>
        </p:nvSpPr>
        <p:spPr>
          <a:xfrm rot="10800000" flipH="1">
            <a:off x="5308050" y="3622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 rot="10800000" flipH="1">
            <a:off x="6487014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1"/>
          <p:cNvSpPr/>
          <p:nvPr/>
        </p:nvSpPr>
        <p:spPr>
          <a:xfrm rot="10800000" flipH="1">
            <a:off x="707673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 rot="10800000" flipH="1">
            <a:off x="4128102" y="6040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1"/>
          <p:cNvSpPr/>
          <p:nvPr/>
        </p:nvSpPr>
        <p:spPr>
          <a:xfrm rot="10800000" flipH="1">
            <a:off x="766644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 rot="10800000" flipH="1">
            <a:off x="825709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1"/>
          <p:cNvSpPr/>
          <p:nvPr/>
        </p:nvSpPr>
        <p:spPr>
          <a:xfrm rot="10800000" flipH="1">
            <a:off x="884863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 txBox="1">
            <a:spLocks noGrp="1"/>
          </p:cNvSpPr>
          <p:nvPr>
            <p:ph type="title" hasCustomPrompt="1"/>
          </p:nvPr>
        </p:nvSpPr>
        <p:spPr>
          <a:xfrm>
            <a:off x="484325" y="1949750"/>
            <a:ext cx="7953900" cy="107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54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8" name="Google Shape;338;p11"/>
          <p:cNvSpPr txBox="1">
            <a:spLocks noGrp="1"/>
          </p:cNvSpPr>
          <p:nvPr>
            <p:ph type="subTitle" idx="1"/>
          </p:nvPr>
        </p:nvSpPr>
        <p:spPr>
          <a:xfrm>
            <a:off x="484318" y="2952600"/>
            <a:ext cx="7953900" cy="4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_AND_TWO_COLUMNS_3_1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4"/>
          <p:cNvSpPr/>
          <p:nvPr/>
        </p:nvSpPr>
        <p:spPr>
          <a:xfrm rot="10800000" flipH="1">
            <a:off x="825706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4"/>
          <p:cNvSpPr/>
          <p:nvPr/>
        </p:nvSpPr>
        <p:spPr>
          <a:xfrm rot="10800000" flipH="1">
            <a:off x="59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4"/>
          <p:cNvSpPr/>
          <p:nvPr/>
        </p:nvSpPr>
        <p:spPr>
          <a:xfrm rot="10800000" flipH="1">
            <a:off x="58977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4"/>
          <p:cNvSpPr/>
          <p:nvPr/>
        </p:nvSpPr>
        <p:spPr>
          <a:xfrm rot="10800000" flipH="1">
            <a:off x="884682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4"/>
          <p:cNvSpPr/>
          <p:nvPr/>
        </p:nvSpPr>
        <p:spPr>
          <a:xfrm rot="10800000" flipH="1">
            <a:off x="0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4"/>
          <p:cNvSpPr/>
          <p:nvPr/>
        </p:nvSpPr>
        <p:spPr>
          <a:xfrm rot="10800000" flipH="1">
            <a:off x="590219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4"/>
          <p:cNvSpPr/>
          <p:nvPr/>
        </p:nvSpPr>
        <p:spPr>
          <a:xfrm rot="10800000" flipH="1">
            <a:off x="1179981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4"/>
          <p:cNvSpPr/>
          <p:nvPr/>
        </p:nvSpPr>
        <p:spPr>
          <a:xfrm rot="10800000" flipH="1">
            <a:off x="1768979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4"/>
          <p:cNvSpPr/>
          <p:nvPr/>
        </p:nvSpPr>
        <p:spPr>
          <a:xfrm rot="10800000" flipH="1">
            <a:off x="707673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4"/>
          <p:cNvSpPr/>
          <p:nvPr/>
        </p:nvSpPr>
        <p:spPr>
          <a:xfrm rot="10800000" flipH="1">
            <a:off x="766644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4"/>
          <p:cNvSpPr/>
          <p:nvPr/>
        </p:nvSpPr>
        <p:spPr>
          <a:xfrm rot="10800000" flipH="1">
            <a:off x="825709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4"/>
          <p:cNvSpPr/>
          <p:nvPr/>
        </p:nvSpPr>
        <p:spPr>
          <a:xfrm rot="10800000" flipH="1">
            <a:off x="884863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4"/>
          <p:cNvSpPr txBox="1">
            <a:spLocks noGrp="1"/>
          </p:cNvSpPr>
          <p:nvPr>
            <p:ph type="subTitle" idx="1"/>
          </p:nvPr>
        </p:nvSpPr>
        <p:spPr>
          <a:xfrm>
            <a:off x="6187303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6" name="Google Shape;386;p14"/>
          <p:cNvSpPr txBox="1">
            <a:spLocks noGrp="1"/>
          </p:cNvSpPr>
          <p:nvPr>
            <p:ph type="subTitle" idx="2"/>
          </p:nvPr>
        </p:nvSpPr>
        <p:spPr>
          <a:xfrm>
            <a:off x="3622500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7" name="Google Shape;387;p14"/>
          <p:cNvSpPr txBox="1">
            <a:spLocks noGrp="1"/>
          </p:cNvSpPr>
          <p:nvPr>
            <p:ph type="subTitle" idx="3"/>
          </p:nvPr>
        </p:nvSpPr>
        <p:spPr>
          <a:xfrm>
            <a:off x="1057697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8" name="Google Shape;388;p14"/>
          <p:cNvSpPr txBox="1">
            <a:spLocks noGrp="1"/>
          </p:cNvSpPr>
          <p:nvPr>
            <p:ph type="subTitle" idx="4"/>
          </p:nvPr>
        </p:nvSpPr>
        <p:spPr>
          <a:xfrm>
            <a:off x="1057697" y="294980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89" name="Google Shape;389;p14"/>
          <p:cNvSpPr txBox="1">
            <a:spLocks noGrp="1"/>
          </p:cNvSpPr>
          <p:nvPr>
            <p:ph type="subTitle" idx="5"/>
          </p:nvPr>
        </p:nvSpPr>
        <p:spPr>
          <a:xfrm>
            <a:off x="3622500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90" name="Google Shape;390;p14"/>
          <p:cNvSpPr txBox="1">
            <a:spLocks noGrp="1"/>
          </p:cNvSpPr>
          <p:nvPr>
            <p:ph type="subTitle" idx="6"/>
          </p:nvPr>
        </p:nvSpPr>
        <p:spPr>
          <a:xfrm>
            <a:off x="6187303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91" name="Google Shape;391;p14"/>
          <p:cNvSpPr/>
          <p:nvPr/>
        </p:nvSpPr>
        <p:spPr>
          <a:xfrm rot="10800000" flipH="1">
            <a:off x="8847312" y="12064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4"/>
          <p:cNvSpPr/>
          <p:nvPr/>
        </p:nvSpPr>
        <p:spPr>
          <a:xfrm rot="10800000" flipH="1">
            <a:off x="589737" y="1207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_AND_TWO_COLUMNS_2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5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5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5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5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5"/>
          <p:cNvSpPr/>
          <p:nvPr/>
        </p:nvSpPr>
        <p:spPr>
          <a:xfrm rot="10800000">
            <a:off x="707940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5"/>
          <p:cNvSpPr/>
          <p:nvPr/>
        </p:nvSpPr>
        <p:spPr>
          <a:xfrm rot="10800000">
            <a:off x="1771869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5"/>
          <p:cNvSpPr/>
          <p:nvPr/>
        </p:nvSpPr>
        <p:spPr>
          <a:xfrm rot="10800000">
            <a:off x="8848577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5"/>
          <p:cNvSpPr/>
          <p:nvPr/>
        </p:nvSpPr>
        <p:spPr>
          <a:xfrm rot="10800000">
            <a:off x="591538" y="120692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5"/>
          <p:cNvSpPr/>
          <p:nvPr/>
        </p:nvSpPr>
        <p:spPr>
          <a:xfrm rot="10800000">
            <a:off x="1183247" y="120833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5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5"/>
          <p:cNvSpPr/>
          <p:nvPr/>
        </p:nvSpPr>
        <p:spPr>
          <a:xfrm rot="10800000">
            <a:off x="1781" y="180952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5"/>
          <p:cNvSpPr/>
          <p:nvPr/>
        </p:nvSpPr>
        <p:spPr>
          <a:xfrm rot="10800000">
            <a:off x="8258906" y="180929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5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5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5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5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5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5"/>
          <p:cNvSpPr/>
          <p:nvPr/>
        </p:nvSpPr>
        <p:spPr>
          <a:xfrm rot="10800000">
            <a:off x="2361591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5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5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5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5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5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5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5"/>
          <p:cNvSpPr txBox="1">
            <a:spLocks noGrp="1"/>
          </p:cNvSpPr>
          <p:nvPr>
            <p:ph type="subTitle" idx="1"/>
          </p:nvPr>
        </p:nvSpPr>
        <p:spPr>
          <a:xfrm>
            <a:off x="2746782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0" name="Google Shape;420;p15"/>
          <p:cNvSpPr txBox="1">
            <a:spLocks noGrp="1"/>
          </p:cNvSpPr>
          <p:nvPr>
            <p:ph type="subTitle" idx="2"/>
          </p:nvPr>
        </p:nvSpPr>
        <p:spPr>
          <a:xfrm>
            <a:off x="769750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1" name="Google Shape;421;p15"/>
          <p:cNvSpPr txBox="1">
            <a:spLocks noGrp="1"/>
          </p:cNvSpPr>
          <p:nvPr>
            <p:ph type="subTitle" idx="3"/>
          </p:nvPr>
        </p:nvSpPr>
        <p:spPr>
          <a:xfrm>
            <a:off x="4723813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2" name="Google Shape;422;p15"/>
          <p:cNvSpPr txBox="1">
            <a:spLocks noGrp="1"/>
          </p:cNvSpPr>
          <p:nvPr>
            <p:ph type="subTitle" idx="4"/>
          </p:nvPr>
        </p:nvSpPr>
        <p:spPr>
          <a:xfrm>
            <a:off x="6700845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3" name="Google Shape;423;p15"/>
          <p:cNvSpPr txBox="1">
            <a:spLocks noGrp="1"/>
          </p:cNvSpPr>
          <p:nvPr>
            <p:ph type="subTitle" idx="5"/>
          </p:nvPr>
        </p:nvSpPr>
        <p:spPr>
          <a:xfrm>
            <a:off x="769762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4" name="Google Shape;424;p15"/>
          <p:cNvSpPr txBox="1">
            <a:spLocks noGrp="1"/>
          </p:cNvSpPr>
          <p:nvPr>
            <p:ph type="subTitle" idx="6"/>
          </p:nvPr>
        </p:nvSpPr>
        <p:spPr>
          <a:xfrm>
            <a:off x="2746787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5" name="Google Shape;425;p15"/>
          <p:cNvSpPr txBox="1">
            <a:spLocks noGrp="1"/>
          </p:cNvSpPr>
          <p:nvPr>
            <p:ph type="subTitle" idx="7"/>
          </p:nvPr>
        </p:nvSpPr>
        <p:spPr>
          <a:xfrm>
            <a:off x="6700838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6" name="Google Shape;426;p15"/>
          <p:cNvSpPr txBox="1">
            <a:spLocks noGrp="1"/>
          </p:cNvSpPr>
          <p:nvPr>
            <p:ph type="subTitle" idx="8"/>
          </p:nvPr>
        </p:nvSpPr>
        <p:spPr>
          <a:xfrm>
            <a:off x="4723813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7" name="Google Shape;427;p1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_AND_TWO_COLUMNS_2_1_1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6"/>
          <p:cNvSpPr txBox="1">
            <a:spLocks noGrp="1"/>
          </p:cNvSpPr>
          <p:nvPr>
            <p:ph type="subTitle" idx="1"/>
          </p:nvPr>
        </p:nvSpPr>
        <p:spPr>
          <a:xfrm>
            <a:off x="1900403" y="1421044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0" name="Google Shape;430;p16"/>
          <p:cNvSpPr txBox="1">
            <a:spLocks noGrp="1"/>
          </p:cNvSpPr>
          <p:nvPr>
            <p:ph type="subTitle" idx="2"/>
          </p:nvPr>
        </p:nvSpPr>
        <p:spPr>
          <a:xfrm>
            <a:off x="1994903" y="2886851"/>
            <a:ext cx="1899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1" name="Google Shape;431;p16"/>
          <p:cNvSpPr txBox="1">
            <a:spLocks noGrp="1"/>
          </p:cNvSpPr>
          <p:nvPr>
            <p:ph type="subTitle" idx="3"/>
          </p:nvPr>
        </p:nvSpPr>
        <p:spPr>
          <a:xfrm>
            <a:off x="5127397" y="2886851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2" name="Google Shape;432;p16"/>
          <p:cNvSpPr txBox="1">
            <a:spLocks noGrp="1"/>
          </p:cNvSpPr>
          <p:nvPr>
            <p:ph type="subTitle" idx="4"/>
          </p:nvPr>
        </p:nvSpPr>
        <p:spPr>
          <a:xfrm>
            <a:off x="5099197" y="1421044"/>
            <a:ext cx="2144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3" name="Google Shape;433;p16"/>
          <p:cNvSpPr txBox="1">
            <a:spLocks noGrp="1"/>
          </p:cNvSpPr>
          <p:nvPr>
            <p:ph type="subTitle" idx="5"/>
          </p:nvPr>
        </p:nvSpPr>
        <p:spPr>
          <a:xfrm>
            <a:off x="1900403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4" name="Google Shape;434;p16"/>
          <p:cNvSpPr txBox="1">
            <a:spLocks noGrp="1"/>
          </p:cNvSpPr>
          <p:nvPr>
            <p:ph type="subTitle" idx="6"/>
          </p:nvPr>
        </p:nvSpPr>
        <p:spPr>
          <a:xfrm>
            <a:off x="1900403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5" name="Google Shape;435;p16"/>
          <p:cNvSpPr txBox="1">
            <a:spLocks noGrp="1"/>
          </p:cNvSpPr>
          <p:nvPr>
            <p:ph type="subTitle" idx="7"/>
          </p:nvPr>
        </p:nvSpPr>
        <p:spPr>
          <a:xfrm>
            <a:off x="5127397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6" name="Google Shape;436;p16"/>
          <p:cNvSpPr txBox="1">
            <a:spLocks noGrp="1"/>
          </p:cNvSpPr>
          <p:nvPr>
            <p:ph type="subTitle" idx="8"/>
          </p:nvPr>
        </p:nvSpPr>
        <p:spPr>
          <a:xfrm>
            <a:off x="5127397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7" name="Google Shape;437;p16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16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16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6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16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6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6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16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16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6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6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6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6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6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6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6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6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6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6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ONE_COLUMN_TEXT_2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8"/>
          <p:cNvSpPr/>
          <p:nvPr/>
        </p:nvSpPr>
        <p:spPr>
          <a:xfrm rot="-5400000">
            <a:off x="5775839" y="48408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8"/>
          <p:cNvSpPr/>
          <p:nvPr/>
        </p:nvSpPr>
        <p:spPr>
          <a:xfrm rot="-5400000">
            <a:off x="5173226" y="425065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8"/>
          <p:cNvSpPr/>
          <p:nvPr/>
        </p:nvSpPr>
        <p:spPr>
          <a:xfrm rot="-5400000">
            <a:off x="1868926" y="48396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8"/>
          <p:cNvSpPr/>
          <p:nvPr/>
        </p:nvSpPr>
        <p:spPr>
          <a:xfrm rot="-5400000">
            <a:off x="5173222" y="48408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8"/>
          <p:cNvSpPr/>
          <p:nvPr/>
        </p:nvSpPr>
        <p:spPr>
          <a:xfrm rot="-5400000">
            <a:off x="2469828" y="4840020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8"/>
          <p:cNvSpPr/>
          <p:nvPr/>
        </p:nvSpPr>
        <p:spPr>
          <a:xfrm rot="-5400000">
            <a:off x="2470296" y="4250316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8"/>
          <p:cNvSpPr/>
          <p:nvPr/>
        </p:nvSpPr>
        <p:spPr>
          <a:xfrm rot="-5400000">
            <a:off x="1868979" y="424989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8"/>
          <p:cNvSpPr/>
          <p:nvPr/>
        </p:nvSpPr>
        <p:spPr>
          <a:xfrm rot="-5400000">
            <a:off x="1268014" y="484164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8"/>
          <p:cNvSpPr/>
          <p:nvPr/>
        </p:nvSpPr>
        <p:spPr>
          <a:xfrm rot="-5400000">
            <a:off x="6378814" y="48407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8"/>
          <p:cNvSpPr/>
          <p:nvPr/>
        </p:nvSpPr>
        <p:spPr>
          <a:xfrm rot="-5400000">
            <a:off x="6378814" y="42510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8"/>
          <p:cNvSpPr/>
          <p:nvPr/>
        </p:nvSpPr>
        <p:spPr>
          <a:xfrm rot="-5400000">
            <a:off x="3072803" y="484000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8"/>
          <p:cNvSpPr/>
          <p:nvPr/>
        </p:nvSpPr>
        <p:spPr>
          <a:xfrm rot="-5400000">
            <a:off x="6981789" y="48407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8"/>
          <p:cNvSpPr/>
          <p:nvPr/>
        </p:nvSpPr>
        <p:spPr>
          <a:xfrm rot="-5400000">
            <a:off x="6981789" y="42510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8"/>
          <p:cNvSpPr/>
          <p:nvPr/>
        </p:nvSpPr>
        <p:spPr>
          <a:xfrm rot="-5400000">
            <a:off x="3675778" y="484000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8"/>
          <p:cNvSpPr/>
          <p:nvPr/>
        </p:nvSpPr>
        <p:spPr>
          <a:xfrm rot="-5400000">
            <a:off x="7584764" y="48408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8"/>
          <p:cNvSpPr/>
          <p:nvPr/>
        </p:nvSpPr>
        <p:spPr>
          <a:xfrm rot="-5400000">
            <a:off x="3070721" y="42507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8"/>
          <p:cNvSpPr txBox="1">
            <a:spLocks noGrp="1"/>
          </p:cNvSpPr>
          <p:nvPr>
            <p:ph type="subTitle" idx="1"/>
          </p:nvPr>
        </p:nvSpPr>
        <p:spPr>
          <a:xfrm>
            <a:off x="5081356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02" name="Google Shape;502;p18"/>
          <p:cNvSpPr txBox="1">
            <a:spLocks noGrp="1"/>
          </p:cNvSpPr>
          <p:nvPr>
            <p:ph type="subTitle" idx="2"/>
          </p:nvPr>
        </p:nvSpPr>
        <p:spPr>
          <a:xfrm>
            <a:off x="1278644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03" name="Google Shape;503;p18"/>
          <p:cNvSpPr txBox="1">
            <a:spLocks noGrp="1"/>
          </p:cNvSpPr>
          <p:nvPr>
            <p:ph type="ctrTitle"/>
          </p:nvPr>
        </p:nvSpPr>
        <p:spPr>
          <a:xfrm>
            <a:off x="1180994" y="3616625"/>
            <a:ext cx="2979300" cy="34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9pPr>
          </a:lstStyle>
          <a:p>
            <a:endParaRPr/>
          </a:p>
        </p:txBody>
      </p:sp>
      <p:sp>
        <p:nvSpPr>
          <p:cNvPr id="504" name="Google Shape;504;p18"/>
          <p:cNvSpPr txBox="1">
            <a:spLocks noGrp="1"/>
          </p:cNvSpPr>
          <p:nvPr>
            <p:ph type="ctrTitle" idx="3"/>
          </p:nvPr>
        </p:nvSpPr>
        <p:spPr>
          <a:xfrm>
            <a:off x="4983706" y="3616842"/>
            <a:ext cx="2979300" cy="34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9pPr>
          </a:lstStyle>
          <a:p>
            <a:endParaRPr/>
          </a:p>
        </p:txBody>
      </p:sp>
      <p:sp>
        <p:nvSpPr>
          <p:cNvPr id="505" name="Google Shape;505;p18"/>
          <p:cNvSpPr txBox="1">
            <a:spLocks noGrp="1"/>
          </p:cNvSpPr>
          <p:nvPr>
            <p:ph type="title" idx="4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ONE_COLUMN_TEXT_1_1_2"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9"/>
          <p:cNvSpPr/>
          <p:nvPr/>
        </p:nvSpPr>
        <p:spPr>
          <a:xfrm flipH="1">
            <a:off x="8848650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9"/>
          <p:cNvSpPr/>
          <p:nvPr/>
        </p:nvSpPr>
        <p:spPr>
          <a:xfrm flipH="1">
            <a:off x="8258903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9"/>
          <p:cNvSpPr/>
          <p:nvPr/>
        </p:nvSpPr>
        <p:spPr>
          <a:xfrm flipH="1">
            <a:off x="7669188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9"/>
          <p:cNvSpPr/>
          <p:nvPr/>
        </p:nvSpPr>
        <p:spPr>
          <a:xfrm flipH="1">
            <a:off x="8848650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19"/>
          <p:cNvSpPr/>
          <p:nvPr/>
        </p:nvSpPr>
        <p:spPr>
          <a:xfrm flipH="1">
            <a:off x="8848103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9"/>
          <p:cNvSpPr/>
          <p:nvPr/>
        </p:nvSpPr>
        <p:spPr>
          <a:xfrm flipH="1">
            <a:off x="8258846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19"/>
          <p:cNvSpPr/>
          <p:nvPr/>
        </p:nvSpPr>
        <p:spPr>
          <a:xfrm flipH="1">
            <a:off x="7669084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9"/>
          <p:cNvSpPr/>
          <p:nvPr/>
        </p:nvSpPr>
        <p:spPr>
          <a:xfrm flipH="1">
            <a:off x="8847991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9"/>
          <p:cNvSpPr/>
          <p:nvPr/>
        </p:nvSpPr>
        <p:spPr>
          <a:xfrm flipH="1">
            <a:off x="8258733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19"/>
          <p:cNvSpPr/>
          <p:nvPr/>
        </p:nvSpPr>
        <p:spPr>
          <a:xfrm flipH="1">
            <a:off x="7668397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9"/>
          <p:cNvSpPr/>
          <p:nvPr/>
        </p:nvSpPr>
        <p:spPr>
          <a:xfrm flipH="1">
            <a:off x="8847991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9"/>
          <p:cNvSpPr/>
          <p:nvPr/>
        </p:nvSpPr>
        <p:spPr>
          <a:xfrm flipH="1">
            <a:off x="8258733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19"/>
          <p:cNvSpPr/>
          <p:nvPr/>
        </p:nvSpPr>
        <p:spPr>
          <a:xfrm flipH="1">
            <a:off x="7668972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9"/>
          <p:cNvSpPr/>
          <p:nvPr/>
        </p:nvSpPr>
        <p:spPr>
          <a:xfrm flipH="1">
            <a:off x="590578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9"/>
          <p:cNvSpPr/>
          <p:nvPr/>
        </p:nvSpPr>
        <p:spPr>
          <a:xfrm flipH="1">
            <a:off x="863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9"/>
          <p:cNvSpPr/>
          <p:nvPr/>
        </p:nvSpPr>
        <p:spPr>
          <a:xfrm flipH="1">
            <a:off x="125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9"/>
          <p:cNvSpPr/>
          <p:nvPr/>
        </p:nvSpPr>
        <p:spPr>
          <a:xfrm flipH="1">
            <a:off x="1179778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9"/>
          <p:cNvSpPr/>
          <p:nvPr/>
        </p:nvSpPr>
        <p:spPr>
          <a:xfrm flipH="1">
            <a:off x="590521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9"/>
          <p:cNvSpPr/>
          <p:nvPr/>
        </p:nvSpPr>
        <p:spPr>
          <a:xfrm flipH="1">
            <a:off x="759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9"/>
          <p:cNvSpPr/>
          <p:nvPr/>
        </p:nvSpPr>
        <p:spPr>
          <a:xfrm flipH="1">
            <a:off x="1179666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9"/>
          <p:cNvSpPr/>
          <p:nvPr/>
        </p:nvSpPr>
        <p:spPr>
          <a:xfrm flipH="1">
            <a:off x="590408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19"/>
          <p:cNvSpPr/>
          <p:nvPr/>
        </p:nvSpPr>
        <p:spPr>
          <a:xfrm flipH="1">
            <a:off x="72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19"/>
          <p:cNvSpPr/>
          <p:nvPr/>
        </p:nvSpPr>
        <p:spPr>
          <a:xfrm flipH="1">
            <a:off x="1179666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9"/>
          <p:cNvSpPr/>
          <p:nvPr/>
        </p:nvSpPr>
        <p:spPr>
          <a:xfrm flipH="1">
            <a:off x="590408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9"/>
          <p:cNvSpPr/>
          <p:nvPr/>
        </p:nvSpPr>
        <p:spPr>
          <a:xfrm flipH="1">
            <a:off x="647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9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33" name="Google Shape;533;p19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1">
  <p:cSld name="ONE_COLUMN_TEXT_1_1_1_1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0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20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20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20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20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20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20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20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0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20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20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20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20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20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20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20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20"/>
          <p:cNvSpPr/>
          <p:nvPr/>
        </p:nvSpPr>
        <p:spPr>
          <a:xfrm rot="10800000">
            <a:off x="592018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20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ONE_COLUMN_TEXT_1_1_1_1_1_1"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22"/>
          <p:cNvSpPr/>
          <p:nvPr/>
        </p:nvSpPr>
        <p:spPr>
          <a:xfrm rot="5400000" flipH="1">
            <a:off x="3815" y="241725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22"/>
          <p:cNvSpPr/>
          <p:nvPr/>
        </p:nvSpPr>
        <p:spPr>
          <a:xfrm rot="5400000" flipH="1">
            <a:off x="3815" y="181221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22"/>
          <p:cNvSpPr/>
          <p:nvPr/>
        </p:nvSpPr>
        <p:spPr>
          <a:xfrm rot="5400000" flipH="1">
            <a:off x="622100" y="4837006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22"/>
          <p:cNvSpPr/>
          <p:nvPr/>
        </p:nvSpPr>
        <p:spPr>
          <a:xfrm rot="5400000" flipH="1">
            <a:off x="622084" y="423195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22"/>
          <p:cNvSpPr/>
          <p:nvPr/>
        </p:nvSpPr>
        <p:spPr>
          <a:xfrm rot="5400000" flipH="1">
            <a:off x="622084" y="362691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22"/>
          <p:cNvSpPr/>
          <p:nvPr/>
        </p:nvSpPr>
        <p:spPr>
          <a:xfrm rot="5400000" flipH="1">
            <a:off x="622084" y="302188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22"/>
          <p:cNvSpPr/>
          <p:nvPr/>
        </p:nvSpPr>
        <p:spPr>
          <a:xfrm rot="5400000" flipH="1">
            <a:off x="1240369" y="4837445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22"/>
          <p:cNvSpPr/>
          <p:nvPr/>
        </p:nvSpPr>
        <p:spPr>
          <a:xfrm rot="5400000" flipH="1">
            <a:off x="1858623" y="4836991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22"/>
          <p:cNvSpPr/>
          <p:nvPr/>
        </p:nvSpPr>
        <p:spPr>
          <a:xfrm rot="5400000" flipH="1">
            <a:off x="2476878" y="4837445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22"/>
          <p:cNvSpPr/>
          <p:nvPr/>
        </p:nvSpPr>
        <p:spPr>
          <a:xfrm rot="5400000" flipH="1">
            <a:off x="1859101" y="4231523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22"/>
          <p:cNvSpPr/>
          <p:nvPr/>
        </p:nvSpPr>
        <p:spPr>
          <a:xfrm rot="5400000" flipH="1">
            <a:off x="1240845" y="4231935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22"/>
          <p:cNvSpPr/>
          <p:nvPr/>
        </p:nvSpPr>
        <p:spPr>
          <a:xfrm rot="5400000" flipH="1">
            <a:off x="3384" y="483705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22"/>
          <p:cNvSpPr/>
          <p:nvPr/>
        </p:nvSpPr>
        <p:spPr>
          <a:xfrm rot="5400000" flipH="1">
            <a:off x="4333" y="423241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22"/>
          <p:cNvSpPr/>
          <p:nvPr/>
        </p:nvSpPr>
        <p:spPr>
          <a:xfrm rot="5400000" flipH="1">
            <a:off x="4335" y="3627346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22"/>
          <p:cNvSpPr/>
          <p:nvPr/>
        </p:nvSpPr>
        <p:spPr>
          <a:xfrm rot="5400000" flipH="1">
            <a:off x="5578" y="30225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p22"/>
          <p:cNvSpPr/>
          <p:nvPr/>
        </p:nvSpPr>
        <p:spPr>
          <a:xfrm rot="5400000" flipH="1">
            <a:off x="5570" y="120715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22"/>
          <p:cNvSpPr/>
          <p:nvPr/>
        </p:nvSpPr>
        <p:spPr>
          <a:xfrm rot="-5400000">
            <a:off x="8837494" y="302190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22"/>
          <p:cNvSpPr/>
          <p:nvPr/>
        </p:nvSpPr>
        <p:spPr>
          <a:xfrm rot="-5400000">
            <a:off x="8837494" y="120676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22"/>
          <p:cNvSpPr/>
          <p:nvPr/>
        </p:nvSpPr>
        <p:spPr>
          <a:xfrm rot="-5400000">
            <a:off x="8837494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22"/>
          <p:cNvSpPr/>
          <p:nvPr/>
        </p:nvSpPr>
        <p:spPr>
          <a:xfrm rot="-5400000">
            <a:off x="8837490" y="24172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22"/>
          <p:cNvSpPr/>
          <p:nvPr/>
        </p:nvSpPr>
        <p:spPr>
          <a:xfrm rot="-5400000">
            <a:off x="8837548" y="60172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22"/>
          <p:cNvSpPr/>
          <p:nvPr/>
        </p:nvSpPr>
        <p:spPr>
          <a:xfrm rot="-5400000">
            <a:off x="8220972" y="120884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22"/>
          <p:cNvSpPr/>
          <p:nvPr/>
        </p:nvSpPr>
        <p:spPr>
          <a:xfrm rot="-5400000">
            <a:off x="8220549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22"/>
          <p:cNvSpPr/>
          <p:nvPr/>
        </p:nvSpPr>
        <p:spPr>
          <a:xfrm rot="-5400000">
            <a:off x="7603603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22"/>
          <p:cNvSpPr/>
          <p:nvPr/>
        </p:nvSpPr>
        <p:spPr>
          <a:xfrm rot="-5400000">
            <a:off x="8220973" y="60252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22"/>
          <p:cNvSpPr/>
          <p:nvPr/>
        </p:nvSpPr>
        <p:spPr>
          <a:xfrm rot="-5400000">
            <a:off x="8837490" y="181222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22"/>
          <p:cNvSpPr/>
          <p:nvPr/>
        </p:nvSpPr>
        <p:spPr>
          <a:xfrm rot="-5400000">
            <a:off x="8220977" y="181470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22"/>
          <p:cNvSpPr/>
          <p:nvPr/>
        </p:nvSpPr>
        <p:spPr>
          <a:xfrm rot="-5400000">
            <a:off x="6986678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2"/>
          <p:cNvSpPr/>
          <p:nvPr/>
        </p:nvSpPr>
        <p:spPr>
          <a:xfrm rot="-5400000">
            <a:off x="7604399" y="60173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22"/>
          <p:cNvSpPr/>
          <p:nvPr/>
        </p:nvSpPr>
        <p:spPr>
          <a:xfrm rot="-5400000">
            <a:off x="8220990" y="24205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22"/>
          <p:cNvSpPr/>
          <p:nvPr/>
        </p:nvSpPr>
        <p:spPr>
          <a:xfrm rot="-5400000">
            <a:off x="7604872" y="120719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2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_AND_TWO_COLUMNS_1_1_2_1"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2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7" name="Google Shape;607;p23"/>
          <p:cNvSpPr/>
          <p:nvPr/>
        </p:nvSpPr>
        <p:spPr>
          <a:xfrm rot="5400000">
            <a:off x="7815" y="241727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3"/>
          <p:cNvSpPr/>
          <p:nvPr/>
        </p:nvSpPr>
        <p:spPr>
          <a:xfrm rot="5400000">
            <a:off x="7815" y="302231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23"/>
          <p:cNvSpPr/>
          <p:nvPr/>
        </p:nvSpPr>
        <p:spPr>
          <a:xfrm rot="5400000">
            <a:off x="626108" y="-3369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23"/>
          <p:cNvSpPr/>
          <p:nvPr/>
        </p:nvSpPr>
        <p:spPr>
          <a:xfrm rot="5400000">
            <a:off x="626092" y="60168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23"/>
          <p:cNvSpPr/>
          <p:nvPr/>
        </p:nvSpPr>
        <p:spPr>
          <a:xfrm rot="5400000">
            <a:off x="626092" y="181176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23"/>
          <p:cNvSpPr/>
          <p:nvPr/>
        </p:nvSpPr>
        <p:spPr>
          <a:xfrm rot="5400000">
            <a:off x="626092" y="362691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23"/>
          <p:cNvSpPr/>
          <p:nvPr/>
        </p:nvSpPr>
        <p:spPr>
          <a:xfrm rot="5400000">
            <a:off x="626092" y="48370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23"/>
          <p:cNvSpPr/>
          <p:nvPr/>
        </p:nvSpPr>
        <p:spPr>
          <a:xfrm rot="5400000">
            <a:off x="1244385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23"/>
          <p:cNvSpPr/>
          <p:nvPr/>
        </p:nvSpPr>
        <p:spPr>
          <a:xfrm rot="5400000">
            <a:off x="7384" y="-341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6" name="Google Shape;616;p23"/>
          <p:cNvSpPr/>
          <p:nvPr/>
        </p:nvSpPr>
        <p:spPr>
          <a:xfrm rot="5400000">
            <a:off x="8333" y="602074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23"/>
          <p:cNvSpPr/>
          <p:nvPr/>
        </p:nvSpPr>
        <p:spPr>
          <a:xfrm rot="5400000">
            <a:off x="8335" y="1207176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23"/>
          <p:cNvSpPr/>
          <p:nvPr/>
        </p:nvSpPr>
        <p:spPr>
          <a:xfrm rot="5400000">
            <a:off x="9578" y="181195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23"/>
          <p:cNvSpPr/>
          <p:nvPr/>
        </p:nvSpPr>
        <p:spPr>
          <a:xfrm rot="5400000">
            <a:off x="626096" y="241724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23"/>
          <p:cNvSpPr/>
          <p:nvPr/>
        </p:nvSpPr>
        <p:spPr>
          <a:xfrm rot="5400000">
            <a:off x="9570" y="362735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23"/>
          <p:cNvSpPr/>
          <p:nvPr/>
        </p:nvSpPr>
        <p:spPr>
          <a:xfrm rot="5400000">
            <a:off x="10077" y="423238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23"/>
          <p:cNvSpPr/>
          <p:nvPr/>
        </p:nvSpPr>
        <p:spPr>
          <a:xfrm rot="5400000">
            <a:off x="9570" y="48374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23"/>
          <p:cNvSpPr/>
          <p:nvPr/>
        </p:nvSpPr>
        <p:spPr>
          <a:xfrm rot="5400000">
            <a:off x="626038" y="423196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23"/>
          <p:cNvSpPr/>
          <p:nvPr/>
        </p:nvSpPr>
        <p:spPr>
          <a:xfrm rot="5400000">
            <a:off x="1242624" y="18119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23"/>
          <p:cNvSpPr/>
          <p:nvPr/>
        </p:nvSpPr>
        <p:spPr>
          <a:xfrm rot="-5400000">
            <a:off x="7598616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23"/>
          <p:cNvSpPr/>
          <p:nvPr/>
        </p:nvSpPr>
        <p:spPr>
          <a:xfrm rot="-5400000">
            <a:off x="6980372" y="483748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23"/>
          <p:cNvSpPr/>
          <p:nvPr/>
        </p:nvSpPr>
        <p:spPr>
          <a:xfrm rot="-5400000">
            <a:off x="7596910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3"/>
          <p:cNvSpPr/>
          <p:nvPr/>
        </p:nvSpPr>
        <p:spPr>
          <a:xfrm rot="-5400000">
            <a:off x="8216821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23"/>
          <p:cNvSpPr/>
          <p:nvPr/>
        </p:nvSpPr>
        <p:spPr>
          <a:xfrm rot="-5400000">
            <a:off x="8217252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23"/>
          <p:cNvSpPr/>
          <p:nvPr/>
        </p:nvSpPr>
        <p:spPr>
          <a:xfrm rot="-5400000">
            <a:off x="8217290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p23"/>
          <p:cNvSpPr/>
          <p:nvPr/>
        </p:nvSpPr>
        <p:spPr>
          <a:xfrm rot="-5400000">
            <a:off x="8217288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p23"/>
          <p:cNvSpPr/>
          <p:nvPr/>
        </p:nvSpPr>
        <p:spPr>
          <a:xfrm rot="-5400000">
            <a:off x="8215057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3"/>
          <p:cNvSpPr/>
          <p:nvPr/>
        </p:nvSpPr>
        <p:spPr>
          <a:xfrm rot="-5400000">
            <a:off x="8215066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4" name="Google Shape;634;p23"/>
          <p:cNvSpPr/>
          <p:nvPr/>
        </p:nvSpPr>
        <p:spPr>
          <a:xfrm rot="-5400000">
            <a:off x="8215546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23"/>
          <p:cNvSpPr/>
          <p:nvPr/>
        </p:nvSpPr>
        <p:spPr>
          <a:xfrm rot="-5400000">
            <a:off x="8215066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3"/>
          <p:cNvSpPr/>
          <p:nvPr/>
        </p:nvSpPr>
        <p:spPr>
          <a:xfrm rot="5400000">
            <a:off x="1243048" y="48370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3"/>
          <p:cNvSpPr/>
          <p:nvPr/>
        </p:nvSpPr>
        <p:spPr>
          <a:xfrm rot="-5400000">
            <a:off x="8837214" y="241723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p23"/>
          <p:cNvSpPr/>
          <p:nvPr/>
        </p:nvSpPr>
        <p:spPr>
          <a:xfrm rot="-5400000">
            <a:off x="8837214" y="181219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3"/>
          <p:cNvSpPr/>
          <p:nvPr/>
        </p:nvSpPr>
        <p:spPr>
          <a:xfrm rot="-5400000">
            <a:off x="8837645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23"/>
          <p:cNvSpPr/>
          <p:nvPr/>
        </p:nvSpPr>
        <p:spPr>
          <a:xfrm rot="-5400000">
            <a:off x="8837683" y="423239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3"/>
          <p:cNvSpPr/>
          <p:nvPr/>
        </p:nvSpPr>
        <p:spPr>
          <a:xfrm rot="-5400000">
            <a:off x="8837680" y="362732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23"/>
          <p:cNvSpPr/>
          <p:nvPr/>
        </p:nvSpPr>
        <p:spPr>
          <a:xfrm rot="-5400000">
            <a:off x="8835450" y="302251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23"/>
          <p:cNvSpPr/>
          <p:nvPr/>
        </p:nvSpPr>
        <p:spPr>
          <a:xfrm rot="-5400000">
            <a:off x="8835458" y="12071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23"/>
          <p:cNvSpPr/>
          <p:nvPr/>
        </p:nvSpPr>
        <p:spPr>
          <a:xfrm rot="-5400000">
            <a:off x="8835939" y="60210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23"/>
          <p:cNvSpPr/>
          <p:nvPr/>
        </p:nvSpPr>
        <p:spPr>
          <a:xfrm rot="-5400000">
            <a:off x="8835458" y="-297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3"/>
          <p:cNvSpPr txBox="1">
            <a:spLocks noGrp="1"/>
          </p:cNvSpPr>
          <p:nvPr>
            <p:ph type="subTitle" idx="1"/>
          </p:nvPr>
        </p:nvSpPr>
        <p:spPr>
          <a:xfrm>
            <a:off x="1948525" y="1499338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7" name="Google Shape;647;p23"/>
          <p:cNvSpPr txBox="1">
            <a:spLocks noGrp="1"/>
          </p:cNvSpPr>
          <p:nvPr>
            <p:ph type="subTitle" idx="2"/>
          </p:nvPr>
        </p:nvSpPr>
        <p:spPr>
          <a:xfrm>
            <a:off x="1948525" y="2602982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8" name="Google Shape;648;p23"/>
          <p:cNvSpPr txBox="1">
            <a:spLocks noGrp="1"/>
          </p:cNvSpPr>
          <p:nvPr>
            <p:ph type="subTitle" idx="3"/>
          </p:nvPr>
        </p:nvSpPr>
        <p:spPr>
          <a:xfrm>
            <a:off x="1948525" y="3706626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9" name="Google Shape;649;p23"/>
          <p:cNvSpPr txBox="1">
            <a:spLocks noGrp="1"/>
          </p:cNvSpPr>
          <p:nvPr>
            <p:ph type="subTitle" idx="4"/>
          </p:nvPr>
        </p:nvSpPr>
        <p:spPr>
          <a:xfrm>
            <a:off x="5142475" y="1353538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50" name="Google Shape;650;p23"/>
          <p:cNvSpPr txBox="1">
            <a:spLocks noGrp="1"/>
          </p:cNvSpPr>
          <p:nvPr>
            <p:ph type="subTitle" idx="5"/>
          </p:nvPr>
        </p:nvSpPr>
        <p:spPr>
          <a:xfrm>
            <a:off x="5142475" y="2483644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51" name="Google Shape;651;p23"/>
          <p:cNvSpPr txBox="1">
            <a:spLocks noGrp="1"/>
          </p:cNvSpPr>
          <p:nvPr>
            <p:ph type="subTitle" idx="6"/>
          </p:nvPr>
        </p:nvSpPr>
        <p:spPr>
          <a:xfrm>
            <a:off x="5142475" y="3613750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_AND_TWO_COLUMNS_1_1_2_1_1"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24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24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p24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24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24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24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4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24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4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24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24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4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24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p24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p24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p24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4"/>
          <p:cNvSpPr/>
          <p:nvPr/>
        </p:nvSpPr>
        <p:spPr>
          <a:xfrm rot="10800000">
            <a:off x="592018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0" name="Google Shape;670;p24"/>
          <p:cNvSpPr txBox="1">
            <a:spLocks noGrp="1"/>
          </p:cNvSpPr>
          <p:nvPr>
            <p:ph type="subTitle" idx="1"/>
          </p:nvPr>
        </p:nvSpPr>
        <p:spPr>
          <a:xfrm>
            <a:off x="1113412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1" name="Google Shape;671;p24"/>
          <p:cNvSpPr txBox="1">
            <a:spLocks noGrp="1"/>
          </p:cNvSpPr>
          <p:nvPr>
            <p:ph type="subTitle" idx="2"/>
          </p:nvPr>
        </p:nvSpPr>
        <p:spPr>
          <a:xfrm>
            <a:off x="3621241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2" name="Google Shape;672;p24"/>
          <p:cNvSpPr txBox="1">
            <a:spLocks noGrp="1"/>
          </p:cNvSpPr>
          <p:nvPr>
            <p:ph type="subTitle" idx="3"/>
          </p:nvPr>
        </p:nvSpPr>
        <p:spPr>
          <a:xfrm>
            <a:off x="6130163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3" name="Google Shape;673;p24"/>
          <p:cNvSpPr txBox="1">
            <a:spLocks noGrp="1"/>
          </p:cNvSpPr>
          <p:nvPr>
            <p:ph type="subTitle" idx="4"/>
          </p:nvPr>
        </p:nvSpPr>
        <p:spPr>
          <a:xfrm>
            <a:off x="1113412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4" name="Google Shape;674;p24"/>
          <p:cNvSpPr txBox="1">
            <a:spLocks noGrp="1"/>
          </p:cNvSpPr>
          <p:nvPr>
            <p:ph type="subTitle" idx="5"/>
          </p:nvPr>
        </p:nvSpPr>
        <p:spPr>
          <a:xfrm>
            <a:off x="3621241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5" name="Google Shape;675;p24"/>
          <p:cNvSpPr txBox="1">
            <a:spLocks noGrp="1"/>
          </p:cNvSpPr>
          <p:nvPr>
            <p:ph type="subTitle" idx="6"/>
          </p:nvPr>
        </p:nvSpPr>
        <p:spPr>
          <a:xfrm>
            <a:off x="6130163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6" name="Google Shape;676;p24"/>
          <p:cNvSpPr txBox="1">
            <a:spLocks noGrp="1"/>
          </p:cNvSpPr>
          <p:nvPr>
            <p:ph type="subTitle" idx="7"/>
          </p:nvPr>
        </p:nvSpPr>
        <p:spPr>
          <a:xfrm>
            <a:off x="111341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7" name="Google Shape;677;p24"/>
          <p:cNvSpPr txBox="1">
            <a:spLocks noGrp="1"/>
          </p:cNvSpPr>
          <p:nvPr>
            <p:ph type="subTitle" idx="8"/>
          </p:nvPr>
        </p:nvSpPr>
        <p:spPr>
          <a:xfrm>
            <a:off x="3621240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8" name="Google Shape;678;p24"/>
          <p:cNvSpPr txBox="1">
            <a:spLocks noGrp="1"/>
          </p:cNvSpPr>
          <p:nvPr>
            <p:ph type="subTitle" idx="9"/>
          </p:nvPr>
        </p:nvSpPr>
        <p:spPr>
          <a:xfrm>
            <a:off x="613016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9" name="Google Shape;679;p24"/>
          <p:cNvSpPr txBox="1">
            <a:spLocks noGrp="1"/>
          </p:cNvSpPr>
          <p:nvPr>
            <p:ph type="subTitle" idx="13"/>
          </p:nvPr>
        </p:nvSpPr>
        <p:spPr>
          <a:xfrm>
            <a:off x="1114837" y="418125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0" name="Google Shape;680;p24"/>
          <p:cNvSpPr txBox="1">
            <a:spLocks noGrp="1"/>
          </p:cNvSpPr>
          <p:nvPr>
            <p:ph type="subTitle" idx="14"/>
          </p:nvPr>
        </p:nvSpPr>
        <p:spPr>
          <a:xfrm>
            <a:off x="3622666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1" name="Google Shape;681;p24"/>
          <p:cNvSpPr txBox="1">
            <a:spLocks noGrp="1"/>
          </p:cNvSpPr>
          <p:nvPr>
            <p:ph type="subTitle" idx="15"/>
          </p:nvPr>
        </p:nvSpPr>
        <p:spPr>
          <a:xfrm>
            <a:off x="6131588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2" name="Google Shape;682;p2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25"/>
          <p:cNvSpPr/>
          <p:nvPr/>
        </p:nvSpPr>
        <p:spPr>
          <a:xfrm rot="5400000">
            <a:off x="2480121" y="241729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25"/>
          <p:cNvSpPr/>
          <p:nvPr/>
        </p:nvSpPr>
        <p:spPr>
          <a:xfrm rot="5400000">
            <a:off x="2480121" y="302232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25"/>
          <p:cNvSpPr/>
          <p:nvPr/>
        </p:nvSpPr>
        <p:spPr>
          <a:xfrm rot="5400000">
            <a:off x="3098404" y="-3343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5"/>
          <p:cNvSpPr/>
          <p:nvPr/>
        </p:nvSpPr>
        <p:spPr>
          <a:xfrm rot="5400000">
            <a:off x="3098388" y="60170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5"/>
          <p:cNvSpPr/>
          <p:nvPr/>
        </p:nvSpPr>
        <p:spPr>
          <a:xfrm rot="5400000">
            <a:off x="3098388" y="1811782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5"/>
          <p:cNvSpPr/>
          <p:nvPr/>
        </p:nvSpPr>
        <p:spPr>
          <a:xfrm rot="5400000">
            <a:off x="3098388" y="362692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5"/>
          <p:cNvSpPr/>
          <p:nvPr/>
        </p:nvSpPr>
        <p:spPr>
          <a:xfrm rot="5400000">
            <a:off x="3098388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5"/>
          <p:cNvSpPr/>
          <p:nvPr/>
        </p:nvSpPr>
        <p:spPr>
          <a:xfrm rot="5400000">
            <a:off x="3716671" y="-2904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5"/>
          <p:cNvSpPr/>
          <p:nvPr/>
        </p:nvSpPr>
        <p:spPr>
          <a:xfrm rot="5400000">
            <a:off x="4335401" y="602110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5"/>
          <p:cNvSpPr/>
          <p:nvPr/>
        </p:nvSpPr>
        <p:spPr>
          <a:xfrm rot="5400000">
            <a:off x="3717147" y="60257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5"/>
          <p:cNvSpPr/>
          <p:nvPr/>
        </p:nvSpPr>
        <p:spPr>
          <a:xfrm rot="5400000">
            <a:off x="2479690" y="-33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5"/>
          <p:cNvSpPr/>
          <p:nvPr/>
        </p:nvSpPr>
        <p:spPr>
          <a:xfrm rot="5400000">
            <a:off x="2480639" y="60209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5"/>
          <p:cNvSpPr/>
          <p:nvPr/>
        </p:nvSpPr>
        <p:spPr>
          <a:xfrm rot="5400000">
            <a:off x="2480641" y="1207195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7" name="Google Shape;697;p25"/>
          <p:cNvSpPr/>
          <p:nvPr/>
        </p:nvSpPr>
        <p:spPr>
          <a:xfrm rot="5400000">
            <a:off x="2481884" y="18119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5"/>
          <p:cNvSpPr/>
          <p:nvPr/>
        </p:nvSpPr>
        <p:spPr>
          <a:xfrm rot="5400000">
            <a:off x="3098392" y="24172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5"/>
          <p:cNvSpPr/>
          <p:nvPr/>
        </p:nvSpPr>
        <p:spPr>
          <a:xfrm rot="5400000">
            <a:off x="2481876" y="36273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p25"/>
          <p:cNvSpPr/>
          <p:nvPr/>
        </p:nvSpPr>
        <p:spPr>
          <a:xfrm rot="5400000">
            <a:off x="2482383" y="423238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1" name="Google Shape;701;p25"/>
          <p:cNvSpPr/>
          <p:nvPr/>
        </p:nvSpPr>
        <p:spPr>
          <a:xfrm rot="5400000">
            <a:off x="2481876" y="483746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25"/>
          <p:cNvSpPr/>
          <p:nvPr/>
        </p:nvSpPr>
        <p:spPr>
          <a:xfrm rot="5400000">
            <a:off x="3098334" y="423196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5"/>
          <p:cNvSpPr/>
          <p:nvPr/>
        </p:nvSpPr>
        <p:spPr>
          <a:xfrm rot="5400000">
            <a:off x="3714909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5"/>
          <p:cNvSpPr/>
          <p:nvPr/>
        </p:nvSpPr>
        <p:spPr>
          <a:xfrm rot="5400000">
            <a:off x="3714909" y="362569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5" name="Google Shape;705;p25"/>
          <p:cNvSpPr/>
          <p:nvPr/>
        </p:nvSpPr>
        <p:spPr>
          <a:xfrm rot="5400000">
            <a:off x="1861482" y="241730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25"/>
          <p:cNvSpPr/>
          <p:nvPr/>
        </p:nvSpPr>
        <p:spPr>
          <a:xfrm rot="5400000">
            <a:off x="1861482" y="302234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25"/>
          <p:cNvSpPr/>
          <p:nvPr/>
        </p:nvSpPr>
        <p:spPr>
          <a:xfrm rot="5400000">
            <a:off x="1861051" y="-337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5"/>
          <p:cNvSpPr/>
          <p:nvPr/>
        </p:nvSpPr>
        <p:spPr>
          <a:xfrm rot="5400000">
            <a:off x="1862000" y="602109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5"/>
          <p:cNvSpPr/>
          <p:nvPr/>
        </p:nvSpPr>
        <p:spPr>
          <a:xfrm rot="5400000">
            <a:off x="1862003" y="120720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25"/>
          <p:cNvSpPr/>
          <p:nvPr/>
        </p:nvSpPr>
        <p:spPr>
          <a:xfrm rot="5400000">
            <a:off x="1863246" y="18119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25"/>
          <p:cNvSpPr/>
          <p:nvPr/>
        </p:nvSpPr>
        <p:spPr>
          <a:xfrm rot="5400000">
            <a:off x="1863238" y="36273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25"/>
          <p:cNvSpPr/>
          <p:nvPr/>
        </p:nvSpPr>
        <p:spPr>
          <a:xfrm rot="5400000">
            <a:off x="1863745" y="42324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5"/>
          <p:cNvSpPr/>
          <p:nvPr/>
        </p:nvSpPr>
        <p:spPr>
          <a:xfrm rot="5400000">
            <a:off x="1863238" y="483748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25"/>
          <p:cNvSpPr/>
          <p:nvPr/>
        </p:nvSpPr>
        <p:spPr>
          <a:xfrm rot="5400000">
            <a:off x="1242844" y="241730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5"/>
          <p:cNvSpPr/>
          <p:nvPr/>
        </p:nvSpPr>
        <p:spPr>
          <a:xfrm rot="5400000">
            <a:off x="1242844" y="302234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5"/>
          <p:cNvSpPr/>
          <p:nvPr/>
        </p:nvSpPr>
        <p:spPr>
          <a:xfrm rot="5400000">
            <a:off x="1242413" y="-337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25"/>
          <p:cNvSpPr/>
          <p:nvPr/>
        </p:nvSpPr>
        <p:spPr>
          <a:xfrm rot="5400000">
            <a:off x="1243362" y="602109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25"/>
          <p:cNvSpPr/>
          <p:nvPr/>
        </p:nvSpPr>
        <p:spPr>
          <a:xfrm rot="5400000">
            <a:off x="1243365" y="120720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5"/>
          <p:cNvSpPr/>
          <p:nvPr/>
        </p:nvSpPr>
        <p:spPr>
          <a:xfrm rot="5400000">
            <a:off x="1244607" y="18119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25"/>
          <p:cNvSpPr/>
          <p:nvPr/>
        </p:nvSpPr>
        <p:spPr>
          <a:xfrm rot="5400000">
            <a:off x="1244599" y="36273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25"/>
          <p:cNvSpPr/>
          <p:nvPr/>
        </p:nvSpPr>
        <p:spPr>
          <a:xfrm rot="5400000">
            <a:off x="1245106" y="42324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5"/>
          <p:cNvSpPr/>
          <p:nvPr/>
        </p:nvSpPr>
        <p:spPr>
          <a:xfrm rot="5400000">
            <a:off x="1244599" y="483748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25"/>
          <p:cNvSpPr/>
          <p:nvPr/>
        </p:nvSpPr>
        <p:spPr>
          <a:xfrm rot="5400000">
            <a:off x="624205" y="241729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4" name="Google Shape;724;p25"/>
          <p:cNvSpPr/>
          <p:nvPr/>
        </p:nvSpPr>
        <p:spPr>
          <a:xfrm rot="5400000">
            <a:off x="624205" y="302232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5"/>
          <p:cNvSpPr/>
          <p:nvPr/>
        </p:nvSpPr>
        <p:spPr>
          <a:xfrm rot="5400000">
            <a:off x="623774" y="-33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25"/>
          <p:cNvSpPr/>
          <p:nvPr/>
        </p:nvSpPr>
        <p:spPr>
          <a:xfrm rot="5400000">
            <a:off x="624724" y="60209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25"/>
          <p:cNvSpPr/>
          <p:nvPr/>
        </p:nvSpPr>
        <p:spPr>
          <a:xfrm rot="5400000">
            <a:off x="624726" y="1207195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25"/>
          <p:cNvSpPr/>
          <p:nvPr/>
        </p:nvSpPr>
        <p:spPr>
          <a:xfrm rot="5400000">
            <a:off x="625969" y="18119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25"/>
          <p:cNvSpPr/>
          <p:nvPr/>
        </p:nvSpPr>
        <p:spPr>
          <a:xfrm rot="5400000">
            <a:off x="625961" y="36273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25"/>
          <p:cNvSpPr/>
          <p:nvPr/>
        </p:nvSpPr>
        <p:spPr>
          <a:xfrm rot="5400000">
            <a:off x="626468" y="423238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5"/>
          <p:cNvSpPr/>
          <p:nvPr/>
        </p:nvSpPr>
        <p:spPr>
          <a:xfrm rot="5400000">
            <a:off x="625961" y="483746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25"/>
          <p:cNvSpPr/>
          <p:nvPr/>
        </p:nvSpPr>
        <p:spPr>
          <a:xfrm rot="5400000">
            <a:off x="3715333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25"/>
          <p:cNvSpPr/>
          <p:nvPr/>
        </p:nvSpPr>
        <p:spPr>
          <a:xfrm rot="5400000">
            <a:off x="4332279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5"/>
          <p:cNvSpPr/>
          <p:nvPr/>
        </p:nvSpPr>
        <p:spPr>
          <a:xfrm rot="5400000">
            <a:off x="3810" y="241731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25"/>
          <p:cNvSpPr/>
          <p:nvPr/>
        </p:nvSpPr>
        <p:spPr>
          <a:xfrm rot="5400000">
            <a:off x="3810" y="302235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25"/>
          <p:cNvSpPr/>
          <p:nvPr/>
        </p:nvSpPr>
        <p:spPr>
          <a:xfrm rot="5400000">
            <a:off x="3379" y="-336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5"/>
          <p:cNvSpPr/>
          <p:nvPr/>
        </p:nvSpPr>
        <p:spPr>
          <a:xfrm rot="5400000">
            <a:off x="4328" y="60212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5"/>
          <p:cNvSpPr/>
          <p:nvPr/>
        </p:nvSpPr>
        <p:spPr>
          <a:xfrm rot="5400000">
            <a:off x="4331" y="120722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9" name="Google Shape;739;p25"/>
          <p:cNvSpPr/>
          <p:nvPr/>
        </p:nvSpPr>
        <p:spPr>
          <a:xfrm rot="5400000">
            <a:off x="5574" y="18120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p25"/>
          <p:cNvSpPr/>
          <p:nvPr/>
        </p:nvSpPr>
        <p:spPr>
          <a:xfrm rot="5400000">
            <a:off x="5565" y="36273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25"/>
          <p:cNvSpPr/>
          <p:nvPr/>
        </p:nvSpPr>
        <p:spPr>
          <a:xfrm rot="5400000">
            <a:off x="6072" y="423241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25"/>
          <p:cNvSpPr/>
          <p:nvPr/>
        </p:nvSpPr>
        <p:spPr>
          <a:xfrm rot="5400000">
            <a:off x="5565" y="483749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5"/>
          <p:cNvSpPr/>
          <p:nvPr/>
        </p:nvSpPr>
        <p:spPr>
          <a:xfrm rot="5400000">
            <a:off x="4949224" y="483706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5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5" name="Google Shape;745;p25"/>
          <p:cNvSpPr txBox="1">
            <a:spLocks noGrp="1"/>
          </p:cNvSpPr>
          <p:nvPr>
            <p:ph type="title" idx="2" hasCustomPrompt="1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7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46" name="Google Shape;746;p25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_2"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26"/>
          <p:cNvSpPr/>
          <p:nvPr/>
        </p:nvSpPr>
        <p:spPr>
          <a:xfrm rot="-5400000">
            <a:off x="6360817" y="2417259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26"/>
          <p:cNvSpPr/>
          <p:nvPr/>
        </p:nvSpPr>
        <p:spPr>
          <a:xfrm rot="-5400000">
            <a:off x="6360817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6"/>
          <p:cNvSpPr/>
          <p:nvPr/>
        </p:nvSpPr>
        <p:spPr>
          <a:xfrm rot="-5400000">
            <a:off x="5742564" y="4837014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6"/>
          <p:cNvSpPr/>
          <p:nvPr/>
        </p:nvSpPr>
        <p:spPr>
          <a:xfrm rot="-5400000">
            <a:off x="5742548" y="423196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6"/>
          <p:cNvSpPr/>
          <p:nvPr/>
        </p:nvSpPr>
        <p:spPr>
          <a:xfrm rot="-5400000">
            <a:off x="5742548" y="362692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26"/>
          <p:cNvSpPr/>
          <p:nvPr/>
        </p:nvSpPr>
        <p:spPr>
          <a:xfrm rot="-5400000">
            <a:off x="5742548" y="30218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26"/>
          <p:cNvSpPr/>
          <p:nvPr/>
        </p:nvSpPr>
        <p:spPr>
          <a:xfrm rot="-5400000">
            <a:off x="5742548" y="181178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26"/>
          <p:cNvSpPr/>
          <p:nvPr/>
        </p:nvSpPr>
        <p:spPr>
          <a:xfrm rot="-5400000">
            <a:off x="5742548" y="12067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26"/>
          <p:cNvSpPr/>
          <p:nvPr/>
        </p:nvSpPr>
        <p:spPr>
          <a:xfrm rot="-5400000">
            <a:off x="5742548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26"/>
          <p:cNvSpPr/>
          <p:nvPr/>
        </p:nvSpPr>
        <p:spPr>
          <a:xfrm rot="-5400000">
            <a:off x="5124295" y="4837453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6"/>
          <p:cNvSpPr/>
          <p:nvPr/>
        </p:nvSpPr>
        <p:spPr>
          <a:xfrm rot="-5400000">
            <a:off x="4506040" y="4836999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6"/>
          <p:cNvSpPr/>
          <p:nvPr/>
        </p:nvSpPr>
        <p:spPr>
          <a:xfrm rot="-5400000">
            <a:off x="3887786" y="4837453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6"/>
          <p:cNvSpPr/>
          <p:nvPr/>
        </p:nvSpPr>
        <p:spPr>
          <a:xfrm rot="-5400000">
            <a:off x="4506518" y="4231531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26"/>
          <p:cNvSpPr/>
          <p:nvPr/>
        </p:nvSpPr>
        <p:spPr>
          <a:xfrm rot="-5400000">
            <a:off x="5124774" y="423194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26"/>
          <p:cNvSpPr/>
          <p:nvPr/>
        </p:nvSpPr>
        <p:spPr>
          <a:xfrm rot="-5400000">
            <a:off x="6361248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26"/>
          <p:cNvSpPr/>
          <p:nvPr/>
        </p:nvSpPr>
        <p:spPr>
          <a:xfrm rot="-5400000">
            <a:off x="6361286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6"/>
          <p:cNvSpPr/>
          <p:nvPr/>
        </p:nvSpPr>
        <p:spPr>
          <a:xfrm rot="-5400000">
            <a:off x="6361284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26"/>
          <p:cNvSpPr/>
          <p:nvPr/>
        </p:nvSpPr>
        <p:spPr>
          <a:xfrm rot="-5400000">
            <a:off x="6359054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6"/>
          <p:cNvSpPr/>
          <p:nvPr/>
        </p:nvSpPr>
        <p:spPr>
          <a:xfrm rot="-5400000">
            <a:off x="5742544" y="24172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6"/>
          <p:cNvSpPr/>
          <p:nvPr/>
        </p:nvSpPr>
        <p:spPr>
          <a:xfrm rot="-5400000">
            <a:off x="6359062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6"/>
          <p:cNvSpPr/>
          <p:nvPr/>
        </p:nvSpPr>
        <p:spPr>
          <a:xfrm rot="-5400000">
            <a:off x="6359542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p26"/>
          <p:cNvSpPr/>
          <p:nvPr/>
        </p:nvSpPr>
        <p:spPr>
          <a:xfrm rot="-5400000">
            <a:off x="6359062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p26"/>
          <p:cNvSpPr/>
          <p:nvPr/>
        </p:nvSpPr>
        <p:spPr>
          <a:xfrm rot="-5400000">
            <a:off x="5742602" y="60170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1" name="Google Shape;771;p26"/>
          <p:cNvSpPr/>
          <p:nvPr/>
        </p:nvSpPr>
        <p:spPr>
          <a:xfrm rot="-5400000">
            <a:off x="5126024" y="302254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26"/>
          <p:cNvSpPr/>
          <p:nvPr/>
        </p:nvSpPr>
        <p:spPr>
          <a:xfrm rot="-5400000">
            <a:off x="5126024" y="120882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26"/>
          <p:cNvSpPr/>
          <p:nvPr/>
        </p:nvSpPr>
        <p:spPr>
          <a:xfrm rot="-5400000">
            <a:off x="6979458" y="241724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6"/>
          <p:cNvSpPr/>
          <p:nvPr/>
        </p:nvSpPr>
        <p:spPr>
          <a:xfrm rot="-5400000">
            <a:off x="6979458" y="181221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6"/>
          <p:cNvSpPr/>
          <p:nvPr/>
        </p:nvSpPr>
        <p:spPr>
          <a:xfrm rot="-5400000">
            <a:off x="6979889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6"/>
          <p:cNvSpPr/>
          <p:nvPr/>
        </p:nvSpPr>
        <p:spPr>
          <a:xfrm rot="-5400000">
            <a:off x="6979927" y="4232411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26"/>
          <p:cNvSpPr/>
          <p:nvPr/>
        </p:nvSpPr>
        <p:spPr>
          <a:xfrm rot="-5400000">
            <a:off x="6979924" y="362734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26"/>
          <p:cNvSpPr/>
          <p:nvPr/>
        </p:nvSpPr>
        <p:spPr>
          <a:xfrm rot="-5400000">
            <a:off x="6977694" y="30225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9" name="Google Shape;779;p26"/>
          <p:cNvSpPr/>
          <p:nvPr/>
        </p:nvSpPr>
        <p:spPr>
          <a:xfrm rot="-5400000">
            <a:off x="6977702" y="12071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p26"/>
          <p:cNvSpPr/>
          <p:nvPr/>
        </p:nvSpPr>
        <p:spPr>
          <a:xfrm rot="-5400000">
            <a:off x="6978183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26"/>
          <p:cNvSpPr/>
          <p:nvPr/>
        </p:nvSpPr>
        <p:spPr>
          <a:xfrm rot="-5400000">
            <a:off x="6977702" y="-296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6"/>
          <p:cNvSpPr/>
          <p:nvPr/>
        </p:nvSpPr>
        <p:spPr>
          <a:xfrm rot="-5400000">
            <a:off x="7598098" y="241724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6"/>
          <p:cNvSpPr/>
          <p:nvPr/>
        </p:nvSpPr>
        <p:spPr>
          <a:xfrm rot="-5400000">
            <a:off x="7598098" y="181221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6"/>
          <p:cNvSpPr/>
          <p:nvPr/>
        </p:nvSpPr>
        <p:spPr>
          <a:xfrm rot="-5400000">
            <a:off x="7598529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26"/>
          <p:cNvSpPr/>
          <p:nvPr/>
        </p:nvSpPr>
        <p:spPr>
          <a:xfrm rot="-5400000">
            <a:off x="7598568" y="4232411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26"/>
          <p:cNvSpPr/>
          <p:nvPr/>
        </p:nvSpPr>
        <p:spPr>
          <a:xfrm rot="-5400000">
            <a:off x="7598565" y="362734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26"/>
          <p:cNvSpPr/>
          <p:nvPr/>
        </p:nvSpPr>
        <p:spPr>
          <a:xfrm rot="-5400000">
            <a:off x="7596335" y="30225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26"/>
          <p:cNvSpPr/>
          <p:nvPr/>
        </p:nvSpPr>
        <p:spPr>
          <a:xfrm rot="-5400000">
            <a:off x="7596343" y="12071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26"/>
          <p:cNvSpPr/>
          <p:nvPr/>
        </p:nvSpPr>
        <p:spPr>
          <a:xfrm rot="-5400000">
            <a:off x="7596823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6"/>
          <p:cNvSpPr/>
          <p:nvPr/>
        </p:nvSpPr>
        <p:spPr>
          <a:xfrm rot="-5400000">
            <a:off x="7596343" y="-296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6"/>
          <p:cNvSpPr/>
          <p:nvPr/>
        </p:nvSpPr>
        <p:spPr>
          <a:xfrm rot="-5400000">
            <a:off x="8216739" y="2417259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6"/>
          <p:cNvSpPr/>
          <p:nvPr/>
        </p:nvSpPr>
        <p:spPr>
          <a:xfrm rot="-5400000">
            <a:off x="8216739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3" name="Google Shape;793;p26"/>
          <p:cNvSpPr/>
          <p:nvPr/>
        </p:nvSpPr>
        <p:spPr>
          <a:xfrm rot="-5400000">
            <a:off x="8217170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6"/>
          <p:cNvSpPr/>
          <p:nvPr/>
        </p:nvSpPr>
        <p:spPr>
          <a:xfrm rot="-5400000">
            <a:off x="8217208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6"/>
          <p:cNvSpPr/>
          <p:nvPr/>
        </p:nvSpPr>
        <p:spPr>
          <a:xfrm rot="-5400000">
            <a:off x="8217206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26"/>
          <p:cNvSpPr/>
          <p:nvPr/>
        </p:nvSpPr>
        <p:spPr>
          <a:xfrm rot="-5400000">
            <a:off x="8214975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6"/>
          <p:cNvSpPr/>
          <p:nvPr/>
        </p:nvSpPr>
        <p:spPr>
          <a:xfrm rot="-5400000">
            <a:off x="8214984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26"/>
          <p:cNvSpPr/>
          <p:nvPr/>
        </p:nvSpPr>
        <p:spPr>
          <a:xfrm rot="-5400000">
            <a:off x="8215464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6"/>
          <p:cNvSpPr/>
          <p:nvPr/>
        </p:nvSpPr>
        <p:spPr>
          <a:xfrm rot="-5400000">
            <a:off x="8214984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p26"/>
          <p:cNvSpPr/>
          <p:nvPr/>
        </p:nvSpPr>
        <p:spPr>
          <a:xfrm rot="-5400000">
            <a:off x="5125600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1" name="Google Shape;801;p26"/>
          <p:cNvSpPr/>
          <p:nvPr/>
        </p:nvSpPr>
        <p:spPr>
          <a:xfrm rot="-5400000">
            <a:off x="4508653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26"/>
          <p:cNvSpPr/>
          <p:nvPr/>
        </p:nvSpPr>
        <p:spPr>
          <a:xfrm rot="-5400000">
            <a:off x="8837137" y="241723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26"/>
          <p:cNvSpPr/>
          <p:nvPr/>
        </p:nvSpPr>
        <p:spPr>
          <a:xfrm rot="-5400000">
            <a:off x="8837137" y="181219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26"/>
          <p:cNvSpPr/>
          <p:nvPr/>
        </p:nvSpPr>
        <p:spPr>
          <a:xfrm rot="-5400000">
            <a:off x="883756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6"/>
          <p:cNvSpPr/>
          <p:nvPr/>
        </p:nvSpPr>
        <p:spPr>
          <a:xfrm rot="-5400000">
            <a:off x="8837606" y="423239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26"/>
          <p:cNvSpPr/>
          <p:nvPr/>
        </p:nvSpPr>
        <p:spPr>
          <a:xfrm rot="-5400000">
            <a:off x="8837603" y="362732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26"/>
          <p:cNvSpPr/>
          <p:nvPr/>
        </p:nvSpPr>
        <p:spPr>
          <a:xfrm rot="-5400000">
            <a:off x="8835373" y="302251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6"/>
          <p:cNvSpPr/>
          <p:nvPr/>
        </p:nvSpPr>
        <p:spPr>
          <a:xfrm rot="-5400000">
            <a:off x="8835381" y="12071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26"/>
          <p:cNvSpPr/>
          <p:nvPr/>
        </p:nvSpPr>
        <p:spPr>
          <a:xfrm rot="-5400000">
            <a:off x="8835861" y="60210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0" name="Google Shape;810;p26"/>
          <p:cNvSpPr/>
          <p:nvPr/>
        </p:nvSpPr>
        <p:spPr>
          <a:xfrm rot="-5400000">
            <a:off x="8835381" y="-297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6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2" name="Google Shape;812;p26"/>
          <p:cNvSpPr txBox="1">
            <a:spLocks noGrp="1"/>
          </p:cNvSpPr>
          <p:nvPr>
            <p:ph type="title" idx="2" hasCustomPrompt="1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7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3" name="Google Shape;813;p26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2"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28"/>
          <p:cNvSpPr txBox="1">
            <a:spLocks noGrp="1"/>
          </p:cNvSpPr>
          <p:nvPr>
            <p:ph type="title"/>
          </p:nvPr>
        </p:nvSpPr>
        <p:spPr>
          <a:xfrm>
            <a:off x="889950" y="1407400"/>
            <a:ext cx="4484700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47" name="Google Shape;847;p28"/>
          <p:cNvSpPr txBox="1">
            <a:spLocks noGrp="1"/>
          </p:cNvSpPr>
          <p:nvPr>
            <p:ph type="subTitle" idx="1"/>
          </p:nvPr>
        </p:nvSpPr>
        <p:spPr>
          <a:xfrm>
            <a:off x="889950" y="2270875"/>
            <a:ext cx="4045200" cy="2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8" name="Google Shape;848;p28"/>
          <p:cNvSpPr txBox="1">
            <a:spLocks noGrp="1"/>
          </p:cNvSpPr>
          <p:nvPr>
            <p:ph type="body" idx="2"/>
          </p:nvPr>
        </p:nvSpPr>
        <p:spPr>
          <a:xfrm>
            <a:off x="889950" y="2867650"/>
            <a:ext cx="4360200" cy="10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849" name="Google Shape;849;p28"/>
          <p:cNvSpPr/>
          <p:nvPr/>
        </p:nvSpPr>
        <p:spPr>
          <a:xfrm rot="10800000" flipH="1">
            <a:off x="5897255" y="1912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8"/>
          <p:cNvSpPr/>
          <p:nvPr/>
        </p:nvSpPr>
        <p:spPr>
          <a:xfrm rot="10800000" flipH="1">
            <a:off x="825701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1" name="Google Shape;851;p28"/>
          <p:cNvSpPr/>
          <p:nvPr/>
        </p:nvSpPr>
        <p:spPr>
          <a:xfrm rot="10800000" flipH="1">
            <a:off x="4717834" y="324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2" name="Google Shape;852;p28"/>
          <p:cNvSpPr/>
          <p:nvPr/>
        </p:nvSpPr>
        <p:spPr>
          <a:xfrm rot="10800000" flipH="1">
            <a:off x="5897255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3" name="Google Shape;853;p28"/>
          <p:cNvSpPr/>
          <p:nvPr/>
        </p:nvSpPr>
        <p:spPr>
          <a:xfrm rot="10800000" flipH="1">
            <a:off x="7076686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8"/>
          <p:cNvSpPr/>
          <p:nvPr/>
        </p:nvSpPr>
        <p:spPr>
          <a:xfrm rot="10800000" flipH="1">
            <a:off x="8257017" y="120692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8"/>
          <p:cNvSpPr/>
          <p:nvPr/>
        </p:nvSpPr>
        <p:spPr>
          <a:xfrm rot="10800000" flipH="1">
            <a:off x="7666240" y="120833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6" name="Google Shape;856;p28"/>
          <p:cNvSpPr/>
          <p:nvPr/>
        </p:nvSpPr>
        <p:spPr>
          <a:xfrm rot="10800000" flipH="1">
            <a:off x="884677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7" name="Google Shape;857;p28"/>
          <p:cNvSpPr/>
          <p:nvPr/>
        </p:nvSpPr>
        <p:spPr>
          <a:xfrm rot="10800000" flipH="1">
            <a:off x="8846774" y="180952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28"/>
          <p:cNvSpPr/>
          <p:nvPr/>
        </p:nvSpPr>
        <p:spPr>
          <a:xfrm rot="10800000" flipH="1">
            <a:off x="5308000" y="3622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9" name="Google Shape;859;p28"/>
          <p:cNvSpPr/>
          <p:nvPr/>
        </p:nvSpPr>
        <p:spPr>
          <a:xfrm rot="10800000" flipH="1">
            <a:off x="6486964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p28"/>
          <p:cNvSpPr/>
          <p:nvPr/>
        </p:nvSpPr>
        <p:spPr>
          <a:xfrm rot="10800000" flipH="1">
            <a:off x="707668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28"/>
          <p:cNvSpPr/>
          <p:nvPr/>
        </p:nvSpPr>
        <p:spPr>
          <a:xfrm rot="10800000" flipH="1">
            <a:off x="7667320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28"/>
          <p:cNvSpPr/>
          <p:nvPr/>
        </p:nvSpPr>
        <p:spPr>
          <a:xfrm rot="10800000" flipH="1">
            <a:off x="766639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8"/>
          <p:cNvSpPr/>
          <p:nvPr/>
        </p:nvSpPr>
        <p:spPr>
          <a:xfrm rot="10800000" flipH="1">
            <a:off x="825704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8"/>
          <p:cNvSpPr/>
          <p:nvPr/>
        </p:nvSpPr>
        <p:spPr>
          <a:xfrm rot="10800000" flipH="1">
            <a:off x="884858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p28"/>
          <p:cNvSpPr/>
          <p:nvPr/>
        </p:nvSpPr>
        <p:spPr>
          <a:xfrm rot="10800000" flipH="1">
            <a:off x="8847780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6" name="Google Shape;866;p28"/>
          <p:cNvSpPr/>
          <p:nvPr/>
        </p:nvSpPr>
        <p:spPr>
          <a:xfrm rot="10800000" flipH="1">
            <a:off x="5897247" y="120714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28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28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9" name="Google Shape;869;p28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8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p28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2" name="Google Shape;872;p28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8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4" name="Google Shape;874;p28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p28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8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8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8"/>
          <p:cNvSpPr/>
          <p:nvPr/>
        </p:nvSpPr>
        <p:spPr>
          <a:xfrm>
            <a:off x="4717884" y="484376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03">
  <p:cSld name="ONE_COLUMN_TEXT_3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29"/>
          <p:cNvSpPr txBox="1">
            <a:spLocks noGrp="1"/>
          </p:cNvSpPr>
          <p:nvPr>
            <p:ph type="title"/>
          </p:nvPr>
        </p:nvSpPr>
        <p:spPr>
          <a:xfrm>
            <a:off x="3661425" y="1814600"/>
            <a:ext cx="4837800" cy="12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81" name="Google Shape;881;p29"/>
          <p:cNvSpPr txBox="1">
            <a:spLocks noGrp="1"/>
          </p:cNvSpPr>
          <p:nvPr>
            <p:ph type="subTitle" idx="1"/>
          </p:nvPr>
        </p:nvSpPr>
        <p:spPr>
          <a:xfrm>
            <a:off x="3744175" y="3094250"/>
            <a:ext cx="4755000" cy="40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9"/>
          <p:cNvSpPr/>
          <p:nvPr/>
        </p:nvSpPr>
        <p:spPr>
          <a:xfrm>
            <a:off x="25238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9"/>
          <p:cNvSpPr/>
          <p:nvPr/>
        </p:nvSpPr>
        <p:spPr>
          <a:xfrm>
            <a:off x="31135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29"/>
          <p:cNvSpPr/>
          <p:nvPr/>
        </p:nvSpPr>
        <p:spPr>
          <a:xfrm>
            <a:off x="37032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5" name="Google Shape;885;p29"/>
          <p:cNvSpPr/>
          <p:nvPr/>
        </p:nvSpPr>
        <p:spPr>
          <a:xfrm>
            <a:off x="25238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29"/>
          <p:cNvSpPr/>
          <p:nvPr/>
        </p:nvSpPr>
        <p:spPr>
          <a:xfrm>
            <a:off x="31144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29"/>
          <p:cNvSpPr/>
          <p:nvPr/>
        </p:nvSpPr>
        <p:spPr>
          <a:xfrm>
            <a:off x="31144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29"/>
          <p:cNvSpPr/>
          <p:nvPr/>
        </p:nvSpPr>
        <p:spPr>
          <a:xfrm>
            <a:off x="25243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9" name="Google Shape;889;p29"/>
          <p:cNvSpPr/>
          <p:nvPr/>
        </p:nvSpPr>
        <p:spPr>
          <a:xfrm>
            <a:off x="31145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29"/>
          <p:cNvSpPr/>
          <p:nvPr/>
        </p:nvSpPr>
        <p:spPr>
          <a:xfrm>
            <a:off x="37043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29"/>
          <p:cNvSpPr/>
          <p:nvPr/>
        </p:nvSpPr>
        <p:spPr>
          <a:xfrm rot="10800000">
            <a:off x="31164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9"/>
          <p:cNvSpPr/>
          <p:nvPr/>
        </p:nvSpPr>
        <p:spPr>
          <a:xfrm rot="10800000">
            <a:off x="31140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29"/>
          <p:cNvSpPr/>
          <p:nvPr/>
        </p:nvSpPr>
        <p:spPr>
          <a:xfrm rot="10800000">
            <a:off x="37056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29"/>
          <p:cNvSpPr/>
          <p:nvPr/>
        </p:nvSpPr>
        <p:spPr>
          <a:xfrm rot="10800000">
            <a:off x="31163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29"/>
          <p:cNvSpPr/>
          <p:nvPr/>
        </p:nvSpPr>
        <p:spPr>
          <a:xfrm rot="10800000">
            <a:off x="37055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29"/>
          <p:cNvSpPr/>
          <p:nvPr/>
        </p:nvSpPr>
        <p:spPr>
          <a:xfrm rot="10800000">
            <a:off x="31162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29"/>
          <p:cNvSpPr/>
          <p:nvPr/>
        </p:nvSpPr>
        <p:spPr>
          <a:xfrm rot="10800000">
            <a:off x="25259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9"/>
          <p:cNvSpPr/>
          <p:nvPr/>
        </p:nvSpPr>
        <p:spPr>
          <a:xfrm rot="10800000">
            <a:off x="37055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29"/>
          <p:cNvSpPr/>
          <p:nvPr/>
        </p:nvSpPr>
        <p:spPr>
          <a:xfrm rot="10800000">
            <a:off x="31162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29"/>
          <p:cNvSpPr/>
          <p:nvPr/>
        </p:nvSpPr>
        <p:spPr>
          <a:xfrm rot="10800000">
            <a:off x="25265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UrRkuC-bFdY7oow1iQU5R7JqS5AAL9kHowZJpUr3f5I/cop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UrRkuC-bFdY7oow1iQU5R7JqS5AAL9kHowZJpUr3f5I/copy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tanah</a:t>
            </a:r>
            <a:r>
              <a:rPr lang="en-ID" dirty="0"/>
              <a:t> Astoria,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makmur</a:t>
            </a:r>
            <a:r>
              <a:rPr lang="en-ID" dirty="0"/>
              <a:t> yang </a:t>
            </a:r>
            <a:r>
              <a:rPr lang="en-ID" dirty="0" err="1"/>
              <a:t>diberkati</a:t>
            </a:r>
            <a:r>
              <a:rPr lang="en-ID" dirty="0"/>
              <a:t> oleh para </a:t>
            </a:r>
            <a:r>
              <a:rPr lang="en-ID" dirty="0" err="1"/>
              <a:t>dewa</a:t>
            </a:r>
            <a:r>
              <a:rPr lang="en-ID" dirty="0"/>
              <a:t>,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timur</a:t>
            </a:r>
            <a:r>
              <a:rPr lang="en-ID" dirty="0"/>
              <a:t>: Kerajaan </a:t>
            </a:r>
            <a:r>
              <a:rPr lang="en-ID" dirty="0" err="1"/>
              <a:t>Zephiron</a:t>
            </a:r>
            <a:r>
              <a:rPr lang="en-ID" dirty="0"/>
              <a:t> yang </a:t>
            </a:r>
            <a:r>
              <a:rPr lang="en-ID" dirty="0" err="1"/>
              <a:t>haus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darah</a:t>
            </a:r>
            <a:r>
              <a:rPr lang="en-ID" dirty="0"/>
              <a:t> dan </a:t>
            </a:r>
            <a:r>
              <a:rPr lang="en-ID" dirty="0" err="1"/>
              <a:t>kekuasaan</a:t>
            </a:r>
            <a:r>
              <a:rPr lang="en-ID" dirty="0"/>
              <a:t>. King Bob dan </a:t>
            </a:r>
            <a:r>
              <a:rPr lang="en-ID" dirty="0" err="1"/>
              <a:t>putranya</a:t>
            </a:r>
            <a:r>
              <a:rPr lang="en-ID" dirty="0"/>
              <a:t>, King Bob Jr.,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ekspansi</a:t>
            </a:r>
            <a:r>
              <a:rPr lang="en-ID" dirty="0"/>
              <a:t> brutal, </a:t>
            </a:r>
            <a:r>
              <a:rPr lang="en-ID" dirty="0" err="1"/>
              <a:t>menghancurkan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demi </a:t>
            </a:r>
            <a:r>
              <a:rPr lang="en-ID" dirty="0" err="1"/>
              <a:t>kerajaan</a:t>
            </a:r>
            <a:r>
              <a:rPr lang="en-ID" dirty="0"/>
              <a:t>, </a:t>
            </a:r>
            <a:r>
              <a:rPr lang="en-ID" dirty="0" err="1"/>
              <a:t>termasuk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air para mercenary. Di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tentara</a:t>
            </a:r>
            <a:r>
              <a:rPr lang="en-ID" dirty="0"/>
              <a:t> </a:t>
            </a:r>
            <a:r>
              <a:rPr lang="en-ID" dirty="0" err="1"/>
              <a:t>bayaran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bersatu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 dan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penjajahan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Warrior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mantan</a:t>
            </a:r>
            <a:r>
              <a:rPr lang="en-ID" dirty="0"/>
              <a:t> </a:t>
            </a:r>
            <a:r>
              <a:rPr lang="en-ID" dirty="0" err="1"/>
              <a:t>kapten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 yang </a:t>
            </a:r>
            <a:r>
              <a:rPr lang="en-ID" dirty="0" err="1"/>
              <a:t>dihancurkan</a:t>
            </a:r>
            <a:r>
              <a:rPr lang="en-ID" dirty="0"/>
              <a:t> oleh </a:t>
            </a:r>
            <a:r>
              <a:rPr lang="en-ID" dirty="0" err="1"/>
              <a:t>Zephiron</a:t>
            </a:r>
            <a:r>
              <a:rPr lang="en-ID" dirty="0"/>
              <a:t>.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  <a:r>
              <a:rPr lang="en-ID" dirty="0" err="1"/>
              <a:t>airnya</a:t>
            </a:r>
            <a:r>
              <a:rPr lang="en-ID" dirty="0"/>
              <a:t> </a:t>
            </a:r>
            <a:r>
              <a:rPr lang="en-ID" dirty="0" err="1"/>
              <a:t>terbakar</a:t>
            </a:r>
            <a:r>
              <a:rPr lang="en-ID" dirty="0"/>
              <a:t> dan </a:t>
            </a:r>
            <a:r>
              <a:rPr lang="en-ID" dirty="0" err="1"/>
              <a:t>rajanya</a:t>
            </a:r>
            <a:r>
              <a:rPr lang="en-ID" dirty="0"/>
              <a:t> </a:t>
            </a:r>
            <a:r>
              <a:rPr lang="en-ID" dirty="0" err="1"/>
              <a:t>terbunuh</a:t>
            </a:r>
            <a:r>
              <a:rPr lang="en-ID" dirty="0"/>
              <a:t>, Richard </a:t>
            </a:r>
            <a:r>
              <a:rPr lang="en-ID" dirty="0" err="1"/>
              <a:t>bersumpah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. Kini,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mercenary yang </a:t>
            </a:r>
            <a:r>
              <a:rPr lang="en-ID" dirty="0" err="1"/>
              <a:t>berjuang</a:t>
            </a:r>
            <a:r>
              <a:rPr lang="en-ID" dirty="0"/>
              <a:t> </a:t>
            </a:r>
            <a:r>
              <a:rPr lang="en-ID" dirty="0" err="1"/>
              <a:t>melawan</a:t>
            </a:r>
            <a:r>
              <a:rPr lang="en-ID" dirty="0"/>
              <a:t> </a:t>
            </a:r>
            <a:r>
              <a:rPr lang="en-ID" dirty="0" err="1"/>
              <a:t>tirani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segala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yang </a:t>
            </a:r>
            <a:r>
              <a:rPr lang="en-ID" dirty="0" err="1"/>
              <a:t>diperlukan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6D482EF7-EE01-106E-3DA0-BA22CF4B0793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01BE692-F629-8F76-6F76-B2D0EB356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61" y="3276783"/>
            <a:ext cx="1308227" cy="153158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B7B59D5-F49E-1D73-BA46-A781B60367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65" t="2665" r="1" b="1"/>
          <a:stretch/>
        </p:blipFill>
        <p:spPr>
          <a:xfrm>
            <a:off x="170985" y="3276783"/>
            <a:ext cx="1609610" cy="16096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D9FD826E-0F90-AC00-5045-B31A5149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59FD592-AEDE-CB13-1C18-682669EEFB9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F2E51140-63E7-9796-5297-92C1A7826524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02896BC-419A-6B35-98F0-0A2FD1D8C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D0A3BAAE-F2B1-D870-A89E-8900291C34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prajurit</a:t>
            </a:r>
            <a:r>
              <a:rPr lang="en-ID" dirty="0"/>
              <a:t> </a:t>
            </a:r>
            <a:r>
              <a:rPr lang="en-ID" dirty="0" err="1"/>
              <a:t>bayaran</a:t>
            </a:r>
            <a:r>
              <a:rPr lang="en-ID" dirty="0"/>
              <a:t> yang </a:t>
            </a:r>
            <a:r>
              <a:rPr lang="en-ID" dirty="0" err="1"/>
              <a:t>dulunya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</a:t>
            </a:r>
            <a:r>
              <a:rPr lang="en-ID" dirty="0" err="1"/>
              <a:t>Eldoria</a:t>
            </a:r>
            <a:r>
              <a:rPr lang="en-ID" dirty="0"/>
              <a:t>, </a:t>
            </a:r>
            <a:r>
              <a:rPr lang="en-ID" dirty="0" err="1"/>
              <a:t>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. Saat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menyerang</a:t>
            </a:r>
            <a:r>
              <a:rPr lang="en-ID" dirty="0"/>
              <a:t> dan </a:t>
            </a:r>
            <a:r>
              <a:rPr lang="en-ID" dirty="0" err="1"/>
              <a:t>membakar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</a:t>
            </a:r>
            <a:r>
              <a:rPr lang="en-ID" dirty="0" err="1"/>
              <a:t>suci</a:t>
            </a:r>
            <a:r>
              <a:rPr lang="en-ID" dirty="0"/>
              <a:t>, Reynald </a:t>
            </a:r>
            <a:r>
              <a:rPr lang="en-ID" dirty="0" err="1"/>
              <a:t>kehilangan</a:t>
            </a:r>
            <a:r>
              <a:rPr lang="en-ID" dirty="0"/>
              <a:t> </a:t>
            </a:r>
            <a:r>
              <a:rPr lang="en-ID" dirty="0" err="1"/>
              <a:t>segalanya</a:t>
            </a:r>
            <a:r>
              <a:rPr lang="en-ID" dirty="0"/>
              <a:t>, </a:t>
            </a:r>
            <a:r>
              <a:rPr lang="en-ID" dirty="0" err="1"/>
              <a:t>termasuk</a:t>
            </a:r>
            <a:r>
              <a:rPr lang="en-ID" dirty="0"/>
              <a:t> </a:t>
            </a:r>
            <a:r>
              <a:rPr lang="en-ID" dirty="0" err="1"/>
              <a:t>keluarganya</a:t>
            </a:r>
            <a:r>
              <a:rPr lang="en-ID" dirty="0"/>
              <a:t>. Kini,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bertempur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juga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memastikan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lain yang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nasib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ED002E9-BD29-FB71-20EA-8AD770184692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0F40C-CC8E-CE1C-D93D-DD876635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30" y="3178390"/>
            <a:ext cx="1710697" cy="17106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DECAE1-DBF0-E289-753A-CB7DADA69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630" y="3178389"/>
            <a:ext cx="1710697" cy="171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8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AA30CC60-6CA3-C894-FBEC-25ADB326B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F72D30DA-0C33-747C-85CA-0704705A258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F22E464-F4B0-D46D-4266-F2686A137BE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2B9510D8-0C74-B3CD-133E-85C97DFF3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0E89FF6-C130-BC3E-0D37-CCEAD31199FE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mantan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istana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 yang lolos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menyaksikan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membantai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 </a:t>
            </a:r>
            <a:r>
              <a:rPr lang="en-ID" dirty="0" err="1"/>
              <a:t>Sejak</a:t>
            </a:r>
            <a:r>
              <a:rPr lang="en-ID" dirty="0"/>
              <a:t>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mengabdikan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segala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menjatuhkan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, </a:t>
            </a:r>
            <a:r>
              <a:rPr lang="en-ID" dirty="0" err="1"/>
              <a:t>bahkan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berarti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A742CA1-3D89-A02C-BFB4-D880A79D49A8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1F1E79-08FD-172C-6B9E-A16C317F2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710" y="3164850"/>
            <a:ext cx="1781955" cy="1819872"/>
          </a:xfrm>
          <a:prstGeom prst="rect">
            <a:avLst/>
          </a:prstGeom>
        </p:spPr>
      </p:pic>
      <p:pic>
        <p:nvPicPr>
          <p:cNvPr id="7" name="Picture 2" descr="SHADOW WIZARD MONEY GANG : r/PixelArt">
            <a:extLst>
              <a:ext uri="{FF2B5EF4-FFF2-40B4-BE49-F238E27FC236}">
                <a16:creationId xmlns:a16="http://schemas.microsoft.com/office/drawing/2014/main" id="{955EC705-CBFB-A593-C2C3-171A3D0E9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11" y="3164851"/>
            <a:ext cx="1819872" cy="181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6748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45"/>
          <p:cNvSpPr/>
          <p:nvPr/>
        </p:nvSpPr>
        <p:spPr>
          <a:xfrm rot="10800000" flipH="1">
            <a:off x="1178750" y="2505678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225636" y="1743730"/>
            <a:ext cx="6200889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sv-SE" dirty="0"/>
              <a:t>Menyusup ke desa pertama yang dikuasai pasukan Zephiron dan mendapatkan informasi tentang rencana King Bob. Setelah mengalahkan pemimpin pasukan penjajah, desa dibebaskan dan para mercenary mendapatkan petunjuk menuju daerah berikutnya.</a:t>
            </a:r>
            <a:endParaRPr lang="en-US" dirty="0"/>
          </a:p>
        </p:txBody>
      </p:sp>
      <p:sp>
        <p:nvSpPr>
          <p:cNvPr id="1182" name="Google Shape;1182;p45"/>
          <p:cNvSpPr txBox="1">
            <a:spLocks noGrp="1"/>
          </p:cNvSpPr>
          <p:nvPr>
            <p:ph type="subTitle" idx="3"/>
          </p:nvPr>
        </p:nvSpPr>
        <p:spPr>
          <a:xfrm>
            <a:off x="2225636" y="2911418"/>
            <a:ext cx="6044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Mencari</a:t>
            </a:r>
            <a:r>
              <a:rPr lang="en-ID" dirty="0"/>
              <a:t> </a:t>
            </a:r>
            <a:r>
              <a:rPr lang="en-ID" dirty="0" err="1"/>
              <a:t>sekutu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suku</a:t>
            </a:r>
            <a:r>
              <a:rPr lang="en-ID" dirty="0"/>
              <a:t> elf yang </a:t>
            </a:r>
            <a:r>
              <a:rPr lang="en-ID" dirty="0" err="1"/>
              <a:t>masih</a:t>
            </a:r>
            <a:r>
              <a:rPr lang="en-ID" dirty="0"/>
              <a:t> </a:t>
            </a:r>
            <a:r>
              <a:rPr lang="en-ID" dirty="0" err="1"/>
              <a:t>bertahan</a:t>
            </a:r>
            <a:r>
              <a:rPr lang="en-ID" dirty="0"/>
              <a:t>.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</a:t>
            </a:r>
            <a:r>
              <a:rPr lang="en-ID" dirty="0" err="1"/>
              <a:t>komandan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, </a:t>
            </a:r>
            <a:r>
              <a:rPr lang="en-ID" dirty="0" err="1"/>
              <a:t>suku</a:t>
            </a:r>
            <a:r>
              <a:rPr lang="en-ID" dirty="0"/>
              <a:t> elf </a:t>
            </a:r>
            <a:r>
              <a:rPr lang="en-ID" dirty="0" err="1"/>
              <a:t>bersedia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dan </a:t>
            </a:r>
            <a:r>
              <a:rPr lang="en-ID" dirty="0" err="1"/>
              <a:t>memberikan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persembunyian</a:t>
            </a:r>
            <a:r>
              <a:rPr lang="en-ID" dirty="0"/>
              <a:t> </a:t>
            </a:r>
            <a:r>
              <a:rPr lang="en-ID" dirty="0" err="1"/>
              <a:t>jenderal</a:t>
            </a:r>
            <a:r>
              <a:rPr lang="en-ID" dirty="0"/>
              <a:t> </a:t>
            </a:r>
            <a:r>
              <a:rPr lang="en-ID" dirty="0" err="1"/>
              <a:t>perang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Grassland</a:t>
            </a:r>
          </a:p>
        </p:txBody>
      </p:sp>
      <p:sp>
        <p:nvSpPr>
          <p:cNvPr id="1185" name="Google Shape;1185;p45"/>
          <p:cNvSpPr txBox="1">
            <a:spLocks noGrp="1"/>
          </p:cNvSpPr>
          <p:nvPr>
            <p:ph type="title" idx="2"/>
          </p:nvPr>
        </p:nvSpPr>
        <p:spPr>
          <a:xfrm>
            <a:off x="2225637" y="2459318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Forest</a:t>
            </a:r>
            <a:endParaRPr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C70070F2-1F06-CA10-D8D2-F6476E885B2D}"/>
              </a:ext>
            </a:extLst>
          </p:cNvPr>
          <p:cNvSpPr/>
          <p:nvPr/>
        </p:nvSpPr>
        <p:spPr>
          <a:xfrm rot="10800000" flipH="1">
            <a:off x="1178750" y="3636412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82;p45">
            <a:extLst>
              <a:ext uri="{FF2B5EF4-FFF2-40B4-BE49-F238E27FC236}">
                <a16:creationId xmlns:a16="http://schemas.microsoft.com/office/drawing/2014/main" id="{070E2A49-F868-A64D-0589-7E884AD0B9F2}"/>
              </a:ext>
            </a:extLst>
          </p:cNvPr>
          <p:cNvSpPr txBox="1">
            <a:spLocks/>
          </p:cNvSpPr>
          <p:nvPr/>
        </p:nvSpPr>
        <p:spPr>
          <a:xfrm>
            <a:off x="2225636" y="4042152"/>
            <a:ext cx="5943003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 err="1"/>
              <a:t>Menghancurkan</a:t>
            </a:r>
            <a:r>
              <a:rPr lang="en-US" dirty="0"/>
              <a:t> armada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mereka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mengirim</a:t>
            </a:r>
            <a:r>
              <a:rPr lang="en-US" dirty="0"/>
              <a:t> </a:t>
            </a:r>
            <a:r>
              <a:rPr lang="en-US" dirty="0" err="1"/>
              <a:t>bala</a:t>
            </a:r>
            <a:r>
              <a:rPr lang="en-US" dirty="0"/>
              <a:t> </a:t>
            </a:r>
            <a:r>
              <a:rPr lang="en-US" dirty="0" err="1"/>
              <a:t>bantuan</a:t>
            </a:r>
            <a:r>
              <a:rPr lang="en-US" dirty="0"/>
              <a:t>.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menghancurkan</a:t>
            </a:r>
            <a:r>
              <a:rPr lang="en-US" dirty="0"/>
              <a:t> </a:t>
            </a:r>
            <a:r>
              <a:rPr lang="en-US" dirty="0" err="1"/>
              <a:t>kapal</a:t>
            </a:r>
            <a:r>
              <a:rPr lang="en-US" dirty="0"/>
              <a:t> </a:t>
            </a:r>
            <a:r>
              <a:rPr lang="en-US" dirty="0" err="1"/>
              <a:t>perang</a:t>
            </a:r>
            <a:r>
              <a:rPr lang="en-US" dirty="0"/>
              <a:t> </a:t>
            </a:r>
            <a:r>
              <a:rPr lang="en-US" dirty="0" err="1"/>
              <a:t>utama</a:t>
            </a:r>
            <a:r>
              <a:rPr lang="en-US" dirty="0"/>
              <a:t>,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kehilangan</a:t>
            </a:r>
            <a:r>
              <a:rPr lang="en-US" dirty="0"/>
              <a:t> </a:t>
            </a:r>
            <a:r>
              <a:rPr lang="en-US" dirty="0" err="1"/>
              <a:t>jalur</a:t>
            </a:r>
            <a:r>
              <a:rPr lang="en-US" dirty="0"/>
              <a:t> </a:t>
            </a:r>
            <a:r>
              <a:rPr lang="en-US" dirty="0" err="1"/>
              <a:t>suplai</a:t>
            </a:r>
            <a:r>
              <a:rPr lang="en-US" dirty="0"/>
              <a:t> </a:t>
            </a:r>
            <a:r>
              <a:rPr lang="en-US" dirty="0" err="1"/>
              <a:t>mereka</a:t>
            </a:r>
            <a:r>
              <a:rPr lang="en-US" dirty="0"/>
              <a:t> dan </a:t>
            </a:r>
            <a:r>
              <a:rPr lang="en-US" dirty="0" err="1"/>
              <a:t>semakin</a:t>
            </a:r>
            <a:r>
              <a:rPr lang="en-US" dirty="0"/>
              <a:t> </a:t>
            </a:r>
            <a:r>
              <a:rPr lang="en-US" dirty="0" err="1"/>
              <a:t>terpojok</a:t>
            </a:r>
            <a:r>
              <a:rPr lang="en-US" dirty="0"/>
              <a:t>.</a:t>
            </a:r>
          </a:p>
        </p:txBody>
      </p:sp>
      <p:sp>
        <p:nvSpPr>
          <p:cNvPr id="7" name="Google Shape;1185;p45">
            <a:extLst>
              <a:ext uri="{FF2B5EF4-FFF2-40B4-BE49-F238E27FC236}">
                <a16:creationId xmlns:a16="http://schemas.microsoft.com/office/drawing/2014/main" id="{857964AC-DB47-D42C-4B72-E6D75C815028}"/>
              </a:ext>
            </a:extLst>
          </p:cNvPr>
          <p:cNvSpPr txBox="1">
            <a:spLocks/>
          </p:cNvSpPr>
          <p:nvPr/>
        </p:nvSpPr>
        <p:spPr>
          <a:xfrm>
            <a:off x="2225637" y="3590052"/>
            <a:ext cx="26934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15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ID" dirty="0"/>
              <a:t>Coastal</a:t>
            </a:r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ixel art | &quot;trees&quot; [100x100 pixel] by stls">
            <a:extLst>
              <a:ext uri="{FF2B5EF4-FFF2-40B4-BE49-F238E27FC236}">
                <a16:creationId xmlns:a16="http://schemas.microsoft.com/office/drawing/2014/main" id="{ABAF225F-1DD2-2B90-A281-E5A3889E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2514859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ixel art | &quot;Beach Background - Terraria&quot; [100x100 pixel] by Ematio">
            <a:extLst>
              <a:ext uri="{FF2B5EF4-FFF2-40B4-BE49-F238E27FC236}">
                <a16:creationId xmlns:a16="http://schemas.microsoft.com/office/drawing/2014/main" id="{A556AE99-F1A8-F3A5-08B1-D22C859EF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3643806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45">
            <a:extLst>
              <a:ext uri="{FF2B5EF4-FFF2-40B4-BE49-F238E27FC236}">
                <a16:creationId xmlns:a16="http://schemas.microsoft.com/office/drawing/2014/main" id="{D39AE182-704E-0326-1B08-2CB72B2D7C29}"/>
              </a:ext>
            </a:extLst>
          </p:cNvPr>
          <p:cNvSpPr/>
          <p:nvPr/>
        </p:nvSpPr>
        <p:spPr>
          <a:xfrm rot="10800000" flipH="1">
            <a:off x="1178750" y="2505678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6" y="174373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kuno</a:t>
            </a:r>
            <a:r>
              <a:rPr lang="en-ID" dirty="0"/>
              <a:t> yang </a:t>
            </a:r>
            <a:r>
              <a:rPr lang="en-ID" dirty="0" err="1"/>
              <a:t>disegel</a:t>
            </a:r>
            <a:r>
              <a:rPr lang="en-ID" dirty="0"/>
              <a:t> di </a:t>
            </a:r>
            <a:r>
              <a:rPr lang="en-ID" dirty="0" err="1"/>
              <a:t>puncak</a:t>
            </a:r>
            <a:r>
              <a:rPr lang="en-ID" dirty="0"/>
              <a:t> </a:t>
            </a:r>
            <a:r>
              <a:rPr lang="en-ID" dirty="0" err="1"/>
              <a:t>gunung</a:t>
            </a:r>
            <a:r>
              <a:rPr lang="en-ID" dirty="0"/>
              <a:t>.</a:t>
            </a:r>
            <a:r>
              <a:rPr lang="sv-SE" dirty="0"/>
              <a:t> Setelah mengalahkan naga es penjaga kuil, para mercenary mendapatkan senjata legendaris yang dapat menembus pertahanan King Bob Jr.</a:t>
            </a:r>
            <a:endParaRPr dirty="0"/>
          </a:p>
        </p:txBody>
      </p:sp>
      <p:sp>
        <p:nvSpPr>
          <p:cNvPr id="1182" name="Google Shape;1182;p45">
            <a:extLst>
              <a:ext uri="{FF2B5EF4-FFF2-40B4-BE49-F238E27FC236}">
                <a16:creationId xmlns:a16="http://schemas.microsoft.com/office/drawing/2014/main" id="{2A12F7B7-778B-7153-37F6-3B12C76D2A5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2225637" y="2911418"/>
            <a:ext cx="6298602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Menghancurkan</a:t>
            </a:r>
            <a:r>
              <a:rPr lang="en-ID" dirty="0"/>
              <a:t> </a:t>
            </a:r>
            <a:r>
              <a:rPr lang="en-ID" dirty="0" err="1"/>
              <a:t>tambang</a:t>
            </a:r>
            <a:r>
              <a:rPr lang="en-ID" dirty="0"/>
              <a:t> batu </a:t>
            </a:r>
            <a:r>
              <a:rPr lang="en-ID" dirty="0" err="1"/>
              <a:t>sihir</a:t>
            </a:r>
            <a:r>
              <a:rPr lang="en-ID" dirty="0"/>
              <a:t>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memperkuat</a:t>
            </a:r>
            <a:r>
              <a:rPr lang="en-ID" dirty="0"/>
              <a:t> </a:t>
            </a:r>
            <a:r>
              <a:rPr lang="en-ID" dirty="0" err="1"/>
              <a:t>pasukannya</a:t>
            </a:r>
            <a:r>
              <a:rPr lang="en-ID" dirty="0"/>
              <a:t>.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menghancurkan</a:t>
            </a:r>
            <a:r>
              <a:rPr lang="en-ID" dirty="0"/>
              <a:t> inti </a:t>
            </a:r>
            <a:r>
              <a:rPr lang="en-ID" dirty="0" err="1"/>
              <a:t>tambang</a:t>
            </a:r>
            <a:r>
              <a:rPr lang="en-ID" dirty="0"/>
              <a:t>, </a:t>
            </a:r>
            <a:r>
              <a:rPr lang="en-ID" dirty="0" err="1"/>
              <a:t>suplai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terganggu</a:t>
            </a:r>
            <a:r>
              <a:rPr lang="en-ID" dirty="0"/>
              <a:t>, </a:t>
            </a:r>
            <a:r>
              <a:rPr lang="en-ID" dirty="0" err="1"/>
              <a:t>melemahkan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mereka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Snow Mountain</a:t>
            </a:r>
          </a:p>
        </p:txBody>
      </p:sp>
      <p:sp>
        <p:nvSpPr>
          <p:cNvPr id="1185" name="Google Shape;1185;p45">
            <a:extLst>
              <a:ext uri="{FF2B5EF4-FFF2-40B4-BE49-F238E27FC236}">
                <a16:creationId xmlns:a16="http://schemas.microsoft.com/office/drawing/2014/main" id="{A679BD4C-890A-5B85-3E87-51D093CF0A5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25637" y="2459318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Cave</a:t>
            </a:r>
            <a:endParaRPr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85DAB749-EF46-2420-8B0F-E44AB84CC959}"/>
              </a:ext>
            </a:extLst>
          </p:cNvPr>
          <p:cNvSpPr/>
          <p:nvPr/>
        </p:nvSpPr>
        <p:spPr>
          <a:xfrm rot="10800000" flipH="1">
            <a:off x="1178750" y="3636412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82;p45">
            <a:extLst>
              <a:ext uri="{FF2B5EF4-FFF2-40B4-BE49-F238E27FC236}">
                <a16:creationId xmlns:a16="http://schemas.microsoft.com/office/drawing/2014/main" id="{31F1BC1F-7688-F784-EAEA-600A1B0F6C55}"/>
              </a:ext>
            </a:extLst>
          </p:cNvPr>
          <p:cNvSpPr txBox="1">
            <a:spLocks/>
          </p:cNvSpPr>
          <p:nvPr/>
        </p:nvSpPr>
        <p:spPr>
          <a:xfrm>
            <a:off x="2225636" y="4042152"/>
            <a:ext cx="6105563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 err="1"/>
              <a:t>Menyerang</a:t>
            </a:r>
            <a:r>
              <a:rPr lang="en-US" dirty="0"/>
              <a:t> </a:t>
            </a:r>
            <a:r>
              <a:rPr lang="en-US" dirty="0" err="1"/>
              <a:t>benteng</a:t>
            </a:r>
            <a:r>
              <a:rPr lang="en-US" dirty="0"/>
              <a:t> </a:t>
            </a:r>
            <a:r>
              <a:rPr lang="en-US" dirty="0" err="1"/>
              <a:t>terakhir</a:t>
            </a:r>
            <a:r>
              <a:rPr lang="en-US" dirty="0"/>
              <a:t> King Bob Jr.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menghadapi</a:t>
            </a:r>
            <a:r>
              <a:rPr lang="en-US" dirty="0"/>
              <a:t> King Bob.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pertarungan</a:t>
            </a:r>
            <a:r>
              <a:rPr lang="en-US" dirty="0"/>
              <a:t> </a:t>
            </a:r>
            <a:r>
              <a:rPr lang="en-US" dirty="0" err="1"/>
              <a:t>sengit</a:t>
            </a:r>
            <a:r>
              <a:rPr lang="en-US" dirty="0"/>
              <a:t> </a:t>
            </a:r>
            <a:r>
              <a:rPr lang="en-US" dirty="0" err="1"/>
              <a:t>melawan</a:t>
            </a:r>
            <a:r>
              <a:rPr lang="en-US" dirty="0"/>
              <a:t> King Bob Jr., </a:t>
            </a:r>
            <a:r>
              <a:rPr lang="en-US" dirty="0" err="1"/>
              <a:t>benteng</a:t>
            </a:r>
            <a:r>
              <a:rPr lang="en-US" dirty="0"/>
              <a:t> </a:t>
            </a:r>
            <a:r>
              <a:rPr lang="en-US" dirty="0" err="1"/>
              <a:t>utama</a:t>
            </a:r>
            <a:r>
              <a:rPr lang="en-US" dirty="0"/>
              <a:t>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jatuh</a:t>
            </a:r>
            <a:r>
              <a:rPr lang="en-US" dirty="0"/>
              <a:t>,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kastil</a:t>
            </a:r>
            <a:r>
              <a:rPr lang="en-US" dirty="0"/>
              <a:t> </a:t>
            </a:r>
            <a:r>
              <a:rPr lang="en-US" dirty="0" err="1"/>
              <a:t>terakhir</a:t>
            </a:r>
            <a:r>
              <a:rPr lang="en-US" dirty="0"/>
              <a:t> </a:t>
            </a:r>
            <a:r>
              <a:rPr lang="en-US" dirty="0" err="1"/>
              <a:t>tempat</a:t>
            </a:r>
            <a:r>
              <a:rPr lang="en-US" dirty="0"/>
              <a:t> King Bob </a:t>
            </a:r>
            <a:r>
              <a:rPr lang="en-US" dirty="0" err="1"/>
              <a:t>bersembunyi</a:t>
            </a:r>
            <a:r>
              <a:rPr lang="en-US" dirty="0"/>
              <a:t>.</a:t>
            </a:r>
          </a:p>
        </p:txBody>
      </p:sp>
      <p:sp>
        <p:nvSpPr>
          <p:cNvPr id="7" name="Google Shape;1185;p45">
            <a:extLst>
              <a:ext uri="{FF2B5EF4-FFF2-40B4-BE49-F238E27FC236}">
                <a16:creationId xmlns:a16="http://schemas.microsoft.com/office/drawing/2014/main" id="{58638161-A471-F3BC-D3E6-F26DC7267ECC}"/>
              </a:ext>
            </a:extLst>
          </p:cNvPr>
          <p:cNvSpPr txBox="1">
            <a:spLocks/>
          </p:cNvSpPr>
          <p:nvPr/>
        </p:nvSpPr>
        <p:spPr>
          <a:xfrm>
            <a:off x="2225637" y="3590052"/>
            <a:ext cx="26934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15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ID" dirty="0"/>
              <a:t>Desert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E09EFC-CCB6-BA37-C037-FF76FA834A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DAB939-4C85-836D-0547-7C59C4F8D3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623" r="10385"/>
          <a:stretch/>
        </p:blipFill>
        <p:spPr>
          <a:xfrm>
            <a:off x="1173662" y="3639994"/>
            <a:ext cx="884872" cy="901101"/>
          </a:xfrm>
          <a:prstGeom prst="rect">
            <a:avLst/>
          </a:prstGeom>
        </p:spPr>
      </p:pic>
      <p:pic>
        <p:nvPicPr>
          <p:cNvPr id="6146" name="Picture 2" descr="Top free game assets tagged cave - Page 2 - itch.io">
            <a:extLst>
              <a:ext uri="{FF2B5EF4-FFF2-40B4-BE49-F238E27FC236}">
                <a16:creationId xmlns:a16="http://schemas.microsoft.com/office/drawing/2014/main" id="{80B9321E-B47A-3971-1B2F-5BAF8B5A8F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3663" y="248109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“This is a quote, words full of wisdom that someone important said and can make the reader get inspired.”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and the smallest one in the Solar System—it’s a bit larger than the Moon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COMPANY</a:t>
            </a:r>
            <a:endParaRPr/>
          </a:p>
        </p:txBody>
      </p:sp>
      <p:sp>
        <p:nvSpPr>
          <p:cNvPr id="1006" name="Google Shape;1006;p38"/>
          <p:cNvSpPr txBox="1">
            <a:spLocks noGrp="1"/>
          </p:cNvSpPr>
          <p:nvPr>
            <p:ph type="title"/>
          </p:nvPr>
        </p:nvSpPr>
        <p:spPr>
          <a:xfrm>
            <a:off x="5674825" y="2496925"/>
            <a:ext cx="2159100" cy="38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none">
                <a:solidFill>
                  <a:schemeClr val="lt1"/>
                </a:solidFill>
                <a:latin typeface="Maven Pro SemiBold"/>
                <a:ea typeface="Maven Pro SemiBold"/>
                <a:cs typeface="Maven Pro SemiBold"/>
                <a:sym typeface="Maven Pro SemiBold"/>
              </a:rPr>
              <a:t>COMPANY LOGO</a:t>
            </a:r>
            <a:endParaRPr sz="1800" u="none">
              <a:solidFill>
                <a:schemeClr val="lt1"/>
              </a:solidFill>
              <a:latin typeface="Maven Pro SemiBold"/>
              <a:ea typeface="Maven Pro SemiBold"/>
              <a:cs typeface="Maven Pro SemiBold"/>
              <a:sym typeface="Maven Pro SemiBold"/>
            </a:endParaRPr>
          </a:p>
        </p:txBody>
      </p:sp>
      <p:sp>
        <p:nvSpPr>
          <p:cNvPr id="1007" name="Google Shape;1007;p38"/>
          <p:cNvSpPr txBox="1">
            <a:spLocks noGrp="1"/>
          </p:cNvSpPr>
          <p:nvPr>
            <p:ph type="title"/>
          </p:nvPr>
        </p:nvSpPr>
        <p:spPr>
          <a:xfrm>
            <a:off x="5674825" y="2845200"/>
            <a:ext cx="2159100" cy="38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none">
                <a:solidFill>
                  <a:schemeClr val="lt1"/>
                </a:solidFill>
                <a:latin typeface="Maven Pro SemiBold"/>
                <a:ea typeface="Maven Pro SemiBold"/>
                <a:cs typeface="Maven Pro SemiBold"/>
                <a:sym typeface="Maven Pro SemiBold"/>
              </a:rPr>
              <a:t>Your tagline here</a:t>
            </a:r>
            <a:endParaRPr sz="1200" u="none">
              <a:solidFill>
                <a:schemeClr val="lt1"/>
              </a:solidFill>
              <a:latin typeface="Maven Pro SemiBold"/>
              <a:ea typeface="Maven Pro SemiBold"/>
              <a:cs typeface="Maven Pro SemiBold"/>
              <a:sym typeface="Maven Pro SemiBold"/>
            </a:endParaRPr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Jupiter is a gas giant, the biggest planet in the Solar System and also the fourth-brightest object in the night sky</a:t>
            </a:r>
            <a:endParaRPr/>
          </a:p>
        </p:txBody>
      </p:sp>
      <p:sp>
        <p:nvSpPr>
          <p:cNvPr id="1009" name="Google Shape;1009;p38"/>
          <p:cNvSpPr/>
          <p:nvPr/>
        </p:nvSpPr>
        <p:spPr>
          <a:xfrm>
            <a:off x="6404184" y="1657858"/>
            <a:ext cx="700356" cy="700356"/>
          </a:xfrm>
          <a:custGeom>
            <a:avLst/>
            <a:gdLst/>
            <a:ahLst/>
            <a:cxnLst/>
            <a:rect l="l" t="t" r="r" b="b"/>
            <a:pathLst>
              <a:path w="52967" h="52967" extrusionOk="0">
                <a:moveTo>
                  <a:pt x="9841" y="0"/>
                </a:moveTo>
                <a:lnTo>
                  <a:pt x="0" y="9841"/>
                </a:lnTo>
                <a:lnTo>
                  <a:pt x="16594" y="26435"/>
                </a:lnTo>
                <a:lnTo>
                  <a:pt x="0" y="43030"/>
                </a:lnTo>
                <a:lnTo>
                  <a:pt x="9841" y="52967"/>
                </a:lnTo>
                <a:lnTo>
                  <a:pt x="26435" y="36373"/>
                </a:lnTo>
                <a:lnTo>
                  <a:pt x="43029" y="52967"/>
                </a:lnTo>
                <a:lnTo>
                  <a:pt x="52967" y="43030"/>
                </a:lnTo>
                <a:lnTo>
                  <a:pt x="36372" y="26435"/>
                </a:lnTo>
                <a:lnTo>
                  <a:pt x="52967" y="9841"/>
                </a:lnTo>
                <a:lnTo>
                  <a:pt x="43029" y="0"/>
                </a:lnTo>
                <a:lnTo>
                  <a:pt x="26435" y="16595"/>
                </a:lnTo>
                <a:lnTo>
                  <a:pt x="98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38"/>
          <p:cNvSpPr/>
          <p:nvPr/>
        </p:nvSpPr>
        <p:spPr>
          <a:xfrm>
            <a:off x="7101967" y="1674439"/>
            <a:ext cx="876401" cy="654434"/>
          </a:xfrm>
          <a:custGeom>
            <a:avLst/>
            <a:gdLst/>
            <a:ahLst/>
            <a:cxnLst/>
            <a:rect l="l" t="t" r="r" b="b"/>
            <a:pathLst>
              <a:path w="66281" h="49494" extrusionOk="0">
                <a:moveTo>
                  <a:pt x="33092" y="25181"/>
                </a:moveTo>
                <a:lnTo>
                  <a:pt x="40039" y="35601"/>
                </a:lnTo>
                <a:lnTo>
                  <a:pt x="26146" y="35601"/>
                </a:lnTo>
                <a:lnTo>
                  <a:pt x="33092" y="25181"/>
                </a:lnTo>
                <a:close/>
                <a:moveTo>
                  <a:pt x="33092" y="1"/>
                </a:moveTo>
                <a:lnTo>
                  <a:pt x="1" y="49494"/>
                </a:lnTo>
                <a:lnTo>
                  <a:pt x="66281" y="49494"/>
                </a:lnTo>
                <a:lnTo>
                  <a:pt x="3309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38"/>
          <p:cNvSpPr/>
          <p:nvPr/>
        </p:nvSpPr>
        <p:spPr>
          <a:xfrm>
            <a:off x="5460188" y="1633820"/>
            <a:ext cx="864923" cy="740989"/>
          </a:xfrm>
          <a:custGeom>
            <a:avLst/>
            <a:gdLst/>
            <a:ahLst/>
            <a:cxnLst/>
            <a:rect l="l" t="t" r="r" b="b"/>
            <a:pathLst>
              <a:path w="65413" h="56040" extrusionOk="0">
                <a:moveTo>
                  <a:pt x="37434" y="13975"/>
                </a:moveTo>
                <a:cubicBezTo>
                  <a:pt x="45152" y="13975"/>
                  <a:pt x="51423" y="20246"/>
                  <a:pt x="51423" y="27964"/>
                </a:cubicBezTo>
                <a:cubicBezTo>
                  <a:pt x="51489" y="36469"/>
                  <a:pt x="44545" y="42090"/>
                  <a:pt x="37300" y="42090"/>
                </a:cubicBezTo>
                <a:cubicBezTo>
                  <a:pt x="33861" y="42090"/>
                  <a:pt x="30354" y="40824"/>
                  <a:pt x="27497" y="37998"/>
                </a:cubicBezTo>
                <a:cubicBezTo>
                  <a:pt x="18621" y="29122"/>
                  <a:pt x="24892" y="14071"/>
                  <a:pt x="37434" y="14071"/>
                </a:cubicBezTo>
                <a:lnTo>
                  <a:pt x="37434" y="13975"/>
                </a:lnTo>
                <a:close/>
                <a:moveTo>
                  <a:pt x="37201" y="1"/>
                </a:moveTo>
                <a:cubicBezTo>
                  <a:pt x="30310" y="1"/>
                  <a:pt x="23281" y="2561"/>
                  <a:pt x="17560" y="8282"/>
                </a:cubicBezTo>
                <a:cubicBezTo>
                  <a:pt x="1" y="25938"/>
                  <a:pt x="12447" y="56039"/>
                  <a:pt x="37434" y="56039"/>
                </a:cubicBezTo>
                <a:cubicBezTo>
                  <a:pt x="52871" y="56039"/>
                  <a:pt x="65413" y="43497"/>
                  <a:pt x="65413" y="27964"/>
                </a:cubicBezTo>
                <a:cubicBezTo>
                  <a:pt x="65348" y="11139"/>
                  <a:pt x="51574" y="1"/>
                  <a:pt x="372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2" name="Google Shape;1012;p38"/>
          <p:cNvSpPr/>
          <p:nvPr/>
        </p:nvSpPr>
        <p:spPr>
          <a:xfrm>
            <a:off x="5860745" y="1540438"/>
            <a:ext cx="188817" cy="432468"/>
          </a:xfrm>
          <a:custGeom>
            <a:avLst/>
            <a:gdLst/>
            <a:ahLst/>
            <a:cxnLst/>
            <a:rect l="l" t="t" r="r" b="b"/>
            <a:pathLst>
              <a:path w="14280" h="32707" extrusionOk="0">
                <a:moveTo>
                  <a:pt x="1" y="0"/>
                </a:moveTo>
                <a:lnTo>
                  <a:pt x="1" y="32706"/>
                </a:lnTo>
                <a:lnTo>
                  <a:pt x="14280" y="32706"/>
                </a:lnTo>
                <a:lnTo>
                  <a:pt x="1428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39"/>
          <p:cNvSpPr txBox="1">
            <a:spLocks noGrp="1"/>
          </p:cNvSpPr>
          <p:nvPr>
            <p:ph type="subTitle" idx="3"/>
          </p:nvPr>
        </p:nvSpPr>
        <p:spPr>
          <a:xfrm>
            <a:off x="1057697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Despite being red, Mars is actually a very cold place</a:t>
            </a:r>
            <a:endParaRPr/>
          </a:p>
        </p:txBody>
      </p:sp>
      <p:sp>
        <p:nvSpPr>
          <p:cNvPr id="1018" name="Google Shape;1018;p39"/>
          <p:cNvSpPr txBox="1">
            <a:spLocks noGrp="1"/>
          </p:cNvSpPr>
          <p:nvPr>
            <p:ph type="subTitle" idx="2"/>
          </p:nvPr>
        </p:nvSpPr>
        <p:spPr>
          <a:xfrm>
            <a:off x="3622500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in the Solar System</a:t>
            </a:r>
            <a:endParaRPr/>
          </a:p>
        </p:txBody>
      </p:sp>
      <p:sp>
        <p:nvSpPr>
          <p:cNvPr id="1019" name="Google Shape;1019;p39"/>
          <p:cNvSpPr txBox="1">
            <a:spLocks noGrp="1"/>
          </p:cNvSpPr>
          <p:nvPr>
            <p:ph type="subTitle" idx="1"/>
          </p:nvPr>
        </p:nvSpPr>
        <p:spPr>
          <a:xfrm>
            <a:off x="6187303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020" name="Google Shape;1020;p39"/>
          <p:cNvSpPr txBox="1">
            <a:spLocks noGrp="1"/>
          </p:cNvSpPr>
          <p:nvPr>
            <p:ph type="subTitle" idx="4"/>
          </p:nvPr>
        </p:nvSpPr>
        <p:spPr>
          <a:xfrm>
            <a:off x="1057697" y="294980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1021" name="Google Shape;1021;p39"/>
          <p:cNvSpPr txBox="1">
            <a:spLocks noGrp="1"/>
          </p:cNvSpPr>
          <p:nvPr>
            <p:ph type="subTitle" idx="5"/>
          </p:nvPr>
        </p:nvSpPr>
        <p:spPr>
          <a:xfrm>
            <a:off x="3622500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022" name="Google Shape;1022;p39"/>
          <p:cNvSpPr txBox="1">
            <a:spLocks noGrp="1"/>
          </p:cNvSpPr>
          <p:nvPr>
            <p:ph type="subTitle" idx="6"/>
          </p:nvPr>
        </p:nvSpPr>
        <p:spPr>
          <a:xfrm>
            <a:off x="6187303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023" name="Google Shape;1023;p39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  <p:grpSp>
        <p:nvGrpSpPr>
          <p:cNvPr id="1024" name="Google Shape;1024;p39"/>
          <p:cNvGrpSpPr/>
          <p:nvPr/>
        </p:nvGrpSpPr>
        <p:grpSpPr>
          <a:xfrm>
            <a:off x="1533069" y="1830104"/>
            <a:ext cx="948255" cy="948787"/>
            <a:chOff x="1192250" y="238125"/>
            <a:chExt cx="5215925" cy="5218850"/>
          </a:xfrm>
        </p:grpSpPr>
        <p:sp>
          <p:nvSpPr>
            <p:cNvPr id="1025" name="Google Shape;1025;p39"/>
            <p:cNvSpPr/>
            <p:nvPr/>
          </p:nvSpPr>
          <p:spPr>
            <a:xfrm>
              <a:off x="3146575" y="1031600"/>
              <a:ext cx="3261600" cy="2384750"/>
            </a:xfrm>
            <a:custGeom>
              <a:avLst/>
              <a:gdLst/>
              <a:ahLst/>
              <a:cxnLst/>
              <a:rect l="l" t="t" r="r" b="b"/>
              <a:pathLst>
                <a:path w="130464" h="95390" extrusionOk="0">
                  <a:moveTo>
                    <a:pt x="96441" y="0"/>
                  </a:moveTo>
                  <a:cubicBezTo>
                    <a:pt x="88286" y="0"/>
                    <a:pt x="80392" y="2936"/>
                    <a:pt x="74195" y="8286"/>
                  </a:cubicBezTo>
                  <a:lnTo>
                    <a:pt x="15087" y="59401"/>
                  </a:lnTo>
                  <a:cubicBezTo>
                    <a:pt x="1" y="72402"/>
                    <a:pt x="10919" y="95389"/>
                    <a:pt x="28111" y="95389"/>
                  </a:cubicBezTo>
                  <a:cubicBezTo>
                    <a:pt x="30545" y="95389"/>
                    <a:pt x="33106" y="94928"/>
                    <a:pt x="35736" y="93913"/>
                  </a:cubicBezTo>
                  <a:lnTo>
                    <a:pt x="108674" y="65762"/>
                  </a:lnTo>
                  <a:cubicBezTo>
                    <a:pt x="121722" y="60738"/>
                    <a:pt x="130464" y="47984"/>
                    <a:pt x="130464" y="34023"/>
                  </a:cubicBezTo>
                  <a:cubicBezTo>
                    <a:pt x="130464" y="15266"/>
                    <a:pt x="115198" y="0"/>
                    <a:pt x="964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192250" y="3072775"/>
              <a:ext cx="3260700" cy="2384200"/>
            </a:xfrm>
            <a:custGeom>
              <a:avLst/>
              <a:gdLst/>
              <a:ahLst/>
              <a:cxnLst/>
              <a:rect l="l" t="t" r="r" b="b"/>
              <a:pathLst>
                <a:path w="130428" h="95368" extrusionOk="0">
                  <a:moveTo>
                    <a:pt x="34023" y="1"/>
                  </a:moveTo>
                  <a:cubicBezTo>
                    <a:pt x="15266" y="1"/>
                    <a:pt x="0" y="15267"/>
                    <a:pt x="0" y="34023"/>
                  </a:cubicBezTo>
                  <a:cubicBezTo>
                    <a:pt x="0" y="47984"/>
                    <a:pt x="8742" y="60739"/>
                    <a:pt x="21790" y="65762"/>
                  </a:cubicBezTo>
                  <a:lnTo>
                    <a:pt x="94728" y="93881"/>
                  </a:lnTo>
                  <a:cubicBezTo>
                    <a:pt x="97375" y="94904"/>
                    <a:pt x="99950" y="95368"/>
                    <a:pt x="102395" y="95368"/>
                  </a:cubicBezTo>
                  <a:cubicBezTo>
                    <a:pt x="119598" y="95368"/>
                    <a:pt x="130428" y="72396"/>
                    <a:pt x="115377" y="59401"/>
                  </a:cubicBezTo>
                  <a:lnTo>
                    <a:pt x="56237" y="8286"/>
                  </a:lnTo>
                  <a:cubicBezTo>
                    <a:pt x="50072" y="2936"/>
                    <a:pt x="42178" y="1"/>
                    <a:pt x="340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872375" y="3752900"/>
              <a:ext cx="340075" cy="340900"/>
            </a:xfrm>
            <a:custGeom>
              <a:avLst/>
              <a:gdLst/>
              <a:ahLst/>
              <a:cxnLst/>
              <a:rect l="l" t="t" r="r" b="b"/>
              <a:pathLst>
                <a:path w="13603" h="13636" extrusionOk="0">
                  <a:moveTo>
                    <a:pt x="6818" y="1"/>
                  </a:moveTo>
                  <a:cubicBezTo>
                    <a:pt x="3066" y="1"/>
                    <a:pt x="0" y="3067"/>
                    <a:pt x="0" y="6818"/>
                  </a:cubicBezTo>
                  <a:cubicBezTo>
                    <a:pt x="0" y="10569"/>
                    <a:pt x="3066" y="13636"/>
                    <a:pt x="6818" y="13636"/>
                  </a:cubicBezTo>
                  <a:cubicBezTo>
                    <a:pt x="10569" y="13636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5387975" y="1712525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785" y="1"/>
                  </a:moveTo>
                  <a:cubicBezTo>
                    <a:pt x="3034" y="1"/>
                    <a:pt x="0" y="3034"/>
                    <a:pt x="0" y="6786"/>
                  </a:cubicBezTo>
                  <a:cubicBezTo>
                    <a:pt x="0" y="10537"/>
                    <a:pt x="3034" y="13603"/>
                    <a:pt x="6785" y="13603"/>
                  </a:cubicBezTo>
                  <a:cubicBezTo>
                    <a:pt x="10537" y="13603"/>
                    <a:pt x="13603" y="10537"/>
                    <a:pt x="13603" y="6786"/>
                  </a:cubicBezTo>
                  <a:cubicBezTo>
                    <a:pt x="13603" y="3034"/>
                    <a:pt x="10537" y="1"/>
                    <a:pt x="6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212425" y="238125"/>
              <a:ext cx="1701150" cy="1701150"/>
            </a:xfrm>
            <a:custGeom>
              <a:avLst/>
              <a:gdLst/>
              <a:ahLst/>
              <a:cxnLst/>
              <a:rect l="l" t="t" r="r" b="b"/>
              <a:pathLst>
                <a:path w="68046" h="68046" extrusionOk="0">
                  <a:moveTo>
                    <a:pt x="34023" y="0"/>
                  </a:moveTo>
                  <a:cubicBezTo>
                    <a:pt x="15267" y="0"/>
                    <a:pt x="1" y="15266"/>
                    <a:pt x="1" y="34023"/>
                  </a:cubicBezTo>
                  <a:cubicBezTo>
                    <a:pt x="1" y="52779"/>
                    <a:pt x="15267" y="68045"/>
                    <a:pt x="34023" y="68045"/>
                  </a:cubicBezTo>
                  <a:cubicBezTo>
                    <a:pt x="52780" y="68045"/>
                    <a:pt x="68046" y="52779"/>
                    <a:pt x="68046" y="34023"/>
                  </a:cubicBezTo>
                  <a:cubicBezTo>
                    <a:pt x="68046" y="15266"/>
                    <a:pt x="52780" y="0"/>
                    <a:pt x="34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3063000" y="238125"/>
              <a:ext cx="850575" cy="1701150"/>
            </a:xfrm>
            <a:custGeom>
              <a:avLst/>
              <a:gdLst/>
              <a:ahLst/>
              <a:cxnLst/>
              <a:rect l="l" t="t" r="r" b="b"/>
              <a:pathLst>
                <a:path w="34023" h="68046" extrusionOk="0">
                  <a:moveTo>
                    <a:pt x="0" y="0"/>
                  </a:moveTo>
                  <a:lnTo>
                    <a:pt x="0" y="68045"/>
                  </a:lnTo>
                  <a:cubicBezTo>
                    <a:pt x="18757" y="68045"/>
                    <a:pt x="34023" y="52779"/>
                    <a:pt x="34023" y="34023"/>
                  </a:cubicBezTo>
                  <a:cubicBezTo>
                    <a:pt x="34023" y="15266"/>
                    <a:pt x="18757" y="0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1" name="Google Shape;1031;p39"/>
          <p:cNvGrpSpPr/>
          <p:nvPr/>
        </p:nvGrpSpPr>
        <p:grpSpPr>
          <a:xfrm>
            <a:off x="4065839" y="1933312"/>
            <a:ext cx="1012323" cy="742370"/>
            <a:chOff x="1188975" y="934225"/>
            <a:chExt cx="5220850" cy="3826650"/>
          </a:xfrm>
        </p:grpSpPr>
        <p:sp>
          <p:nvSpPr>
            <p:cNvPr id="1032" name="Google Shape;1032;p39"/>
            <p:cNvSpPr/>
            <p:nvPr/>
          </p:nvSpPr>
          <p:spPr>
            <a:xfrm>
              <a:off x="1188975" y="934550"/>
              <a:ext cx="5220850" cy="3826325"/>
            </a:xfrm>
            <a:custGeom>
              <a:avLst/>
              <a:gdLst/>
              <a:ahLst/>
              <a:cxnLst/>
              <a:rect l="l" t="t" r="r" b="b"/>
              <a:pathLst>
                <a:path w="208834" h="153053" extrusionOk="0">
                  <a:moveTo>
                    <a:pt x="104450" y="0"/>
                  </a:moveTo>
                  <a:cubicBezTo>
                    <a:pt x="102134" y="0"/>
                    <a:pt x="99785" y="98"/>
                    <a:pt x="97469" y="229"/>
                  </a:cubicBezTo>
                  <a:cubicBezTo>
                    <a:pt x="94566" y="359"/>
                    <a:pt x="91630" y="685"/>
                    <a:pt x="88662" y="1109"/>
                  </a:cubicBezTo>
                  <a:cubicBezTo>
                    <a:pt x="68763" y="3980"/>
                    <a:pt x="50431" y="12853"/>
                    <a:pt x="35687" y="25737"/>
                  </a:cubicBezTo>
                  <a:cubicBezTo>
                    <a:pt x="32164" y="28771"/>
                    <a:pt x="28869" y="32066"/>
                    <a:pt x="25803" y="35523"/>
                  </a:cubicBezTo>
                  <a:cubicBezTo>
                    <a:pt x="15593" y="47136"/>
                    <a:pt x="7895" y="60967"/>
                    <a:pt x="3817" y="76135"/>
                  </a:cubicBezTo>
                  <a:cubicBezTo>
                    <a:pt x="1893" y="83148"/>
                    <a:pt x="751" y="90227"/>
                    <a:pt x="262" y="97371"/>
                  </a:cubicBezTo>
                  <a:cubicBezTo>
                    <a:pt x="1" y="102035"/>
                    <a:pt x="1" y="106667"/>
                    <a:pt x="262" y="111299"/>
                  </a:cubicBezTo>
                  <a:cubicBezTo>
                    <a:pt x="1142" y="124380"/>
                    <a:pt x="4437" y="137232"/>
                    <a:pt x="10113" y="149106"/>
                  </a:cubicBezTo>
                  <a:cubicBezTo>
                    <a:pt x="11287" y="151520"/>
                    <a:pt x="13668" y="153053"/>
                    <a:pt x="16376" y="153053"/>
                  </a:cubicBezTo>
                  <a:lnTo>
                    <a:pt x="192491" y="153053"/>
                  </a:lnTo>
                  <a:cubicBezTo>
                    <a:pt x="195198" y="153053"/>
                    <a:pt x="197612" y="151520"/>
                    <a:pt x="198754" y="149106"/>
                  </a:cubicBezTo>
                  <a:cubicBezTo>
                    <a:pt x="204364" y="137395"/>
                    <a:pt x="207724" y="124445"/>
                    <a:pt x="208540" y="111299"/>
                  </a:cubicBezTo>
                  <a:cubicBezTo>
                    <a:pt x="208735" y="108983"/>
                    <a:pt x="208833" y="106667"/>
                    <a:pt x="208833" y="104351"/>
                  </a:cubicBezTo>
                  <a:cubicBezTo>
                    <a:pt x="208833" y="102068"/>
                    <a:pt x="208735" y="99785"/>
                    <a:pt x="208605" y="97566"/>
                  </a:cubicBezTo>
                  <a:lnTo>
                    <a:pt x="208605" y="97371"/>
                  </a:lnTo>
                  <a:cubicBezTo>
                    <a:pt x="207072" y="74472"/>
                    <a:pt x="198069" y="52812"/>
                    <a:pt x="182998" y="35621"/>
                  </a:cubicBezTo>
                  <a:cubicBezTo>
                    <a:pt x="179965" y="32164"/>
                    <a:pt x="176670" y="28869"/>
                    <a:pt x="173147" y="25803"/>
                  </a:cubicBezTo>
                  <a:cubicBezTo>
                    <a:pt x="173017" y="25640"/>
                    <a:pt x="172821" y="25476"/>
                    <a:pt x="172658" y="25313"/>
                  </a:cubicBezTo>
                  <a:cubicBezTo>
                    <a:pt x="155434" y="10439"/>
                    <a:pt x="133905" y="1762"/>
                    <a:pt x="111398" y="261"/>
                  </a:cubicBezTo>
                  <a:cubicBezTo>
                    <a:pt x="109082" y="98"/>
                    <a:pt x="106766" y="0"/>
                    <a:pt x="1044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3800200" y="934550"/>
              <a:ext cx="2609625" cy="3826325"/>
            </a:xfrm>
            <a:custGeom>
              <a:avLst/>
              <a:gdLst/>
              <a:ahLst/>
              <a:cxnLst/>
              <a:rect l="l" t="t" r="r" b="b"/>
              <a:pathLst>
                <a:path w="104385" h="153053" extrusionOk="0">
                  <a:moveTo>
                    <a:pt x="1" y="0"/>
                  </a:moveTo>
                  <a:lnTo>
                    <a:pt x="1" y="153053"/>
                  </a:lnTo>
                  <a:lnTo>
                    <a:pt x="88042" y="153053"/>
                  </a:lnTo>
                  <a:cubicBezTo>
                    <a:pt x="90749" y="153053"/>
                    <a:pt x="93163" y="151520"/>
                    <a:pt x="94305" y="149106"/>
                  </a:cubicBezTo>
                  <a:cubicBezTo>
                    <a:pt x="99915" y="137395"/>
                    <a:pt x="103275" y="124445"/>
                    <a:pt x="104091" y="111299"/>
                  </a:cubicBezTo>
                  <a:cubicBezTo>
                    <a:pt x="104286" y="108983"/>
                    <a:pt x="104384" y="106667"/>
                    <a:pt x="104384" y="104351"/>
                  </a:cubicBezTo>
                  <a:cubicBezTo>
                    <a:pt x="104384" y="102068"/>
                    <a:pt x="104286" y="99785"/>
                    <a:pt x="104156" y="97566"/>
                  </a:cubicBezTo>
                  <a:lnTo>
                    <a:pt x="104156" y="97371"/>
                  </a:lnTo>
                  <a:cubicBezTo>
                    <a:pt x="102623" y="74472"/>
                    <a:pt x="93620" y="52812"/>
                    <a:pt x="78549" y="35621"/>
                  </a:cubicBezTo>
                  <a:cubicBezTo>
                    <a:pt x="75516" y="32164"/>
                    <a:pt x="72221" y="28869"/>
                    <a:pt x="68698" y="25803"/>
                  </a:cubicBezTo>
                  <a:cubicBezTo>
                    <a:pt x="68568" y="25640"/>
                    <a:pt x="68372" y="25476"/>
                    <a:pt x="68209" y="25346"/>
                  </a:cubicBezTo>
                  <a:cubicBezTo>
                    <a:pt x="50985" y="10439"/>
                    <a:pt x="29456" y="1762"/>
                    <a:pt x="6949" y="261"/>
                  </a:cubicBezTo>
                  <a:cubicBezTo>
                    <a:pt x="4633" y="98"/>
                    <a:pt x="2317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3625675" y="934225"/>
              <a:ext cx="348250" cy="695150"/>
            </a:xfrm>
            <a:custGeom>
              <a:avLst/>
              <a:gdLst/>
              <a:ahLst/>
              <a:cxnLst/>
              <a:rect l="l" t="t" r="r" b="b"/>
              <a:pathLst>
                <a:path w="13930" h="27806" extrusionOk="0">
                  <a:moveTo>
                    <a:pt x="6836" y="1"/>
                  </a:moveTo>
                  <a:cubicBezTo>
                    <a:pt x="4571" y="1"/>
                    <a:pt x="2294" y="82"/>
                    <a:pt x="1" y="242"/>
                  </a:cubicBezTo>
                  <a:lnTo>
                    <a:pt x="1" y="20857"/>
                  </a:lnTo>
                  <a:cubicBezTo>
                    <a:pt x="1" y="24707"/>
                    <a:pt x="3132" y="27805"/>
                    <a:pt x="6982" y="27805"/>
                  </a:cubicBezTo>
                  <a:cubicBezTo>
                    <a:pt x="10831" y="27805"/>
                    <a:pt x="13930" y="24707"/>
                    <a:pt x="13930" y="20857"/>
                  </a:cubicBezTo>
                  <a:lnTo>
                    <a:pt x="13930" y="274"/>
                  </a:lnTo>
                  <a:cubicBezTo>
                    <a:pt x="11575" y="91"/>
                    <a:pt x="9212" y="1"/>
                    <a:pt x="6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1834050" y="1577975"/>
              <a:ext cx="680950" cy="663225"/>
            </a:xfrm>
            <a:custGeom>
              <a:avLst/>
              <a:gdLst/>
              <a:ahLst/>
              <a:cxnLst/>
              <a:rect l="l" t="t" r="r" b="b"/>
              <a:pathLst>
                <a:path w="27238" h="26529" extrusionOk="0">
                  <a:moveTo>
                    <a:pt x="9884" y="0"/>
                  </a:moveTo>
                  <a:cubicBezTo>
                    <a:pt x="6361" y="3034"/>
                    <a:pt x="3066" y="6329"/>
                    <a:pt x="0" y="9786"/>
                  </a:cubicBezTo>
                  <a:lnTo>
                    <a:pt x="14712" y="24498"/>
                  </a:lnTo>
                  <a:cubicBezTo>
                    <a:pt x="16049" y="25852"/>
                    <a:pt x="17819" y="26529"/>
                    <a:pt x="19596" y="26529"/>
                  </a:cubicBezTo>
                  <a:cubicBezTo>
                    <a:pt x="21374" y="26529"/>
                    <a:pt x="23160" y="25852"/>
                    <a:pt x="24530" y="24498"/>
                  </a:cubicBezTo>
                  <a:cubicBezTo>
                    <a:pt x="27238" y="21758"/>
                    <a:pt x="27238" y="17354"/>
                    <a:pt x="24530" y="14679"/>
                  </a:cubicBezTo>
                  <a:lnTo>
                    <a:pt x="98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195500" y="3368800"/>
              <a:ext cx="740500" cy="348250"/>
            </a:xfrm>
            <a:custGeom>
              <a:avLst/>
              <a:gdLst/>
              <a:ahLst/>
              <a:cxnLst/>
              <a:rect l="l" t="t" r="r" b="b"/>
              <a:pathLst>
                <a:path w="29620" h="13930" extrusionOk="0">
                  <a:moveTo>
                    <a:pt x="1" y="1"/>
                  </a:moveTo>
                  <a:lnTo>
                    <a:pt x="1" y="13929"/>
                  </a:lnTo>
                  <a:lnTo>
                    <a:pt x="22672" y="13929"/>
                  </a:lnTo>
                  <a:cubicBezTo>
                    <a:pt x="26521" y="13929"/>
                    <a:pt x="29620" y="10830"/>
                    <a:pt x="29620" y="6981"/>
                  </a:cubicBezTo>
                  <a:cubicBezTo>
                    <a:pt x="29620" y="3132"/>
                    <a:pt x="26521" y="1"/>
                    <a:pt x="22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5714175" y="3368800"/>
              <a:ext cx="689925" cy="348250"/>
            </a:xfrm>
            <a:custGeom>
              <a:avLst/>
              <a:gdLst/>
              <a:ahLst/>
              <a:cxnLst/>
              <a:rect l="l" t="t" r="r" b="b"/>
              <a:pathLst>
                <a:path w="27597" h="13930" extrusionOk="0">
                  <a:moveTo>
                    <a:pt x="6948" y="1"/>
                  </a:moveTo>
                  <a:cubicBezTo>
                    <a:pt x="3099" y="1"/>
                    <a:pt x="0" y="3132"/>
                    <a:pt x="0" y="6981"/>
                  </a:cubicBezTo>
                  <a:cubicBezTo>
                    <a:pt x="0" y="10830"/>
                    <a:pt x="3099" y="13929"/>
                    <a:pt x="6948" y="13929"/>
                  </a:cubicBezTo>
                  <a:lnTo>
                    <a:pt x="27532" y="13929"/>
                  </a:lnTo>
                  <a:lnTo>
                    <a:pt x="2759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5085425" y="1579600"/>
              <a:ext cx="678525" cy="661600"/>
            </a:xfrm>
            <a:custGeom>
              <a:avLst/>
              <a:gdLst/>
              <a:ahLst/>
              <a:cxnLst/>
              <a:rect l="l" t="t" r="r" b="b"/>
              <a:pathLst>
                <a:path w="27141" h="26464" extrusionOk="0">
                  <a:moveTo>
                    <a:pt x="17289" y="1"/>
                  </a:moveTo>
                  <a:lnTo>
                    <a:pt x="2675" y="14614"/>
                  </a:lnTo>
                  <a:cubicBezTo>
                    <a:pt x="0" y="17289"/>
                    <a:pt x="0" y="21693"/>
                    <a:pt x="2675" y="24433"/>
                  </a:cubicBezTo>
                  <a:cubicBezTo>
                    <a:pt x="4045" y="25787"/>
                    <a:pt x="5831" y="26464"/>
                    <a:pt x="7613" y="26464"/>
                  </a:cubicBezTo>
                  <a:cubicBezTo>
                    <a:pt x="9395" y="26464"/>
                    <a:pt x="11173" y="25787"/>
                    <a:pt x="12527" y="24433"/>
                  </a:cubicBezTo>
                  <a:lnTo>
                    <a:pt x="27140" y="9819"/>
                  </a:lnTo>
                  <a:cubicBezTo>
                    <a:pt x="24107" y="6362"/>
                    <a:pt x="20812" y="3067"/>
                    <a:pt x="172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2233625" y="1977575"/>
              <a:ext cx="2673225" cy="2087700"/>
            </a:xfrm>
            <a:custGeom>
              <a:avLst/>
              <a:gdLst/>
              <a:ahLst/>
              <a:cxnLst/>
              <a:rect l="l" t="t" r="r" b="b"/>
              <a:pathLst>
                <a:path w="106929" h="83508" extrusionOk="0">
                  <a:moveTo>
                    <a:pt x="62664" y="0"/>
                  </a:moveTo>
                  <a:cubicBezTo>
                    <a:pt x="28119" y="0"/>
                    <a:pt x="1" y="28086"/>
                    <a:pt x="1" y="62630"/>
                  </a:cubicBezTo>
                  <a:cubicBezTo>
                    <a:pt x="1" y="67915"/>
                    <a:pt x="686" y="73199"/>
                    <a:pt x="1991" y="78288"/>
                  </a:cubicBezTo>
                  <a:cubicBezTo>
                    <a:pt x="2787" y="81418"/>
                    <a:pt x="5616" y="83508"/>
                    <a:pt x="8710" y="83508"/>
                  </a:cubicBezTo>
                  <a:cubicBezTo>
                    <a:pt x="9292" y="83508"/>
                    <a:pt x="9883" y="83434"/>
                    <a:pt x="10472" y="83279"/>
                  </a:cubicBezTo>
                  <a:cubicBezTo>
                    <a:pt x="14190" y="82333"/>
                    <a:pt x="16441" y="78516"/>
                    <a:pt x="15463" y="74798"/>
                  </a:cubicBezTo>
                  <a:cubicBezTo>
                    <a:pt x="14451" y="70851"/>
                    <a:pt x="13929" y="66773"/>
                    <a:pt x="13929" y="62630"/>
                  </a:cubicBezTo>
                  <a:cubicBezTo>
                    <a:pt x="13929" y="35752"/>
                    <a:pt x="35785" y="13896"/>
                    <a:pt x="62664" y="13896"/>
                  </a:cubicBezTo>
                  <a:cubicBezTo>
                    <a:pt x="76070" y="13896"/>
                    <a:pt x="88270" y="19376"/>
                    <a:pt x="97078" y="28184"/>
                  </a:cubicBezTo>
                  <a:lnTo>
                    <a:pt x="106733" y="18561"/>
                  </a:lnTo>
                  <a:lnTo>
                    <a:pt x="106929" y="18365"/>
                  </a:lnTo>
                  <a:cubicBezTo>
                    <a:pt x="95577" y="7013"/>
                    <a:pt x="79919" y="0"/>
                    <a:pt x="626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3800200" y="1977575"/>
              <a:ext cx="1106650" cy="704600"/>
            </a:xfrm>
            <a:custGeom>
              <a:avLst/>
              <a:gdLst/>
              <a:ahLst/>
              <a:cxnLst/>
              <a:rect l="l" t="t" r="r" b="b"/>
              <a:pathLst>
                <a:path w="44266" h="28184" extrusionOk="0">
                  <a:moveTo>
                    <a:pt x="1" y="0"/>
                  </a:moveTo>
                  <a:lnTo>
                    <a:pt x="1" y="13896"/>
                  </a:lnTo>
                  <a:cubicBezTo>
                    <a:pt x="13407" y="13896"/>
                    <a:pt x="25607" y="19376"/>
                    <a:pt x="34415" y="28184"/>
                  </a:cubicBezTo>
                  <a:lnTo>
                    <a:pt x="44266" y="18365"/>
                  </a:lnTo>
                  <a:cubicBezTo>
                    <a:pt x="32914" y="7013"/>
                    <a:pt x="17256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4660550" y="2436700"/>
              <a:ext cx="705425" cy="1628400"/>
            </a:xfrm>
            <a:custGeom>
              <a:avLst/>
              <a:gdLst/>
              <a:ahLst/>
              <a:cxnLst/>
              <a:rect l="l" t="t" r="r" b="b"/>
              <a:pathLst>
                <a:path w="28217" h="65136" extrusionOk="0">
                  <a:moveTo>
                    <a:pt x="9852" y="0"/>
                  </a:moveTo>
                  <a:lnTo>
                    <a:pt x="1" y="9819"/>
                  </a:lnTo>
                  <a:cubicBezTo>
                    <a:pt x="8841" y="18659"/>
                    <a:pt x="14288" y="30826"/>
                    <a:pt x="14288" y="44265"/>
                  </a:cubicBezTo>
                  <a:cubicBezTo>
                    <a:pt x="14288" y="48408"/>
                    <a:pt x="13766" y="52486"/>
                    <a:pt x="12755" y="56433"/>
                  </a:cubicBezTo>
                  <a:cubicBezTo>
                    <a:pt x="11809" y="60151"/>
                    <a:pt x="14027" y="63968"/>
                    <a:pt x="17778" y="64914"/>
                  </a:cubicBezTo>
                  <a:cubicBezTo>
                    <a:pt x="18347" y="65064"/>
                    <a:pt x="18924" y="65136"/>
                    <a:pt x="19495" y="65136"/>
                  </a:cubicBezTo>
                  <a:cubicBezTo>
                    <a:pt x="22525" y="65136"/>
                    <a:pt x="25403" y="63107"/>
                    <a:pt x="26227" y="59923"/>
                  </a:cubicBezTo>
                  <a:cubicBezTo>
                    <a:pt x="27532" y="54834"/>
                    <a:pt x="28217" y="49550"/>
                    <a:pt x="28217" y="44265"/>
                  </a:cubicBezTo>
                  <a:cubicBezTo>
                    <a:pt x="28217" y="26977"/>
                    <a:pt x="21203" y="11319"/>
                    <a:pt x="98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3800200" y="934550"/>
              <a:ext cx="173725" cy="694825"/>
            </a:xfrm>
            <a:custGeom>
              <a:avLst/>
              <a:gdLst/>
              <a:ahLst/>
              <a:cxnLst/>
              <a:rect l="l" t="t" r="r" b="b"/>
              <a:pathLst>
                <a:path w="6949" h="27793" extrusionOk="0">
                  <a:moveTo>
                    <a:pt x="1" y="0"/>
                  </a:moveTo>
                  <a:lnTo>
                    <a:pt x="1" y="27792"/>
                  </a:lnTo>
                  <a:cubicBezTo>
                    <a:pt x="3850" y="27792"/>
                    <a:pt x="6949" y="24694"/>
                    <a:pt x="6949" y="20844"/>
                  </a:cubicBezTo>
                  <a:lnTo>
                    <a:pt x="6949" y="261"/>
                  </a:lnTo>
                  <a:cubicBezTo>
                    <a:pt x="4633" y="98"/>
                    <a:pt x="2317" y="0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3278275" y="3021400"/>
              <a:ext cx="1043875" cy="1043875"/>
            </a:xfrm>
            <a:custGeom>
              <a:avLst/>
              <a:gdLst/>
              <a:ahLst/>
              <a:cxnLst/>
              <a:rect l="l" t="t" r="r" b="b"/>
              <a:pathLst>
                <a:path w="41755" h="41755" extrusionOk="0">
                  <a:moveTo>
                    <a:pt x="20878" y="1"/>
                  </a:moveTo>
                  <a:cubicBezTo>
                    <a:pt x="9363" y="1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8" y="41754"/>
                  </a:cubicBezTo>
                  <a:cubicBezTo>
                    <a:pt x="32392" y="41754"/>
                    <a:pt x="41754" y="32392"/>
                    <a:pt x="41754" y="20877"/>
                  </a:cubicBezTo>
                  <a:cubicBezTo>
                    <a:pt x="41754" y="9362"/>
                    <a:pt x="32392" y="1"/>
                    <a:pt x="2087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9"/>
            <p:cNvSpPr/>
            <p:nvPr/>
          </p:nvSpPr>
          <p:spPr>
            <a:xfrm>
              <a:off x="3854850" y="2377975"/>
              <a:ext cx="1127025" cy="1093000"/>
            </a:xfrm>
            <a:custGeom>
              <a:avLst/>
              <a:gdLst/>
              <a:ahLst/>
              <a:cxnLst/>
              <a:rect l="l" t="t" r="r" b="b"/>
              <a:pathLst>
                <a:path w="45081" h="43720" extrusionOk="0">
                  <a:moveTo>
                    <a:pt x="37435" y="1"/>
                  </a:moveTo>
                  <a:cubicBezTo>
                    <a:pt x="35654" y="1"/>
                    <a:pt x="33876" y="686"/>
                    <a:pt x="32522" y="2056"/>
                  </a:cubicBezTo>
                  <a:lnTo>
                    <a:pt x="2740" y="31838"/>
                  </a:lnTo>
                  <a:cubicBezTo>
                    <a:pt x="0" y="34578"/>
                    <a:pt x="0" y="38981"/>
                    <a:pt x="2740" y="41689"/>
                  </a:cubicBezTo>
                  <a:cubicBezTo>
                    <a:pt x="4094" y="43042"/>
                    <a:pt x="5872" y="43719"/>
                    <a:pt x="7649" y="43719"/>
                  </a:cubicBezTo>
                  <a:cubicBezTo>
                    <a:pt x="9427" y="43719"/>
                    <a:pt x="11205" y="43042"/>
                    <a:pt x="12559" y="41689"/>
                  </a:cubicBezTo>
                  <a:lnTo>
                    <a:pt x="42373" y="11874"/>
                  </a:lnTo>
                  <a:cubicBezTo>
                    <a:pt x="45081" y="9167"/>
                    <a:pt x="45081" y="4763"/>
                    <a:pt x="42373" y="2056"/>
                  </a:cubicBezTo>
                  <a:cubicBezTo>
                    <a:pt x="41003" y="686"/>
                    <a:pt x="39217" y="1"/>
                    <a:pt x="374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9"/>
            <p:cNvSpPr/>
            <p:nvPr/>
          </p:nvSpPr>
          <p:spPr>
            <a:xfrm>
              <a:off x="3800200" y="3021400"/>
              <a:ext cx="521950" cy="1043875"/>
            </a:xfrm>
            <a:custGeom>
              <a:avLst/>
              <a:gdLst/>
              <a:ahLst/>
              <a:cxnLst/>
              <a:rect l="l" t="t" r="r" b="b"/>
              <a:pathLst>
                <a:path w="20878" h="41755" extrusionOk="0">
                  <a:moveTo>
                    <a:pt x="1" y="1"/>
                  </a:moveTo>
                  <a:lnTo>
                    <a:pt x="1" y="41754"/>
                  </a:lnTo>
                  <a:cubicBezTo>
                    <a:pt x="11515" y="41754"/>
                    <a:pt x="20877" y="32392"/>
                    <a:pt x="20877" y="20877"/>
                  </a:cubicBezTo>
                  <a:cubicBezTo>
                    <a:pt x="20877" y="9362"/>
                    <a:pt x="11515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" name="Google Shape;1046;p39"/>
          <p:cNvGrpSpPr/>
          <p:nvPr/>
        </p:nvGrpSpPr>
        <p:grpSpPr>
          <a:xfrm>
            <a:off x="6743649" y="1840772"/>
            <a:ext cx="786309" cy="927452"/>
            <a:chOff x="1587750" y="238125"/>
            <a:chExt cx="4424925" cy="5219200"/>
          </a:xfrm>
        </p:grpSpPr>
        <p:sp>
          <p:nvSpPr>
            <p:cNvPr id="1047" name="Google Shape;1047;p39"/>
            <p:cNvSpPr/>
            <p:nvPr/>
          </p:nvSpPr>
          <p:spPr>
            <a:xfrm>
              <a:off x="1587750" y="238125"/>
              <a:ext cx="4424925" cy="5219200"/>
            </a:xfrm>
            <a:custGeom>
              <a:avLst/>
              <a:gdLst/>
              <a:ahLst/>
              <a:cxnLst/>
              <a:rect l="l" t="t" r="r" b="b"/>
              <a:pathLst>
                <a:path w="176997" h="208768" extrusionOk="0">
                  <a:moveTo>
                    <a:pt x="47658" y="0"/>
                  </a:moveTo>
                  <a:cubicBezTo>
                    <a:pt x="43875" y="0"/>
                    <a:pt x="40841" y="3034"/>
                    <a:pt x="40841" y="6818"/>
                  </a:cubicBezTo>
                  <a:cubicBezTo>
                    <a:pt x="40841" y="17876"/>
                    <a:pt x="25281" y="27238"/>
                    <a:pt x="6818" y="27238"/>
                  </a:cubicBezTo>
                  <a:cubicBezTo>
                    <a:pt x="3035" y="27238"/>
                    <a:pt x="1" y="30271"/>
                    <a:pt x="1" y="34023"/>
                  </a:cubicBezTo>
                  <a:lnTo>
                    <a:pt x="1" y="88628"/>
                  </a:lnTo>
                  <a:cubicBezTo>
                    <a:pt x="1" y="143038"/>
                    <a:pt x="34708" y="191218"/>
                    <a:pt x="86378" y="208408"/>
                  </a:cubicBezTo>
                  <a:cubicBezTo>
                    <a:pt x="87096" y="208637"/>
                    <a:pt x="87781" y="208767"/>
                    <a:pt x="88499" y="208767"/>
                  </a:cubicBezTo>
                  <a:cubicBezTo>
                    <a:pt x="89216" y="208767"/>
                    <a:pt x="89966" y="208637"/>
                    <a:pt x="90619" y="208408"/>
                  </a:cubicBezTo>
                  <a:cubicBezTo>
                    <a:pt x="142289" y="191218"/>
                    <a:pt x="176996" y="143038"/>
                    <a:pt x="176996" y="88628"/>
                  </a:cubicBezTo>
                  <a:lnTo>
                    <a:pt x="176996" y="34023"/>
                  </a:lnTo>
                  <a:cubicBezTo>
                    <a:pt x="176996" y="30271"/>
                    <a:pt x="173963" y="27238"/>
                    <a:pt x="170179" y="27238"/>
                  </a:cubicBezTo>
                  <a:cubicBezTo>
                    <a:pt x="151716" y="27238"/>
                    <a:pt x="136156" y="17876"/>
                    <a:pt x="136156" y="6818"/>
                  </a:cubicBezTo>
                  <a:cubicBezTo>
                    <a:pt x="136156" y="3034"/>
                    <a:pt x="133123" y="0"/>
                    <a:pt x="1293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39"/>
            <p:cNvSpPr/>
            <p:nvPr/>
          </p:nvSpPr>
          <p:spPr>
            <a:xfrm>
              <a:off x="3800200" y="238125"/>
              <a:ext cx="2212475" cy="5219200"/>
            </a:xfrm>
            <a:custGeom>
              <a:avLst/>
              <a:gdLst/>
              <a:ahLst/>
              <a:cxnLst/>
              <a:rect l="l" t="t" r="r" b="b"/>
              <a:pathLst>
                <a:path w="88499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718" y="208767"/>
                    <a:pt x="1468" y="208637"/>
                    <a:pt x="2121" y="208408"/>
                  </a:cubicBezTo>
                  <a:cubicBezTo>
                    <a:pt x="53791" y="191218"/>
                    <a:pt x="88498" y="143038"/>
                    <a:pt x="88498" y="88628"/>
                  </a:cubicBezTo>
                  <a:lnTo>
                    <a:pt x="88498" y="34023"/>
                  </a:lnTo>
                  <a:cubicBezTo>
                    <a:pt x="88498" y="30271"/>
                    <a:pt x="85465" y="27238"/>
                    <a:pt x="81681" y="27238"/>
                  </a:cubicBezTo>
                  <a:cubicBezTo>
                    <a:pt x="63218" y="27238"/>
                    <a:pt x="47658" y="17876"/>
                    <a:pt x="47658" y="6818"/>
                  </a:cubicBezTo>
                  <a:cubicBezTo>
                    <a:pt x="47658" y="3034"/>
                    <a:pt x="44625" y="0"/>
                    <a:pt x="408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9"/>
            <p:cNvSpPr/>
            <p:nvPr/>
          </p:nvSpPr>
          <p:spPr>
            <a:xfrm>
              <a:off x="2268700" y="919050"/>
              <a:ext cx="3063025" cy="3808400"/>
            </a:xfrm>
            <a:custGeom>
              <a:avLst/>
              <a:gdLst/>
              <a:ahLst/>
              <a:cxnLst/>
              <a:rect l="l" t="t" r="r" b="b"/>
              <a:pathLst>
                <a:path w="122521" h="152336" extrusionOk="0">
                  <a:moveTo>
                    <a:pt x="38785" y="1"/>
                  </a:moveTo>
                  <a:cubicBezTo>
                    <a:pt x="36633" y="1"/>
                    <a:pt x="34545" y="1077"/>
                    <a:pt x="33273" y="2839"/>
                  </a:cubicBezTo>
                  <a:cubicBezTo>
                    <a:pt x="26912" y="11874"/>
                    <a:pt x="16702" y="19116"/>
                    <a:pt x="4632" y="23193"/>
                  </a:cubicBezTo>
                  <a:cubicBezTo>
                    <a:pt x="1860" y="24139"/>
                    <a:pt x="0" y="26716"/>
                    <a:pt x="0" y="29619"/>
                  </a:cubicBezTo>
                  <a:lnTo>
                    <a:pt x="0" y="61391"/>
                  </a:lnTo>
                  <a:cubicBezTo>
                    <a:pt x="0" y="98871"/>
                    <a:pt x="21236" y="133090"/>
                    <a:pt x="54443" y="149856"/>
                  </a:cubicBezTo>
                  <a:cubicBezTo>
                    <a:pt x="55780" y="150476"/>
                    <a:pt x="57118" y="151128"/>
                    <a:pt x="58488" y="151748"/>
                  </a:cubicBezTo>
                  <a:cubicBezTo>
                    <a:pt x="59369" y="152107"/>
                    <a:pt x="60347" y="152335"/>
                    <a:pt x="61261" y="152335"/>
                  </a:cubicBezTo>
                  <a:cubicBezTo>
                    <a:pt x="62207" y="152335"/>
                    <a:pt x="63153" y="152107"/>
                    <a:pt x="64033" y="151748"/>
                  </a:cubicBezTo>
                  <a:cubicBezTo>
                    <a:pt x="65403" y="151128"/>
                    <a:pt x="66741" y="150476"/>
                    <a:pt x="68078" y="149856"/>
                  </a:cubicBezTo>
                  <a:cubicBezTo>
                    <a:pt x="101285" y="133090"/>
                    <a:pt x="122521" y="98871"/>
                    <a:pt x="122521" y="61391"/>
                  </a:cubicBezTo>
                  <a:lnTo>
                    <a:pt x="122521" y="29619"/>
                  </a:lnTo>
                  <a:cubicBezTo>
                    <a:pt x="122521" y="26716"/>
                    <a:pt x="120661" y="24139"/>
                    <a:pt x="117889" y="23193"/>
                  </a:cubicBezTo>
                  <a:cubicBezTo>
                    <a:pt x="105819" y="19116"/>
                    <a:pt x="95609" y="11874"/>
                    <a:pt x="89248" y="2839"/>
                  </a:cubicBezTo>
                  <a:cubicBezTo>
                    <a:pt x="87976" y="1077"/>
                    <a:pt x="85889" y="1"/>
                    <a:pt x="837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9"/>
            <p:cNvSpPr/>
            <p:nvPr/>
          </p:nvSpPr>
          <p:spPr>
            <a:xfrm>
              <a:off x="3800200" y="919050"/>
              <a:ext cx="1531525" cy="3808400"/>
            </a:xfrm>
            <a:custGeom>
              <a:avLst/>
              <a:gdLst/>
              <a:ahLst/>
              <a:cxnLst/>
              <a:rect l="l" t="t" r="r" b="b"/>
              <a:pathLst>
                <a:path w="61261" h="152336" extrusionOk="0">
                  <a:moveTo>
                    <a:pt x="1" y="1"/>
                  </a:moveTo>
                  <a:lnTo>
                    <a:pt x="1" y="152335"/>
                  </a:lnTo>
                  <a:cubicBezTo>
                    <a:pt x="947" y="152335"/>
                    <a:pt x="1893" y="152107"/>
                    <a:pt x="2773" y="151748"/>
                  </a:cubicBezTo>
                  <a:cubicBezTo>
                    <a:pt x="4143" y="151128"/>
                    <a:pt x="5481" y="150476"/>
                    <a:pt x="6818" y="149856"/>
                  </a:cubicBezTo>
                  <a:cubicBezTo>
                    <a:pt x="40025" y="133090"/>
                    <a:pt x="61261" y="98871"/>
                    <a:pt x="61261" y="61391"/>
                  </a:cubicBezTo>
                  <a:lnTo>
                    <a:pt x="61261" y="29619"/>
                  </a:lnTo>
                  <a:cubicBezTo>
                    <a:pt x="61261" y="26716"/>
                    <a:pt x="59401" y="24139"/>
                    <a:pt x="56629" y="23193"/>
                  </a:cubicBezTo>
                  <a:cubicBezTo>
                    <a:pt x="44559" y="19116"/>
                    <a:pt x="34349" y="11874"/>
                    <a:pt x="27988" y="2839"/>
                  </a:cubicBezTo>
                  <a:cubicBezTo>
                    <a:pt x="26716" y="1077"/>
                    <a:pt x="24629" y="1"/>
                    <a:pt x="2247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40"/>
          <p:cNvSpPr txBox="1">
            <a:spLocks noGrp="1"/>
          </p:cNvSpPr>
          <p:nvPr>
            <p:ph type="title"/>
          </p:nvPr>
        </p:nvSpPr>
        <p:spPr>
          <a:xfrm>
            <a:off x="716219" y="1785775"/>
            <a:ext cx="30954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</a:t>
            </a:r>
            <a:endParaRPr/>
          </a:p>
        </p:txBody>
      </p:sp>
      <p:sp>
        <p:nvSpPr>
          <p:cNvPr id="1056" name="Google Shape;1056;p40"/>
          <p:cNvSpPr txBox="1">
            <a:spLocks noGrp="1"/>
          </p:cNvSpPr>
          <p:nvPr>
            <p:ph type="title" idx="2"/>
          </p:nvPr>
        </p:nvSpPr>
        <p:spPr>
          <a:xfrm>
            <a:off x="5341081" y="1785775"/>
            <a:ext cx="30867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</a:t>
            </a:r>
            <a:endParaRPr/>
          </a:p>
        </p:txBody>
      </p:sp>
      <p:sp>
        <p:nvSpPr>
          <p:cNvPr id="1057" name="Google Shape;1057;p40"/>
          <p:cNvSpPr txBox="1">
            <a:spLocks noGrp="1"/>
          </p:cNvSpPr>
          <p:nvPr>
            <p:ph type="subTitle" idx="1"/>
          </p:nvPr>
        </p:nvSpPr>
        <p:spPr>
          <a:xfrm>
            <a:off x="5413531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Venus, the second planet from the Sun, </a:t>
            </a:r>
            <a:r>
              <a:rPr lang="en">
                <a:solidFill>
                  <a:schemeClr val="lt1"/>
                </a:solidFill>
              </a:rPr>
              <a:t>has a beautiful name</a:t>
            </a:r>
            <a:r>
              <a:rPr lang="en"/>
              <a:t> and very high temperatures</a:t>
            </a:r>
            <a:endParaRPr/>
          </a:p>
        </p:txBody>
      </p:sp>
      <p:sp>
        <p:nvSpPr>
          <p:cNvPr id="1058" name="Google Shape;1058;p40"/>
          <p:cNvSpPr txBox="1">
            <a:spLocks noGrp="1"/>
          </p:cNvSpPr>
          <p:nvPr>
            <p:ph type="subTitle" idx="3"/>
          </p:nvPr>
        </p:nvSpPr>
        <p:spPr>
          <a:xfrm>
            <a:off x="793019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 in the Solar System and the fourth-brightest object in the sky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41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VS SOLUTION</a:t>
            </a:r>
            <a:endParaRPr/>
          </a:p>
        </p:txBody>
      </p:sp>
      <p:sp>
        <p:nvSpPr>
          <p:cNvPr id="1064" name="Google Shape;1064;p41"/>
          <p:cNvSpPr txBox="1">
            <a:spLocks noGrp="1"/>
          </p:cNvSpPr>
          <p:nvPr>
            <p:ph type="title" idx="2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065" name="Google Shape;1065;p41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0" name="Google Shape;1070;p42"/>
          <p:cNvGrpSpPr/>
          <p:nvPr/>
        </p:nvGrpSpPr>
        <p:grpSpPr>
          <a:xfrm>
            <a:off x="4103345" y="1682167"/>
            <a:ext cx="937317" cy="1306366"/>
            <a:chOff x="1927825" y="238125"/>
            <a:chExt cx="3744775" cy="5219200"/>
          </a:xfrm>
        </p:grpSpPr>
        <p:sp>
          <p:nvSpPr>
            <p:cNvPr id="1071" name="Google Shape;1071;p42"/>
            <p:cNvSpPr/>
            <p:nvPr/>
          </p:nvSpPr>
          <p:spPr>
            <a:xfrm>
              <a:off x="1927825" y="238125"/>
              <a:ext cx="3744775" cy="5219200"/>
            </a:xfrm>
            <a:custGeom>
              <a:avLst/>
              <a:gdLst/>
              <a:ahLst/>
              <a:cxnLst/>
              <a:rect l="l" t="t" r="r" b="b"/>
              <a:pathLst>
                <a:path w="149791" h="208768" extrusionOk="0">
                  <a:moveTo>
                    <a:pt x="74896" y="0"/>
                  </a:moveTo>
                  <a:cubicBezTo>
                    <a:pt x="33599" y="0"/>
                    <a:pt x="0" y="33598"/>
                    <a:pt x="0" y="74895"/>
                  </a:cubicBezTo>
                  <a:lnTo>
                    <a:pt x="0" y="188347"/>
                  </a:lnTo>
                  <a:cubicBezTo>
                    <a:pt x="0" y="199601"/>
                    <a:pt x="9167" y="208767"/>
                    <a:pt x="20420" y="208767"/>
                  </a:cubicBezTo>
                  <a:cubicBezTo>
                    <a:pt x="32000" y="208767"/>
                    <a:pt x="40873" y="199144"/>
                    <a:pt x="40873" y="188347"/>
                  </a:cubicBezTo>
                  <a:lnTo>
                    <a:pt x="40873" y="181530"/>
                  </a:lnTo>
                  <a:cubicBezTo>
                    <a:pt x="40873" y="177778"/>
                    <a:pt x="43907" y="174745"/>
                    <a:pt x="47658" y="174745"/>
                  </a:cubicBezTo>
                  <a:cubicBezTo>
                    <a:pt x="51409" y="174745"/>
                    <a:pt x="54476" y="177778"/>
                    <a:pt x="54476" y="181530"/>
                  </a:cubicBezTo>
                  <a:lnTo>
                    <a:pt x="54476" y="188347"/>
                  </a:lnTo>
                  <a:cubicBezTo>
                    <a:pt x="54476" y="199112"/>
                    <a:pt x="63316" y="208767"/>
                    <a:pt x="74896" y="208767"/>
                  </a:cubicBezTo>
                  <a:cubicBezTo>
                    <a:pt x="86443" y="208767"/>
                    <a:pt x="95316" y="199144"/>
                    <a:pt x="95316" y="188347"/>
                  </a:cubicBezTo>
                  <a:lnTo>
                    <a:pt x="95316" y="181530"/>
                  </a:lnTo>
                  <a:cubicBezTo>
                    <a:pt x="95316" y="177778"/>
                    <a:pt x="98382" y="174745"/>
                    <a:pt x="102133" y="174745"/>
                  </a:cubicBezTo>
                  <a:cubicBezTo>
                    <a:pt x="105884" y="174745"/>
                    <a:pt x="108951" y="177778"/>
                    <a:pt x="108951" y="181530"/>
                  </a:cubicBezTo>
                  <a:lnTo>
                    <a:pt x="108951" y="188347"/>
                  </a:lnTo>
                  <a:cubicBezTo>
                    <a:pt x="108951" y="199112"/>
                    <a:pt x="117791" y="208767"/>
                    <a:pt x="129371" y="208767"/>
                  </a:cubicBezTo>
                  <a:cubicBezTo>
                    <a:pt x="140625" y="208767"/>
                    <a:pt x="149791" y="199601"/>
                    <a:pt x="149791" y="188347"/>
                  </a:cubicBezTo>
                  <a:lnTo>
                    <a:pt x="149791" y="74895"/>
                  </a:lnTo>
                  <a:cubicBezTo>
                    <a:pt x="149791" y="33598"/>
                    <a:pt x="116192" y="0"/>
                    <a:pt x="74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2"/>
            <p:cNvSpPr/>
            <p:nvPr/>
          </p:nvSpPr>
          <p:spPr>
            <a:xfrm>
              <a:off x="3800200" y="238125"/>
              <a:ext cx="1872400" cy="5219200"/>
            </a:xfrm>
            <a:custGeom>
              <a:avLst/>
              <a:gdLst/>
              <a:ahLst/>
              <a:cxnLst/>
              <a:rect l="l" t="t" r="r" b="b"/>
              <a:pathLst>
                <a:path w="74896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11548" y="208767"/>
                    <a:pt x="20421" y="199144"/>
                    <a:pt x="20421" y="188347"/>
                  </a:cubicBezTo>
                  <a:lnTo>
                    <a:pt x="20421" y="181530"/>
                  </a:lnTo>
                  <a:cubicBezTo>
                    <a:pt x="20421" y="177778"/>
                    <a:pt x="23487" y="174745"/>
                    <a:pt x="27238" y="174745"/>
                  </a:cubicBezTo>
                  <a:cubicBezTo>
                    <a:pt x="30989" y="174745"/>
                    <a:pt x="34023" y="177778"/>
                    <a:pt x="34023" y="181530"/>
                  </a:cubicBezTo>
                  <a:lnTo>
                    <a:pt x="34023" y="188347"/>
                  </a:lnTo>
                  <a:cubicBezTo>
                    <a:pt x="34023" y="199112"/>
                    <a:pt x="42896" y="208767"/>
                    <a:pt x="54476" y="208767"/>
                  </a:cubicBezTo>
                  <a:cubicBezTo>
                    <a:pt x="65730" y="208767"/>
                    <a:pt x="74896" y="199601"/>
                    <a:pt x="74896" y="188347"/>
                  </a:cubicBezTo>
                  <a:lnTo>
                    <a:pt x="74896" y="74895"/>
                  </a:lnTo>
                  <a:cubicBezTo>
                    <a:pt x="74896" y="33598"/>
                    <a:pt x="41297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2608750" y="1600000"/>
              <a:ext cx="1021050" cy="1021025"/>
            </a:xfrm>
            <a:custGeom>
              <a:avLst/>
              <a:gdLst/>
              <a:ahLst/>
              <a:cxnLst/>
              <a:rect l="l" t="t" r="r" b="b"/>
              <a:pathLst>
                <a:path w="40842" h="40841" extrusionOk="0">
                  <a:moveTo>
                    <a:pt x="20421" y="0"/>
                  </a:moveTo>
                  <a:cubicBezTo>
                    <a:pt x="9167" y="0"/>
                    <a:pt x="1" y="9134"/>
                    <a:pt x="1" y="20420"/>
                  </a:cubicBezTo>
                  <a:cubicBezTo>
                    <a:pt x="1" y="31674"/>
                    <a:pt x="9167" y="40840"/>
                    <a:pt x="20421" y="40840"/>
                  </a:cubicBezTo>
                  <a:cubicBezTo>
                    <a:pt x="31675" y="40840"/>
                    <a:pt x="40841" y="31674"/>
                    <a:pt x="40841" y="20420"/>
                  </a:cubicBezTo>
                  <a:cubicBezTo>
                    <a:pt x="40841" y="9134"/>
                    <a:pt x="31675" y="0"/>
                    <a:pt x="204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2949650" y="1940050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785" y="1"/>
                  </a:moveTo>
                  <a:cubicBezTo>
                    <a:pt x="3034" y="1"/>
                    <a:pt x="0" y="3067"/>
                    <a:pt x="0" y="6818"/>
                  </a:cubicBezTo>
                  <a:cubicBezTo>
                    <a:pt x="0" y="10569"/>
                    <a:pt x="3034" y="13603"/>
                    <a:pt x="6785" y="13603"/>
                  </a:cubicBezTo>
                  <a:cubicBezTo>
                    <a:pt x="10536" y="13603"/>
                    <a:pt x="13603" y="10569"/>
                    <a:pt x="13603" y="6818"/>
                  </a:cubicBezTo>
                  <a:cubicBezTo>
                    <a:pt x="13603" y="3067"/>
                    <a:pt x="10536" y="1"/>
                    <a:pt x="6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3970650" y="1600000"/>
              <a:ext cx="1021025" cy="1021025"/>
            </a:xfrm>
            <a:custGeom>
              <a:avLst/>
              <a:gdLst/>
              <a:ahLst/>
              <a:cxnLst/>
              <a:rect l="l" t="t" r="r" b="b"/>
              <a:pathLst>
                <a:path w="40841" h="40841" extrusionOk="0">
                  <a:moveTo>
                    <a:pt x="20420" y="0"/>
                  </a:moveTo>
                  <a:cubicBezTo>
                    <a:pt x="9166" y="0"/>
                    <a:pt x="0" y="9134"/>
                    <a:pt x="0" y="20420"/>
                  </a:cubicBezTo>
                  <a:cubicBezTo>
                    <a:pt x="0" y="31674"/>
                    <a:pt x="9166" y="40840"/>
                    <a:pt x="20420" y="40840"/>
                  </a:cubicBezTo>
                  <a:cubicBezTo>
                    <a:pt x="31674" y="40840"/>
                    <a:pt x="40840" y="31674"/>
                    <a:pt x="40840" y="20420"/>
                  </a:cubicBezTo>
                  <a:cubicBezTo>
                    <a:pt x="40840" y="9134"/>
                    <a:pt x="31674" y="0"/>
                    <a:pt x="204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2"/>
            <p:cNvSpPr/>
            <p:nvPr/>
          </p:nvSpPr>
          <p:spPr>
            <a:xfrm>
              <a:off x="4310700" y="1940050"/>
              <a:ext cx="340100" cy="340100"/>
            </a:xfrm>
            <a:custGeom>
              <a:avLst/>
              <a:gdLst/>
              <a:ahLst/>
              <a:cxnLst/>
              <a:rect l="l" t="t" r="r" b="b"/>
              <a:pathLst>
                <a:path w="13604" h="13604" extrusionOk="0">
                  <a:moveTo>
                    <a:pt x="6818" y="1"/>
                  </a:moveTo>
                  <a:cubicBezTo>
                    <a:pt x="3067" y="1"/>
                    <a:pt x="1" y="3067"/>
                    <a:pt x="1" y="6818"/>
                  </a:cubicBezTo>
                  <a:cubicBezTo>
                    <a:pt x="1" y="10569"/>
                    <a:pt x="3067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7" name="Google Shape;1077;p4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1078" name="Google Shape;1078;p42"/>
          <p:cNvSpPr/>
          <p:nvPr/>
        </p:nvSpPr>
        <p:spPr>
          <a:xfrm>
            <a:off x="3184500" y="4287452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1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42"/>
          <p:cNvSpPr/>
          <p:nvPr/>
        </p:nvSpPr>
        <p:spPr>
          <a:xfrm>
            <a:off x="3184500" y="3878420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0" name="Google Shape;1080;p42"/>
          <p:cNvSpPr/>
          <p:nvPr/>
        </p:nvSpPr>
        <p:spPr>
          <a:xfrm>
            <a:off x="3541541" y="3615949"/>
            <a:ext cx="63726" cy="21339"/>
          </a:xfrm>
          <a:custGeom>
            <a:avLst/>
            <a:gdLst/>
            <a:ahLst/>
            <a:cxnLst/>
            <a:rect l="l" t="t" r="r" b="b"/>
            <a:pathLst>
              <a:path w="657" h="220" extrusionOk="0">
                <a:moveTo>
                  <a:pt x="656" y="1"/>
                </a:moveTo>
                <a:lnTo>
                  <a:pt x="0" y="220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1" name="Google Shape;1081;p42"/>
          <p:cNvSpPr/>
          <p:nvPr/>
        </p:nvSpPr>
        <p:spPr>
          <a:xfrm>
            <a:off x="3555024" y="3652614"/>
            <a:ext cx="61786" cy="21339"/>
          </a:xfrm>
          <a:custGeom>
            <a:avLst/>
            <a:gdLst/>
            <a:ahLst/>
            <a:cxnLst/>
            <a:rect l="l" t="t" r="r" b="b"/>
            <a:pathLst>
              <a:path w="637" h="220" extrusionOk="0">
                <a:moveTo>
                  <a:pt x="637" y="1"/>
                </a:moveTo>
                <a:lnTo>
                  <a:pt x="0" y="220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2" name="Google Shape;1082;p42"/>
          <p:cNvSpPr/>
          <p:nvPr/>
        </p:nvSpPr>
        <p:spPr>
          <a:xfrm>
            <a:off x="3782673" y="4331876"/>
            <a:ext cx="61883" cy="21242"/>
          </a:xfrm>
          <a:custGeom>
            <a:avLst/>
            <a:gdLst/>
            <a:ahLst/>
            <a:cxnLst/>
            <a:rect l="l" t="t" r="r" b="b"/>
            <a:pathLst>
              <a:path w="638" h="219" extrusionOk="0">
                <a:moveTo>
                  <a:pt x="637" y="0"/>
                </a:moveTo>
                <a:lnTo>
                  <a:pt x="1" y="219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42"/>
          <p:cNvSpPr/>
          <p:nvPr/>
        </p:nvSpPr>
        <p:spPr>
          <a:xfrm rot="-5400000">
            <a:off x="4797492" y="3671070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4" name="Google Shape;1084;p42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has a beautiful name and is the second planet from the Sun, but its atmosphere is extremely poisonous</a:t>
            </a:r>
            <a:endParaRPr/>
          </a:p>
        </p:txBody>
      </p:sp>
      <p:sp>
        <p:nvSpPr>
          <p:cNvPr id="1085" name="Google Shape;1085;p42"/>
          <p:cNvSpPr/>
          <p:nvPr/>
        </p:nvSpPr>
        <p:spPr>
          <a:xfrm flipH="1">
            <a:off x="3813125" y="1576500"/>
            <a:ext cx="1517700" cy="1517700"/>
          </a:xfrm>
          <a:prstGeom prst="noSmoking">
            <a:avLst>
              <a:gd name="adj" fmla="val 7055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p4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none">
                <a:solidFill>
                  <a:schemeClr val="dk1"/>
                </a:solidFill>
              </a:rPr>
              <a:t>THE </a:t>
            </a:r>
            <a:r>
              <a:rPr lang="en">
                <a:solidFill>
                  <a:schemeClr val="dk1"/>
                </a:solidFill>
              </a:rPr>
              <a:t>SOLUTION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91" name="Google Shape;1091;p43"/>
          <p:cNvSpPr/>
          <p:nvPr/>
        </p:nvSpPr>
        <p:spPr>
          <a:xfrm>
            <a:off x="3184500" y="4287452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1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43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grpSp>
        <p:nvGrpSpPr>
          <p:cNvPr id="1093" name="Google Shape;1093;p43"/>
          <p:cNvGrpSpPr/>
          <p:nvPr/>
        </p:nvGrpSpPr>
        <p:grpSpPr>
          <a:xfrm>
            <a:off x="3927166" y="1770376"/>
            <a:ext cx="1289664" cy="1289664"/>
            <a:chOff x="1190625" y="238125"/>
            <a:chExt cx="5219200" cy="5219200"/>
          </a:xfrm>
        </p:grpSpPr>
        <p:sp>
          <p:nvSpPr>
            <p:cNvPr id="1094" name="Google Shape;1094;p43"/>
            <p:cNvSpPr/>
            <p:nvPr/>
          </p:nvSpPr>
          <p:spPr>
            <a:xfrm>
              <a:off x="3620800" y="2195225"/>
              <a:ext cx="1418175" cy="1870050"/>
            </a:xfrm>
            <a:custGeom>
              <a:avLst/>
              <a:gdLst/>
              <a:ahLst/>
              <a:cxnLst/>
              <a:rect l="l" t="t" r="r" b="b"/>
              <a:pathLst>
                <a:path w="56727" h="74802" extrusionOk="0">
                  <a:moveTo>
                    <a:pt x="34337" y="0"/>
                  </a:moveTo>
                  <a:cubicBezTo>
                    <a:pt x="33792" y="0"/>
                    <a:pt x="33238" y="65"/>
                    <a:pt x="32685" y="199"/>
                  </a:cubicBezTo>
                  <a:lnTo>
                    <a:pt x="7177" y="4701"/>
                  </a:lnTo>
                  <a:lnTo>
                    <a:pt x="6002" y="4897"/>
                  </a:lnTo>
                  <a:cubicBezTo>
                    <a:pt x="2251" y="5810"/>
                    <a:pt x="0" y="9594"/>
                    <a:pt x="881" y="13280"/>
                  </a:cubicBezTo>
                  <a:lnTo>
                    <a:pt x="7177" y="39637"/>
                  </a:lnTo>
                  <a:lnTo>
                    <a:pt x="14320" y="69484"/>
                  </a:lnTo>
                  <a:cubicBezTo>
                    <a:pt x="15071" y="72583"/>
                    <a:pt x="17909" y="74801"/>
                    <a:pt x="21105" y="74801"/>
                  </a:cubicBezTo>
                  <a:lnTo>
                    <a:pt x="48930" y="74801"/>
                  </a:lnTo>
                  <a:cubicBezTo>
                    <a:pt x="53432" y="74801"/>
                    <a:pt x="56726" y="70593"/>
                    <a:pt x="55715" y="66222"/>
                  </a:cubicBezTo>
                  <a:lnTo>
                    <a:pt x="41101" y="5353"/>
                  </a:lnTo>
                  <a:cubicBezTo>
                    <a:pt x="40350" y="2155"/>
                    <a:pt x="37489" y="0"/>
                    <a:pt x="343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43"/>
            <p:cNvSpPr/>
            <p:nvPr/>
          </p:nvSpPr>
          <p:spPr>
            <a:xfrm>
              <a:off x="3800200" y="2195225"/>
              <a:ext cx="1238775" cy="1870050"/>
            </a:xfrm>
            <a:custGeom>
              <a:avLst/>
              <a:gdLst/>
              <a:ahLst/>
              <a:cxnLst/>
              <a:rect l="l" t="t" r="r" b="b"/>
              <a:pathLst>
                <a:path w="49551" h="74802" extrusionOk="0">
                  <a:moveTo>
                    <a:pt x="27161" y="0"/>
                  </a:moveTo>
                  <a:cubicBezTo>
                    <a:pt x="26616" y="0"/>
                    <a:pt x="26062" y="65"/>
                    <a:pt x="25509" y="199"/>
                  </a:cubicBezTo>
                  <a:lnTo>
                    <a:pt x="1" y="4701"/>
                  </a:lnTo>
                  <a:lnTo>
                    <a:pt x="1" y="39637"/>
                  </a:lnTo>
                  <a:lnTo>
                    <a:pt x="7144" y="69484"/>
                  </a:lnTo>
                  <a:cubicBezTo>
                    <a:pt x="7895" y="72583"/>
                    <a:pt x="10733" y="74801"/>
                    <a:pt x="13929" y="74801"/>
                  </a:cubicBezTo>
                  <a:lnTo>
                    <a:pt x="41754" y="74801"/>
                  </a:lnTo>
                  <a:cubicBezTo>
                    <a:pt x="46256" y="74801"/>
                    <a:pt x="49550" y="70593"/>
                    <a:pt x="48539" y="66222"/>
                  </a:cubicBezTo>
                  <a:lnTo>
                    <a:pt x="33925" y="5353"/>
                  </a:lnTo>
                  <a:cubicBezTo>
                    <a:pt x="33174" y="2155"/>
                    <a:pt x="30313" y="0"/>
                    <a:pt x="27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3"/>
            <p:cNvSpPr/>
            <p:nvPr/>
          </p:nvSpPr>
          <p:spPr>
            <a:xfrm>
              <a:off x="2756375" y="238125"/>
              <a:ext cx="2435900" cy="2435900"/>
            </a:xfrm>
            <a:custGeom>
              <a:avLst/>
              <a:gdLst/>
              <a:ahLst/>
              <a:cxnLst/>
              <a:rect l="l" t="t" r="r" b="b"/>
              <a:pathLst>
                <a:path w="97436" h="97436" extrusionOk="0">
                  <a:moveTo>
                    <a:pt x="48702" y="0"/>
                  </a:moveTo>
                  <a:cubicBezTo>
                    <a:pt x="46353" y="0"/>
                    <a:pt x="44037" y="196"/>
                    <a:pt x="41754" y="522"/>
                  </a:cubicBezTo>
                  <a:cubicBezTo>
                    <a:pt x="18202" y="3882"/>
                    <a:pt x="0" y="24204"/>
                    <a:pt x="0" y="48701"/>
                  </a:cubicBezTo>
                  <a:cubicBezTo>
                    <a:pt x="0" y="73199"/>
                    <a:pt x="18202" y="93521"/>
                    <a:pt x="41754" y="96914"/>
                  </a:cubicBezTo>
                  <a:cubicBezTo>
                    <a:pt x="44037" y="97240"/>
                    <a:pt x="46353" y="97436"/>
                    <a:pt x="48702" y="97436"/>
                  </a:cubicBezTo>
                  <a:cubicBezTo>
                    <a:pt x="75580" y="97436"/>
                    <a:pt x="97436" y="75580"/>
                    <a:pt x="97436" y="48701"/>
                  </a:cubicBezTo>
                  <a:cubicBezTo>
                    <a:pt x="97436" y="21855"/>
                    <a:pt x="75580" y="0"/>
                    <a:pt x="487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3"/>
            <p:cNvSpPr/>
            <p:nvPr/>
          </p:nvSpPr>
          <p:spPr>
            <a:xfrm>
              <a:off x="3800200" y="238125"/>
              <a:ext cx="1392075" cy="2435900"/>
            </a:xfrm>
            <a:custGeom>
              <a:avLst/>
              <a:gdLst/>
              <a:ahLst/>
              <a:cxnLst/>
              <a:rect l="l" t="t" r="r" b="b"/>
              <a:pathLst>
                <a:path w="55683" h="97436" extrusionOk="0">
                  <a:moveTo>
                    <a:pt x="6949" y="0"/>
                  </a:moveTo>
                  <a:cubicBezTo>
                    <a:pt x="4600" y="0"/>
                    <a:pt x="2284" y="196"/>
                    <a:pt x="1" y="522"/>
                  </a:cubicBezTo>
                  <a:lnTo>
                    <a:pt x="1" y="96914"/>
                  </a:lnTo>
                  <a:cubicBezTo>
                    <a:pt x="2284" y="97240"/>
                    <a:pt x="4600" y="97436"/>
                    <a:pt x="6949" y="97436"/>
                  </a:cubicBezTo>
                  <a:cubicBezTo>
                    <a:pt x="33827" y="97436"/>
                    <a:pt x="55683" y="75580"/>
                    <a:pt x="55683" y="48701"/>
                  </a:cubicBezTo>
                  <a:cubicBezTo>
                    <a:pt x="55683" y="21855"/>
                    <a:pt x="33827" y="0"/>
                    <a:pt x="694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3"/>
            <p:cNvSpPr/>
            <p:nvPr/>
          </p:nvSpPr>
          <p:spPr>
            <a:xfrm>
              <a:off x="3278275" y="3717825"/>
              <a:ext cx="2435925" cy="1043875"/>
            </a:xfrm>
            <a:custGeom>
              <a:avLst/>
              <a:gdLst/>
              <a:ahLst/>
              <a:cxnLst/>
              <a:rect l="l" t="t" r="r" b="b"/>
              <a:pathLst>
                <a:path w="97437" h="41755" extrusionOk="0">
                  <a:moveTo>
                    <a:pt x="20878" y="1"/>
                  </a:moveTo>
                  <a:cubicBezTo>
                    <a:pt x="9363" y="1"/>
                    <a:pt x="1" y="9363"/>
                    <a:pt x="1" y="20878"/>
                  </a:cubicBezTo>
                  <a:lnTo>
                    <a:pt x="1" y="34774"/>
                  </a:lnTo>
                  <a:cubicBezTo>
                    <a:pt x="1" y="38623"/>
                    <a:pt x="3132" y="41754"/>
                    <a:pt x="6949" y="41754"/>
                  </a:cubicBezTo>
                  <a:lnTo>
                    <a:pt x="90456" y="41754"/>
                  </a:lnTo>
                  <a:cubicBezTo>
                    <a:pt x="94305" y="41754"/>
                    <a:pt x="97436" y="38623"/>
                    <a:pt x="97436" y="34774"/>
                  </a:cubicBezTo>
                  <a:lnTo>
                    <a:pt x="97436" y="20878"/>
                  </a:lnTo>
                  <a:cubicBezTo>
                    <a:pt x="97436" y="9363"/>
                    <a:pt x="88074" y="1"/>
                    <a:pt x="765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3"/>
            <p:cNvSpPr/>
            <p:nvPr/>
          </p:nvSpPr>
          <p:spPr>
            <a:xfrm>
              <a:off x="1886225" y="3717825"/>
              <a:ext cx="1043875" cy="1043875"/>
            </a:xfrm>
            <a:custGeom>
              <a:avLst/>
              <a:gdLst/>
              <a:ahLst/>
              <a:cxnLst/>
              <a:rect l="l" t="t" r="r" b="b"/>
              <a:pathLst>
                <a:path w="41755" h="41755" extrusionOk="0">
                  <a:moveTo>
                    <a:pt x="20877" y="1"/>
                  </a:moveTo>
                  <a:cubicBezTo>
                    <a:pt x="9363" y="1"/>
                    <a:pt x="1" y="9363"/>
                    <a:pt x="1" y="20878"/>
                  </a:cubicBezTo>
                  <a:lnTo>
                    <a:pt x="1" y="34774"/>
                  </a:lnTo>
                  <a:cubicBezTo>
                    <a:pt x="1" y="38623"/>
                    <a:pt x="3132" y="41754"/>
                    <a:pt x="6981" y="41754"/>
                  </a:cubicBezTo>
                  <a:lnTo>
                    <a:pt x="34806" y="41754"/>
                  </a:lnTo>
                  <a:cubicBezTo>
                    <a:pt x="38655" y="41754"/>
                    <a:pt x="41754" y="38623"/>
                    <a:pt x="41754" y="34774"/>
                  </a:cubicBezTo>
                  <a:lnTo>
                    <a:pt x="41754" y="20878"/>
                  </a:lnTo>
                  <a:cubicBezTo>
                    <a:pt x="41754" y="9363"/>
                    <a:pt x="32392" y="1"/>
                    <a:pt x="208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3"/>
            <p:cNvSpPr/>
            <p:nvPr/>
          </p:nvSpPr>
          <p:spPr>
            <a:xfrm>
              <a:off x="3451975" y="933725"/>
              <a:ext cx="696475" cy="696475"/>
            </a:xfrm>
            <a:custGeom>
              <a:avLst/>
              <a:gdLst/>
              <a:ahLst/>
              <a:cxnLst/>
              <a:rect l="l" t="t" r="r" b="b"/>
              <a:pathLst>
                <a:path w="27859" h="27859" extrusionOk="0">
                  <a:moveTo>
                    <a:pt x="20878" y="1"/>
                  </a:moveTo>
                  <a:cubicBezTo>
                    <a:pt x="18431" y="1"/>
                    <a:pt x="16115" y="425"/>
                    <a:pt x="13930" y="1208"/>
                  </a:cubicBezTo>
                  <a:cubicBezTo>
                    <a:pt x="5807" y="4078"/>
                    <a:pt x="1" y="11842"/>
                    <a:pt x="1" y="20877"/>
                  </a:cubicBezTo>
                  <a:cubicBezTo>
                    <a:pt x="1" y="24727"/>
                    <a:pt x="3132" y="27858"/>
                    <a:pt x="6982" y="27858"/>
                  </a:cubicBezTo>
                  <a:cubicBezTo>
                    <a:pt x="10831" y="27858"/>
                    <a:pt x="13930" y="24727"/>
                    <a:pt x="13930" y="20877"/>
                  </a:cubicBezTo>
                  <a:cubicBezTo>
                    <a:pt x="13930" y="17028"/>
                    <a:pt x="17028" y="13929"/>
                    <a:pt x="20878" y="13929"/>
                  </a:cubicBezTo>
                  <a:cubicBezTo>
                    <a:pt x="24727" y="13929"/>
                    <a:pt x="27858" y="10831"/>
                    <a:pt x="27858" y="6981"/>
                  </a:cubicBezTo>
                  <a:cubicBezTo>
                    <a:pt x="27858" y="3132"/>
                    <a:pt x="24727" y="1"/>
                    <a:pt x="20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3"/>
            <p:cNvSpPr/>
            <p:nvPr/>
          </p:nvSpPr>
          <p:spPr>
            <a:xfrm>
              <a:off x="3800200" y="3717825"/>
              <a:ext cx="1914000" cy="1043875"/>
            </a:xfrm>
            <a:custGeom>
              <a:avLst/>
              <a:gdLst/>
              <a:ahLst/>
              <a:cxnLst/>
              <a:rect l="l" t="t" r="r" b="b"/>
              <a:pathLst>
                <a:path w="76560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69579" y="41754"/>
                  </a:lnTo>
                  <a:cubicBezTo>
                    <a:pt x="73428" y="41754"/>
                    <a:pt x="76559" y="38623"/>
                    <a:pt x="76559" y="34774"/>
                  </a:cubicBezTo>
                  <a:lnTo>
                    <a:pt x="76559" y="20878"/>
                  </a:lnTo>
                  <a:cubicBezTo>
                    <a:pt x="76559" y="9363"/>
                    <a:pt x="67197" y="1"/>
                    <a:pt x="556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3"/>
            <p:cNvSpPr/>
            <p:nvPr/>
          </p:nvSpPr>
          <p:spPr>
            <a:xfrm>
              <a:off x="3800200" y="933725"/>
              <a:ext cx="348250" cy="521950"/>
            </a:xfrm>
            <a:custGeom>
              <a:avLst/>
              <a:gdLst/>
              <a:ahLst/>
              <a:cxnLst/>
              <a:rect l="l" t="t" r="r" b="b"/>
              <a:pathLst>
                <a:path w="13930" h="20878" extrusionOk="0">
                  <a:moveTo>
                    <a:pt x="6949" y="1"/>
                  </a:moveTo>
                  <a:cubicBezTo>
                    <a:pt x="4502" y="1"/>
                    <a:pt x="2186" y="425"/>
                    <a:pt x="1" y="1208"/>
                  </a:cubicBezTo>
                  <a:lnTo>
                    <a:pt x="1" y="20877"/>
                  </a:lnTo>
                  <a:cubicBezTo>
                    <a:pt x="1" y="17028"/>
                    <a:pt x="3099" y="13929"/>
                    <a:pt x="6949" y="13929"/>
                  </a:cubicBezTo>
                  <a:cubicBezTo>
                    <a:pt x="10798" y="13929"/>
                    <a:pt x="13929" y="10831"/>
                    <a:pt x="13929" y="6981"/>
                  </a:cubicBezTo>
                  <a:cubicBezTo>
                    <a:pt x="13929" y="3132"/>
                    <a:pt x="10798" y="1"/>
                    <a:pt x="69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3"/>
            <p:cNvSpPr/>
            <p:nvPr/>
          </p:nvSpPr>
          <p:spPr>
            <a:xfrm>
              <a:off x="1190625" y="4413450"/>
              <a:ext cx="5219200" cy="1043875"/>
            </a:xfrm>
            <a:custGeom>
              <a:avLst/>
              <a:gdLst/>
              <a:ahLst/>
              <a:cxnLst/>
              <a:rect l="l" t="t" r="r" b="b"/>
              <a:pathLst>
                <a:path w="208768" h="41755" extrusionOk="0">
                  <a:moveTo>
                    <a:pt x="20877" y="1"/>
                  </a:moveTo>
                  <a:cubicBezTo>
                    <a:pt x="9362" y="1"/>
                    <a:pt x="0" y="9363"/>
                    <a:pt x="0" y="20877"/>
                  </a:cubicBezTo>
                  <a:lnTo>
                    <a:pt x="0" y="34806"/>
                  </a:lnTo>
                  <a:cubicBezTo>
                    <a:pt x="0" y="38623"/>
                    <a:pt x="3132" y="41754"/>
                    <a:pt x="6948" y="41754"/>
                  </a:cubicBezTo>
                  <a:lnTo>
                    <a:pt x="201819" y="41754"/>
                  </a:lnTo>
                  <a:cubicBezTo>
                    <a:pt x="205636" y="41754"/>
                    <a:pt x="208767" y="38623"/>
                    <a:pt x="208767" y="34806"/>
                  </a:cubicBezTo>
                  <a:lnTo>
                    <a:pt x="208767" y="20877"/>
                  </a:lnTo>
                  <a:cubicBezTo>
                    <a:pt x="208767" y="9363"/>
                    <a:pt x="199405" y="1"/>
                    <a:pt x="18789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3"/>
            <p:cNvSpPr/>
            <p:nvPr/>
          </p:nvSpPr>
          <p:spPr>
            <a:xfrm>
              <a:off x="3800200" y="4413450"/>
              <a:ext cx="2609625" cy="1043875"/>
            </a:xfrm>
            <a:custGeom>
              <a:avLst/>
              <a:gdLst/>
              <a:ahLst/>
              <a:cxnLst/>
              <a:rect l="l" t="t" r="r" b="b"/>
              <a:pathLst>
                <a:path w="104385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97436" y="41754"/>
                  </a:lnTo>
                  <a:cubicBezTo>
                    <a:pt x="101253" y="41754"/>
                    <a:pt x="104384" y="38623"/>
                    <a:pt x="104384" y="34806"/>
                  </a:cubicBezTo>
                  <a:lnTo>
                    <a:pt x="104384" y="20877"/>
                  </a:lnTo>
                  <a:cubicBezTo>
                    <a:pt x="104384" y="9363"/>
                    <a:pt x="95022" y="1"/>
                    <a:pt x="835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44"/>
          <p:cNvSpPr txBox="1">
            <a:spLocks noGrp="1"/>
          </p:cNvSpPr>
          <p:nvPr>
            <p:ph type="subTitle" idx="5"/>
          </p:nvPr>
        </p:nvSpPr>
        <p:spPr>
          <a:xfrm>
            <a:off x="769762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0" name="Google Shape;1110;p44"/>
          <p:cNvSpPr txBox="1">
            <a:spLocks noGrp="1"/>
          </p:cNvSpPr>
          <p:nvPr>
            <p:ph type="subTitle" idx="7"/>
          </p:nvPr>
        </p:nvSpPr>
        <p:spPr>
          <a:xfrm>
            <a:off x="6700838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1" name="Google Shape;1111;p44"/>
          <p:cNvSpPr txBox="1">
            <a:spLocks noGrp="1"/>
          </p:cNvSpPr>
          <p:nvPr>
            <p:ph type="subTitle" idx="8"/>
          </p:nvPr>
        </p:nvSpPr>
        <p:spPr>
          <a:xfrm>
            <a:off x="4723813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2" name="Google Shape;1112;p4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TEAM</a:t>
            </a:r>
            <a:endParaRPr/>
          </a:p>
        </p:txBody>
      </p:sp>
      <p:sp>
        <p:nvSpPr>
          <p:cNvPr id="1113" name="Google Shape;1113;p44"/>
          <p:cNvSpPr txBox="1">
            <a:spLocks noGrp="1"/>
          </p:cNvSpPr>
          <p:nvPr>
            <p:ph type="subTitle" idx="2"/>
          </p:nvPr>
        </p:nvSpPr>
        <p:spPr>
          <a:xfrm>
            <a:off x="769750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BOB KANE </a:t>
            </a:r>
            <a:endParaRPr/>
          </a:p>
        </p:txBody>
      </p:sp>
      <p:sp>
        <p:nvSpPr>
          <p:cNvPr id="1114" name="Google Shape;1114;p44"/>
          <p:cNvSpPr txBox="1">
            <a:spLocks noGrp="1"/>
          </p:cNvSpPr>
          <p:nvPr>
            <p:ph type="subTitle" idx="3"/>
          </p:nvPr>
        </p:nvSpPr>
        <p:spPr>
          <a:xfrm>
            <a:off x="4723813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 DOE</a:t>
            </a:r>
            <a:endParaRPr/>
          </a:p>
        </p:txBody>
      </p:sp>
      <p:sp>
        <p:nvSpPr>
          <p:cNvPr id="1115" name="Google Shape;1115;p44"/>
          <p:cNvSpPr txBox="1">
            <a:spLocks noGrp="1"/>
          </p:cNvSpPr>
          <p:nvPr>
            <p:ph type="subTitle" idx="4"/>
          </p:nvPr>
        </p:nvSpPr>
        <p:spPr>
          <a:xfrm>
            <a:off x="6700845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LEIA BROWN </a:t>
            </a:r>
            <a:endParaRPr/>
          </a:p>
        </p:txBody>
      </p:sp>
      <p:sp>
        <p:nvSpPr>
          <p:cNvPr id="1116" name="Google Shape;1116;p44"/>
          <p:cNvSpPr txBox="1">
            <a:spLocks noGrp="1"/>
          </p:cNvSpPr>
          <p:nvPr>
            <p:ph type="subTitle" idx="6"/>
          </p:nvPr>
        </p:nvSpPr>
        <p:spPr>
          <a:xfrm>
            <a:off x="2746787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7" name="Google Shape;1117;p44"/>
          <p:cNvSpPr txBox="1">
            <a:spLocks noGrp="1"/>
          </p:cNvSpPr>
          <p:nvPr>
            <p:ph type="subTitle" idx="1"/>
          </p:nvPr>
        </p:nvSpPr>
        <p:spPr>
          <a:xfrm>
            <a:off x="2746782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AMY CLARK</a:t>
            </a:r>
            <a:endParaRPr/>
          </a:p>
        </p:txBody>
      </p:sp>
      <p:grpSp>
        <p:nvGrpSpPr>
          <p:cNvPr id="1118" name="Google Shape;1118;p44"/>
          <p:cNvGrpSpPr/>
          <p:nvPr/>
        </p:nvGrpSpPr>
        <p:grpSpPr>
          <a:xfrm>
            <a:off x="1333886" y="2026045"/>
            <a:ext cx="545151" cy="643005"/>
            <a:chOff x="1587750" y="238125"/>
            <a:chExt cx="4424925" cy="5219200"/>
          </a:xfrm>
        </p:grpSpPr>
        <p:sp>
          <p:nvSpPr>
            <p:cNvPr id="1119" name="Google Shape;1119;p44"/>
            <p:cNvSpPr/>
            <p:nvPr/>
          </p:nvSpPr>
          <p:spPr>
            <a:xfrm>
              <a:off x="5033225" y="2110500"/>
              <a:ext cx="979450" cy="1247725"/>
            </a:xfrm>
            <a:custGeom>
              <a:avLst/>
              <a:gdLst/>
              <a:ahLst/>
              <a:cxnLst/>
              <a:rect l="l" t="t" r="r" b="b"/>
              <a:pathLst>
                <a:path w="39178" h="49909" extrusionOk="0">
                  <a:moveTo>
                    <a:pt x="1" y="0"/>
                  </a:moveTo>
                  <a:lnTo>
                    <a:pt x="1" y="49909"/>
                  </a:lnTo>
                  <a:lnTo>
                    <a:pt x="18757" y="49909"/>
                  </a:lnTo>
                  <a:cubicBezTo>
                    <a:pt x="30044" y="49909"/>
                    <a:pt x="39177" y="40775"/>
                    <a:pt x="39177" y="29489"/>
                  </a:cubicBezTo>
                  <a:lnTo>
                    <a:pt x="39177" y="20420"/>
                  </a:lnTo>
                  <a:cubicBezTo>
                    <a:pt x="39177" y="9134"/>
                    <a:pt x="30044" y="0"/>
                    <a:pt x="18757" y="0"/>
                  </a:cubicBez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44"/>
            <p:cNvSpPr/>
            <p:nvPr/>
          </p:nvSpPr>
          <p:spPr>
            <a:xfrm>
              <a:off x="1587750" y="2110500"/>
              <a:ext cx="866100" cy="1247725"/>
            </a:xfrm>
            <a:custGeom>
              <a:avLst/>
              <a:gdLst/>
              <a:ahLst/>
              <a:cxnLst/>
              <a:rect l="l" t="t" r="r" b="b"/>
              <a:pathLst>
                <a:path w="34644" h="49909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lnTo>
                    <a:pt x="1" y="29489"/>
                  </a:lnTo>
                  <a:cubicBezTo>
                    <a:pt x="1" y="40775"/>
                    <a:pt x="9134" y="49909"/>
                    <a:pt x="20421" y="49909"/>
                  </a:cubicBezTo>
                  <a:lnTo>
                    <a:pt x="34643" y="49909"/>
                  </a:lnTo>
                  <a:lnTo>
                    <a:pt x="34643" y="0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44"/>
            <p:cNvSpPr/>
            <p:nvPr/>
          </p:nvSpPr>
          <p:spPr>
            <a:xfrm>
              <a:off x="3484600" y="490100"/>
              <a:ext cx="2017575" cy="3721125"/>
            </a:xfrm>
            <a:custGeom>
              <a:avLst/>
              <a:gdLst/>
              <a:ahLst/>
              <a:cxnLst/>
              <a:rect l="l" t="t" r="r" b="b"/>
              <a:pathLst>
                <a:path w="80703" h="148845" extrusionOk="0">
                  <a:moveTo>
                    <a:pt x="1" y="1"/>
                  </a:moveTo>
                  <a:lnTo>
                    <a:pt x="12625" y="148845"/>
                  </a:lnTo>
                  <a:lnTo>
                    <a:pt x="80702" y="114725"/>
                  </a:lnTo>
                  <a:lnTo>
                    <a:pt x="80702" y="57999"/>
                  </a:lnTo>
                  <a:cubicBezTo>
                    <a:pt x="80702" y="57999"/>
                    <a:pt x="77864" y="35719"/>
                    <a:pt x="72841" y="26227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44"/>
            <p:cNvSpPr/>
            <p:nvPr/>
          </p:nvSpPr>
          <p:spPr>
            <a:xfrm>
              <a:off x="2098250" y="368600"/>
              <a:ext cx="1701975" cy="3842625"/>
            </a:xfrm>
            <a:custGeom>
              <a:avLst/>
              <a:gdLst/>
              <a:ahLst/>
              <a:cxnLst/>
              <a:rect l="l" t="t" r="r" b="b"/>
              <a:pathLst>
                <a:path w="68079" h="153705" extrusionOk="0">
                  <a:moveTo>
                    <a:pt x="41917" y="0"/>
                  </a:moveTo>
                  <a:cubicBezTo>
                    <a:pt x="17289" y="10243"/>
                    <a:pt x="1" y="34545"/>
                    <a:pt x="1" y="62859"/>
                  </a:cubicBezTo>
                  <a:lnTo>
                    <a:pt x="1" y="119585"/>
                  </a:lnTo>
                  <a:lnTo>
                    <a:pt x="68079" y="153705"/>
                  </a:lnTo>
                  <a:lnTo>
                    <a:pt x="68079" y="9395"/>
                  </a:lnTo>
                  <a:lnTo>
                    <a:pt x="41917" y="0"/>
                  </a:ln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44"/>
            <p:cNvSpPr/>
            <p:nvPr/>
          </p:nvSpPr>
          <p:spPr>
            <a:xfrm>
              <a:off x="3345975" y="3076850"/>
              <a:ext cx="2156200" cy="2380475"/>
            </a:xfrm>
            <a:custGeom>
              <a:avLst/>
              <a:gdLst/>
              <a:ahLst/>
              <a:cxnLst/>
              <a:rect l="l" t="t" r="r" b="b"/>
              <a:pathLst>
                <a:path w="86248" h="95219" extrusionOk="0">
                  <a:moveTo>
                    <a:pt x="18170" y="1"/>
                  </a:moveTo>
                  <a:lnTo>
                    <a:pt x="0" y="47626"/>
                  </a:lnTo>
                  <a:lnTo>
                    <a:pt x="18170" y="95218"/>
                  </a:lnTo>
                  <a:cubicBezTo>
                    <a:pt x="55780" y="95218"/>
                    <a:pt x="86247" y="64751"/>
                    <a:pt x="86247" y="27140"/>
                  </a:cubicBezTo>
                  <a:lnTo>
                    <a:pt x="86247" y="11255"/>
                  </a:lnTo>
                  <a:lnTo>
                    <a:pt x="55682" y="11255"/>
                  </a:lnTo>
                  <a:cubicBezTo>
                    <a:pt x="44918" y="4143"/>
                    <a:pt x="32033" y="1"/>
                    <a:pt x="181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44"/>
            <p:cNvSpPr/>
            <p:nvPr/>
          </p:nvSpPr>
          <p:spPr>
            <a:xfrm>
              <a:off x="2098250" y="3076850"/>
              <a:ext cx="1701975" cy="2380475"/>
            </a:xfrm>
            <a:custGeom>
              <a:avLst/>
              <a:gdLst/>
              <a:ahLst/>
              <a:cxnLst/>
              <a:rect l="l" t="t" r="r" b="b"/>
              <a:pathLst>
                <a:path w="68079" h="95219" extrusionOk="0">
                  <a:moveTo>
                    <a:pt x="68079" y="1"/>
                  </a:moveTo>
                  <a:cubicBezTo>
                    <a:pt x="54215" y="1"/>
                    <a:pt x="41330" y="4143"/>
                    <a:pt x="30598" y="11255"/>
                  </a:cubicBezTo>
                  <a:lnTo>
                    <a:pt x="1" y="11255"/>
                  </a:lnTo>
                  <a:lnTo>
                    <a:pt x="1" y="27140"/>
                  </a:lnTo>
                  <a:cubicBezTo>
                    <a:pt x="1" y="64751"/>
                    <a:pt x="30468" y="95218"/>
                    <a:pt x="68079" y="95218"/>
                  </a:cubicBezTo>
                  <a:lnTo>
                    <a:pt x="6807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44"/>
            <p:cNvSpPr/>
            <p:nvPr/>
          </p:nvSpPr>
          <p:spPr>
            <a:xfrm>
              <a:off x="3516400" y="199715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22704" y="13603"/>
                  </a:lnTo>
                  <a:lnTo>
                    <a:pt x="22704" y="0"/>
                  </a:ln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44"/>
            <p:cNvSpPr/>
            <p:nvPr/>
          </p:nvSpPr>
          <p:spPr>
            <a:xfrm>
              <a:off x="2892550" y="1656250"/>
              <a:ext cx="737250" cy="1021050"/>
            </a:xfrm>
            <a:custGeom>
              <a:avLst/>
              <a:gdLst/>
              <a:ahLst/>
              <a:cxnLst/>
              <a:rect l="l" t="t" r="r" b="b"/>
              <a:pathLst>
                <a:path w="29490" h="40842" extrusionOk="0">
                  <a:moveTo>
                    <a:pt x="9069" y="1"/>
                  </a:moveTo>
                  <a:lnTo>
                    <a:pt x="1" y="20421"/>
                  </a:lnTo>
                  <a:lnTo>
                    <a:pt x="9069" y="40841"/>
                  </a:lnTo>
                  <a:cubicBezTo>
                    <a:pt x="20323" y="40841"/>
                    <a:pt x="29489" y="31675"/>
                    <a:pt x="29489" y="20421"/>
                  </a:cubicBezTo>
                  <a:cubicBezTo>
                    <a:pt x="29489" y="9167"/>
                    <a:pt x="20323" y="1"/>
                    <a:pt x="9069" y="1"/>
                  </a:cubicBez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4"/>
            <p:cNvSpPr/>
            <p:nvPr/>
          </p:nvSpPr>
          <p:spPr>
            <a:xfrm>
              <a:off x="2608750" y="1656250"/>
              <a:ext cx="510525" cy="1021050"/>
            </a:xfrm>
            <a:custGeom>
              <a:avLst/>
              <a:gdLst/>
              <a:ahLst/>
              <a:cxnLst/>
              <a:rect l="l" t="t" r="r" b="b"/>
              <a:pathLst>
                <a:path w="20421" h="40842" extrusionOk="0">
                  <a:moveTo>
                    <a:pt x="20421" y="1"/>
                  </a:moveTo>
                  <a:cubicBezTo>
                    <a:pt x="9167" y="1"/>
                    <a:pt x="1" y="9167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lnTo>
                    <a:pt x="204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4"/>
            <p:cNvSpPr/>
            <p:nvPr/>
          </p:nvSpPr>
          <p:spPr>
            <a:xfrm>
              <a:off x="4254425" y="1656250"/>
              <a:ext cx="737250" cy="1021050"/>
            </a:xfrm>
            <a:custGeom>
              <a:avLst/>
              <a:gdLst/>
              <a:ahLst/>
              <a:cxnLst/>
              <a:rect l="l" t="t" r="r" b="b"/>
              <a:pathLst>
                <a:path w="29490" h="40842" extrusionOk="0">
                  <a:moveTo>
                    <a:pt x="9069" y="1"/>
                  </a:moveTo>
                  <a:lnTo>
                    <a:pt x="1" y="20421"/>
                  </a:lnTo>
                  <a:lnTo>
                    <a:pt x="9069" y="40841"/>
                  </a:lnTo>
                  <a:cubicBezTo>
                    <a:pt x="20323" y="40841"/>
                    <a:pt x="29489" y="31675"/>
                    <a:pt x="29489" y="20421"/>
                  </a:cubicBezTo>
                  <a:cubicBezTo>
                    <a:pt x="29489" y="9167"/>
                    <a:pt x="20323" y="1"/>
                    <a:pt x="9069" y="1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44"/>
            <p:cNvSpPr/>
            <p:nvPr/>
          </p:nvSpPr>
          <p:spPr>
            <a:xfrm>
              <a:off x="3970650" y="1656250"/>
              <a:ext cx="510525" cy="1021050"/>
            </a:xfrm>
            <a:custGeom>
              <a:avLst/>
              <a:gdLst/>
              <a:ahLst/>
              <a:cxnLst/>
              <a:rect l="l" t="t" r="r" b="b"/>
              <a:pathLst>
                <a:path w="20421" h="40842" extrusionOk="0">
                  <a:moveTo>
                    <a:pt x="20420" y="1"/>
                  </a:moveTo>
                  <a:cubicBezTo>
                    <a:pt x="9166" y="1"/>
                    <a:pt x="0" y="9167"/>
                    <a:pt x="0" y="20421"/>
                  </a:cubicBezTo>
                  <a:cubicBezTo>
                    <a:pt x="0" y="31675"/>
                    <a:pt x="9166" y="40841"/>
                    <a:pt x="20420" y="40841"/>
                  </a:cubicBezTo>
                  <a:lnTo>
                    <a:pt x="20420" y="1"/>
                  </a:ln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44"/>
            <p:cNvSpPr/>
            <p:nvPr/>
          </p:nvSpPr>
          <p:spPr>
            <a:xfrm>
              <a:off x="3686850" y="3587350"/>
              <a:ext cx="510525" cy="340900"/>
            </a:xfrm>
            <a:custGeom>
              <a:avLst/>
              <a:gdLst/>
              <a:ahLst/>
              <a:cxnLst/>
              <a:rect l="l" t="t" r="r" b="b"/>
              <a:pathLst>
                <a:path w="20421" h="13636" extrusionOk="0">
                  <a:moveTo>
                    <a:pt x="4535" y="1"/>
                  </a:moveTo>
                  <a:lnTo>
                    <a:pt x="0" y="6818"/>
                  </a:lnTo>
                  <a:lnTo>
                    <a:pt x="4535" y="13636"/>
                  </a:lnTo>
                  <a:lnTo>
                    <a:pt x="20420" y="13636"/>
                  </a:lnTo>
                  <a:lnTo>
                    <a:pt x="20420" y="1"/>
                  </a:ln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44"/>
            <p:cNvSpPr/>
            <p:nvPr/>
          </p:nvSpPr>
          <p:spPr>
            <a:xfrm>
              <a:off x="3403050" y="3587350"/>
              <a:ext cx="397175" cy="340900"/>
            </a:xfrm>
            <a:custGeom>
              <a:avLst/>
              <a:gdLst/>
              <a:ahLst/>
              <a:cxnLst/>
              <a:rect l="l" t="t" r="r" b="b"/>
              <a:pathLst>
                <a:path w="15887" h="13636" extrusionOk="0">
                  <a:moveTo>
                    <a:pt x="1" y="1"/>
                  </a:moveTo>
                  <a:lnTo>
                    <a:pt x="1" y="13636"/>
                  </a:lnTo>
                  <a:lnTo>
                    <a:pt x="15887" y="13636"/>
                  </a:lnTo>
                  <a:lnTo>
                    <a:pt x="15887" y="1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44"/>
            <p:cNvSpPr/>
            <p:nvPr/>
          </p:nvSpPr>
          <p:spPr>
            <a:xfrm>
              <a:off x="3146175" y="238125"/>
              <a:ext cx="2159450" cy="907650"/>
            </a:xfrm>
            <a:custGeom>
              <a:avLst/>
              <a:gdLst/>
              <a:ahLst/>
              <a:cxnLst/>
              <a:rect l="l" t="t" r="r" b="b"/>
              <a:pathLst>
                <a:path w="86378" h="36306" extrusionOk="0">
                  <a:moveTo>
                    <a:pt x="26162" y="0"/>
                  </a:moveTo>
                  <a:cubicBezTo>
                    <a:pt x="16898" y="0"/>
                    <a:pt x="8058" y="1859"/>
                    <a:pt x="0" y="5219"/>
                  </a:cubicBezTo>
                  <a:cubicBezTo>
                    <a:pt x="10537" y="23780"/>
                    <a:pt x="30500" y="36306"/>
                    <a:pt x="53399" y="36306"/>
                  </a:cubicBezTo>
                  <a:lnTo>
                    <a:pt x="86378" y="36306"/>
                  </a:lnTo>
                  <a:cubicBezTo>
                    <a:pt x="74961" y="14712"/>
                    <a:pt x="52290" y="0"/>
                    <a:pt x="261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3" name="Google Shape;1133;p44"/>
          <p:cNvGrpSpPr/>
          <p:nvPr/>
        </p:nvGrpSpPr>
        <p:grpSpPr>
          <a:xfrm>
            <a:off x="7216769" y="1999949"/>
            <a:ext cx="641538" cy="695197"/>
            <a:chOff x="1392050" y="238125"/>
            <a:chExt cx="4816350" cy="5219200"/>
          </a:xfrm>
        </p:grpSpPr>
        <p:sp>
          <p:nvSpPr>
            <p:cNvPr id="1134" name="Google Shape;1134;p44"/>
            <p:cNvSpPr/>
            <p:nvPr/>
          </p:nvSpPr>
          <p:spPr>
            <a:xfrm>
              <a:off x="1392050" y="2053400"/>
              <a:ext cx="910925" cy="1021025"/>
            </a:xfrm>
            <a:custGeom>
              <a:avLst/>
              <a:gdLst/>
              <a:ahLst/>
              <a:cxnLst/>
              <a:rect l="l" t="t" r="r" b="b"/>
              <a:pathLst>
                <a:path w="36437" h="40841" extrusionOk="0">
                  <a:moveTo>
                    <a:pt x="20420" y="1"/>
                  </a:moveTo>
                  <a:cubicBezTo>
                    <a:pt x="9134" y="1"/>
                    <a:pt x="0" y="9134"/>
                    <a:pt x="0" y="20421"/>
                  </a:cubicBezTo>
                  <a:cubicBezTo>
                    <a:pt x="0" y="31675"/>
                    <a:pt x="9134" y="40841"/>
                    <a:pt x="20420" y="40841"/>
                  </a:cubicBezTo>
                  <a:cubicBezTo>
                    <a:pt x="21236" y="40841"/>
                    <a:pt x="36436" y="40678"/>
                    <a:pt x="36436" y="40678"/>
                  </a:cubicBezTo>
                  <a:lnTo>
                    <a:pt x="36436" y="1"/>
                  </a:lnTo>
                  <a:close/>
                </a:path>
              </a:pathLst>
            </a:custGeom>
            <a:solidFill>
              <a:srgbClr val="FCA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44"/>
            <p:cNvSpPr/>
            <p:nvPr/>
          </p:nvSpPr>
          <p:spPr>
            <a:xfrm>
              <a:off x="1452375" y="2787350"/>
              <a:ext cx="1021050" cy="1021025"/>
            </a:xfrm>
            <a:custGeom>
              <a:avLst/>
              <a:gdLst/>
              <a:ahLst/>
              <a:cxnLst/>
              <a:rect l="l" t="t" r="r" b="b"/>
              <a:pathLst>
                <a:path w="40842" h="40841" extrusionOk="0">
                  <a:moveTo>
                    <a:pt x="20421" y="13603"/>
                  </a:moveTo>
                  <a:cubicBezTo>
                    <a:pt x="24172" y="13603"/>
                    <a:pt x="27239" y="16669"/>
                    <a:pt x="27239" y="20421"/>
                  </a:cubicBezTo>
                  <a:cubicBezTo>
                    <a:pt x="27239" y="24172"/>
                    <a:pt x="24172" y="27206"/>
                    <a:pt x="20421" y="27206"/>
                  </a:cubicBezTo>
                  <a:cubicBezTo>
                    <a:pt x="16670" y="27206"/>
                    <a:pt x="13603" y="24172"/>
                    <a:pt x="13603" y="20421"/>
                  </a:cubicBezTo>
                  <a:cubicBezTo>
                    <a:pt x="13603" y="16669"/>
                    <a:pt x="16670" y="13603"/>
                    <a:pt x="20421" y="13603"/>
                  </a:cubicBezTo>
                  <a:close/>
                  <a:moveTo>
                    <a:pt x="20421" y="1"/>
                  </a:moveTo>
                  <a:cubicBezTo>
                    <a:pt x="9167" y="1"/>
                    <a:pt x="1" y="9167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cubicBezTo>
                    <a:pt x="31675" y="40841"/>
                    <a:pt x="40841" y="31675"/>
                    <a:pt x="40841" y="20421"/>
                  </a:cubicBezTo>
                  <a:cubicBezTo>
                    <a:pt x="40841" y="9167"/>
                    <a:pt x="31675" y="1"/>
                    <a:pt x="204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4"/>
            <p:cNvSpPr/>
            <p:nvPr/>
          </p:nvSpPr>
          <p:spPr>
            <a:xfrm>
              <a:off x="3376950" y="1714975"/>
              <a:ext cx="1701975" cy="3060575"/>
            </a:xfrm>
            <a:custGeom>
              <a:avLst/>
              <a:gdLst/>
              <a:ahLst/>
              <a:cxnLst/>
              <a:rect l="l" t="t" r="r" b="b"/>
              <a:pathLst>
                <a:path w="68079" h="122423" extrusionOk="0">
                  <a:moveTo>
                    <a:pt x="1" y="1"/>
                  </a:moveTo>
                  <a:lnTo>
                    <a:pt x="9102" y="122423"/>
                  </a:lnTo>
                  <a:cubicBezTo>
                    <a:pt x="22574" y="122423"/>
                    <a:pt x="37514" y="115540"/>
                    <a:pt x="49942" y="104580"/>
                  </a:cubicBezTo>
                  <a:lnTo>
                    <a:pt x="68079" y="248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A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44"/>
            <p:cNvSpPr/>
            <p:nvPr/>
          </p:nvSpPr>
          <p:spPr>
            <a:xfrm>
              <a:off x="1902550" y="1019350"/>
              <a:ext cx="1701950" cy="3757025"/>
            </a:xfrm>
            <a:custGeom>
              <a:avLst/>
              <a:gdLst/>
              <a:ahLst/>
              <a:cxnLst/>
              <a:rect l="l" t="t" r="r" b="b"/>
              <a:pathLst>
                <a:path w="68078" h="150281" extrusionOk="0">
                  <a:moveTo>
                    <a:pt x="45374" y="1"/>
                  </a:moveTo>
                  <a:cubicBezTo>
                    <a:pt x="33142" y="13962"/>
                    <a:pt x="0" y="41363"/>
                    <a:pt x="0" y="41363"/>
                  </a:cubicBezTo>
                  <a:lnTo>
                    <a:pt x="0" y="77669"/>
                  </a:lnTo>
                  <a:cubicBezTo>
                    <a:pt x="0" y="115247"/>
                    <a:pt x="37676" y="150281"/>
                    <a:pt x="68078" y="150281"/>
                  </a:cubicBezTo>
                  <a:lnTo>
                    <a:pt x="68078" y="1"/>
                  </a:lnTo>
                  <a:close/>
                </a:path>
              </a:pathLst>
            </a:custGeom>
            <a:solidFill>
              <a:srgbClr val="FCC2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44"/>
            <p:cNvSpPr/>
            <p:nvPr/>
          </p:nvSpPr>
          <p:spPr>
            <a:xfrm>
              <a:off x="1902550" y="533325"/>
              <a:ext cx="1377400" cy="1520100"/>
            </a:xfrm>
            <a:custGeom>
              <a:avLst/>
              <a:gdLst/>
              <a:ahLst/>
              <a:cxnLst/>
              <a:rect l="l" t="t" r="r" b="b"/>
              <a:pathLst>
                <a:path w="55096" h="60804" extrusionOk="0">
                  <a:moveTo>
                    <a:pt x="29749" y="0"/>
                  </a:moveTo>
                  <a:cubicBezTo>
                    <a:pt x="11809" y="12233"/>
                    <a:pt x="0" y="32881"/>
                    <a:pt x="0" y="56270"/>
                  </a:cubicBezTo>
                  <a:lnTo>
                    <a:pt x="0" y="60804"/>
                  </a:lnTo>
                  <a:cubicBezTo>
                    <a:pt x="17778" y="54149"/>
                    <a:pt x="33142" y="42471"/>
                    <a:pt x="45374" y="28510"/>
                  </a:cubicBezTo>
                  <a:lnTo>
                    <a:pt x="55095" y="13114"/>
                  </a:lnTo>
                  <a:lnTo>
                    <a:pt x="297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4"/>
            <p:cNvSpPr/>
            <p:nvPr/>
          </p:nvSpPr>
          <p:spPr>
            <a:xfrm>
              <a:off x="2646275" y="238125"/>
              <a:ext cx="3562125" cy="5219200"/>
            </a:xfrm>
            <a:custGeom>
              <a:avLst/>
              <a:gdLst/>
              <a:ahLst/>
              <a:cxnLst/>
              <a:rect l="l" t="t" r="r" b="b"/>
              <a:pathLst>
                <a:path w="142485" h="208768" extrusionOk="0">
                  <a:moveTo>
                    <a:pt x="38329" y="0"/>
                  </a:moveTo>
                  <a:cubicBezTo>
                    <a:pt x="24107" y="0"/>
                    <a:pt x="10928" y="4338"/>
                    <a:pt x="0" y="11808"/>
                  </a:cubicBezTo>
                  <a:lnTo>
                    <a:pt x="15625" y="40318"/>
                  </a:lnTo>
                  <a:lnTo>
                    <a:pt x="41036" y="86736"/>
                  </a:lnTo>
                  <a:cubicBezTo>
                    <a:pt x="47038" y="97696"/>
                    <a:pt x="62141" y="106634"/>
                    <a:pt x="74602" y="106634"/>
                  </a:cubicBezTo>
                  <a:lnTo>
                    <a:pt x="79169" y="106634"/>
                  </a:lnTo>
                  <a:lnTo>
                    <a:pt x="79169" y="208735"/>
                  </a:lnTo>
                  <a:lnTo>
                    <a:pt x="122553" y="208767"/>
                  </a:lnTo>
                  <a:cubicBezTo>
                    <a:pt x="134851" y="196437"/>
                    <a:pt x="142484" y="179442"/>
                    <a:pt x="142484" y="160653"/>
                  </a:cubicBezTo>
                  <a:cubicBezTo>
                    <a:pt x="142484" y="151911"/>
                    <a:pt x="140853" y="143593"/>
                    <a:pt x="137852" y="135927"/>
                  </a:cubicBezTo>
                  <a:lnTo>
                    <a:pt x="101742" y="43352"/>
                  </a:lnTo>
                  <a:cubicBezTo>
                    <a:pt x="91858" y="17974"/>
                    <a:pt x="67197" y="0"/>
                    <a:pt x="383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44"/>
            <p:cNvSpPr/>
            <p:nvPr/>
          </p:nvSpPr>
          <p:spPr>
            <a:xfrm>
              <a:off x="2470125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1" y="1"/>
                  </a:moveTo>
                  <a:lnTo>
                    <a:pt x="1" y="13603"/>
                  </a:lnTo>
                  <a:lnTo>
                    <a:pt x="15854" y="13603"/>
                  </a:lnTo>
                  <a:lnTo>
                    <a:pt x="15854" y="20421"/>
                  </a:lnTo>
                  <a:lnTo>
                    <a:pt x="29489" y="20421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44"/>
            <p:cNvSpPr/>
            <p:nvPr/>
          </p:nvSpPr>
          <p:spPr>
            <a:xfrm>
              <a:off x="3093975" y="3414475"/>
              <a:ext cx="623875" cy="510525"/>
            </a:xfrm>
            <a:custGeom>
              <a:avLst/>
              <a:gdLst/>
              <a:ahLst/>
              <a:cxnLst/>
              <a:rect l="l" t="t" r="r" b="b"/>
              <a:pathLst>
                <a:path w="24955" h="20421" extrusionOk="0">
                  <a:moveTo>
                    <a:pt x="1" y="0"/>
                  </a:moveTo>
                  <a:cubicBezTo>
                    <a:pt x="1" y="11254"/>
                    <a:pt x="9134" y="20420"/>
                    <a:pt x="20421" y="20420"/>
                  </a:cubicBezTo>
                  <a:lnTo>
                    <a:pt x="24955" y="13603"/>
                  </a:lnTo>
                  <a:lnTo>
                    <a:pt x="20421" y="6818"/>
                  </a:lnTo>
                  <a:cubicBezTo>
                    <a:pt x="16670" y="6818"/>
                    <a:pt x="13603" y="3752"/>
                    <a:pt x="13603" y="0"/>
                  </a:cubicBezTo>
                  <a:close/>
                </a:path>
              </a:pathLst>
            </a:custGeom>
            <a:solidFill>
              <a:srgbClr val="D97A5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44"/>
            <p:cNvSpPr/>
            <p:nvPr/>
          </p:nvSpPr>
          <p:spPr>
            <a:xfrm>
              <a:off x="3604475" y="3414475"/>
              <a:ext cx="510525" cy="510525"/>
            </a:xfrm>
            <a:custGeom>
              <a:avLst/>
              <a:gdLst/>
              <a:ahLst/>
              <a:cxnLst/>
              <a:rect l="l" t="t" r="r" b="b"/>
              <a:pathLst>
                <a:path w="20421" h="20421" extrusionOk="0">
                  <a:moveTo>
                    <a:pt x="6786" y="0"/>
                  </a:moveTo>
                  <a:cubicBezTo>
                    <a:pt x="6786" y="3752"/>
                    <a:pt x="3752" y="6818"/>
                    <a:pt x="1" y="6818"/>
                  </a:cubicBezTo>
                  <a:lnTo>
                    <a:pt x="1" y="20420"/>
                  </a:lnTo>
                  <a:cubicBezTo>
                    <a:pt x="11255" y="20420"/>
                    <a:pt x="20421" y="11254"/>
                    <a:pt x="20421" y="0"/>
                  </a:cubicBezTo>
                  <a:close/>
                </a:path>
              </a:pathLst>
            </a:custGeom>
            <a:solidFill>
              <a:srgbClr val="CF64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44"/>
          <p:cNvGrpSpPr/>
          <p:nvPr/>
        </p:nvGrpSpPr>
        <p:grpSpPr>
          <a:xfrm>
            <a:off x="5276433" y="2012475"/>
            <a:ext cx="568160" cy="670145"/>
            <a:chOff x="1587750" y="238125"/>
            <a:chExt cx="4424925" cy="5219200"/>
          </a:xfrm>
        </p:grpSpPr>
        <p:sp>
          <p:nvSpPr>
            <p:cNvPr id="1144" name="Google Shape;1144;p44"/>
            <p:cNvSpPr/>
            <p:nvPr/>
          </p:nvSpPr>
          <p:spPr>
            <a:xfrm>
              <a:off x="1587750" y="262100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cubicBezTo>
                    <a:pt x="1" y="31707"/>
                    <a:pt x="9134" y="40840"/>
                    <a:pt x="20421" y="40840"/>
                  </a:cubicBezTo>
                  <a:cubicBezTo>
                    <a:pt x="21236" y="40840"/>
                    <a:pt x="36437" y="40710"/>
                    <a:pt x="36437" y="40710"/>
                  </a:cubicBezTo>
                  <a:lnTo>
                    <a:pt x="36437" y="0"/>
                  </a:ln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44"/>
            <p:cNvSpPr/>
            <p:nvPr/>
          </p:nvSpPr>
          <p:spPr>
            <a:xfrm>
              <a:off x="5101725" y="262100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1" y="0"/>
                  </a:moveTo>
                  <a:lnTo>
                    <a:pt x="1" y="40710"/>
                  </a:lnTo>
                  <a:cubicBezTo>
                    <a:pt x="1" y="40710"/>
                    <a:pt x="15202" y="40840"/>
                    <a:pt x="16017" y="40840"/>
                  </a:cubicBezTo>
                  <a:cubicBezTo>
                    <a:pt x="27304" y="40840"/>
                    <a:pt x="36437" y="31707"/>
                    <a:pt x="36437" y="20420"/>
                  </a:cubicBezTo>
                  <a:cubicBezTo>
                    <a:pt x="36437" y="9134"/>
                    <a:pt x="27304" y="0"/>
                    <a:pt x="16017" y="0"/>
                  </a:cubicBezTo>
                  <a:close/>
                </a:path>
              </a:pathLst>
            </a:custGeom>
            <a:solidFill>
              <a:srgbClr val="7943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44"/>
            <p:cNvSpPr/>
            <p:nvPr/>
          </p:nvSpPr>
          <p:spPr>
            <a:xfrm>
              <a:off x="3460150" y="1140050"/>
              <a:ext cx="2042025" cy="2728675"/>
            </a:xfrm>
            <a:custGeom>
              <a:avLst/>
              <a:gdLst/>
              <a:ahLst/>
              <a:cxnLst/>
              <a:rect l="l" t="t" r="r" b="b"/>
              <a:pathLst>
                <a:path w="81681" h="109147" extrusionOk="0">
                  <a:moveTo>
                    <a:pt x="56628" y="1"/>
                  </a:moveTo>
                  <a:lnTo>
                    <a:pt x="0" y="16441"/>
                  </a:lnTo>
                  <a:lnTo>
                    <a:pt x="0" y="109147"/>
                  </a:lnTo>
                  <a:lnTo>
                    <a:pt x="81680" y="100078"/>
                  </a:lnTo>
                  <a:lnTo>
                    <a:pt x="81680" y="61815"/>
                  </a:lnTo>
                  <a:cubicBezTo>
                    <a:pt x="81680" y="40547"/>
                    <a:pt x="71927" y="12494"/>
                    <a:pt x="56628" y="1"/>
                  </a:cubicBez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4"/>
            <p:cNvSpPr/>
            <p:nvPr/>
          </p:nvSpPr>
          <p:spPr>
            <a:xfrm>
              <a:off x="2098250" y="1140050"/>
              <a:ext cx="1701975" cy="2842025"/>
            </a:xfrm>
            <a:custGeom>
              <a:avLst/>
              <a:gdLst/>
              <a:ahLst/>
              <a:cxnLst/>
              <a:rect l="l" t="t" r="r" b="b"/>
              <a:pathLst>
                <a:path w="68079" h="113681" extrusionOk="0">
                  <a:moveTo>
                    <a:pt x="25053" y="1"/>
                  </a:moveTo>
                  <a:cubicBezTo>
                    <a:pt x="9754" y="12494"/>
                    <a:pt x="1" y="40547"/>
                    <a:pt x="1" y="61815"/>
                  </a:cubicBezTo>
                  <a:lnTo>
                    <a:pt x="1" y="100078"/>
                  </a:lnTo>
                  <a:lnTo>
                    <a:pt x="68079" y="113681"/>
                  </a:lnTo>
                  <a:lnTo>
                    <a:pt x="68079" y="30043"/>
                  </a:lnTo>
                  <a:lnTo>
                    <a:pt x="25053" y="1"/>
                  </a:lnTo>
                  <a:close/>
                </a:path>
              </a:pathLst>
            </a:custGeom>
            <a:solidFill>
              <a:srgbClr val="A15F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4"/>
            <p:cNvSpPr/>
            <p:nvPr/>
          </p:nvSpPr>
          <p:spPr>
            <a:xfrm>
              <a:off x="3460150" y="238125"/>
              <a:ext cx="2042025" cy="2447325"/>
            </a:xfrm>
            <a:custGeom>
              <a:avLst/>
              <a:gdLst/>
              <a:ahLst/>
              <a:cxnLst/>
              <a:rect l="l" t="t" r="r" b="b"/>
              <a:pathLst>
                <a:path w="81681" h="97893" extrusionOk="0">
                  <a:moveTo>
                    <a:pt x="13603" y="0"/>
                  </a:moveTo>
                  <a:lnTo>
                    <a:pt x="0" y="33077"/>
                  </a:lnTo>
                  <a:lnTo>
                    <a:pt x="13603" y="66120"/>
                  </a:lnTo>
                  <a:cubicBezTo>
                    <a:pt x="30369" y="66120"/>
                    <a:pt x="47592" y="57835"/>
                    <a:pt x="56628" y="45146"/>
                  </a:cubicBezTo>
                  <a:cubicBezTo>
                    <a:pt x="71927" y="57639"/>
                    <a:pt x="81680" y="76624"/>
                    <a:pt x="81680" y="97892"/>
                  </a:cubicBezTo>
                  <a:cubicBezTo>
                    <a:pt x="81680" y="97892"/>
                    <a:pt x="81680" y="47266"/>
                    <a:pt x="81680" y="40612"/>
                  </a:cubicBezTo>
                  <a:cubicBezTo>
                    <a:pt x="81680" y="35654"/>
                    <a:pt x="80049" y="30630"/>
                    <a:pt x="76722" y="26455"/>
                  </a:cubicBezTo>
                  <a:cubicBezTo>
                    <a:pt x="72318" y="20942"/>
                    <a:pt x="65860" y="18006"/>
                    <a:pt x="59303" y="17908"/>
                  </a:cubicBezTo>
                  <a:cubicBezTo>
                    <a:pt x="57150" y="13570"/>
                    <a:pt x="53562" y="9884"/>
                    <a:pt x="48865" y="7633"/>
                  </a:cubicBezTo>
                  <a:cubicBezTo>
                    <a:pt x="45687" y="6095"/>
                    <a:pt x="42335" y="5371"/>
                    <a:pt x="39039" y="5371"/>
                  </a:cubicBezTo>
                  <a:cubicBezTo>
                    <a:pt x="35973" y="5371"/>
                    <a:pt x="32956" y="5997"/>
                    <a:pt x="30173" y="7176"/>
                  </a:cubicBezTo>
                  <a:cubicBezTo>
                    <a:pt x="26031" y="2773"/>
                    <a:pt x="20127" y="0"/>
                    <a:pt x="13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4"/>
            <p:cNvSpPr/>
            <p:nvPr/>
          </p:nvSpPr>
          <p:spPr>
            <a:xfrm>
              <a:off x="2098250" y="238125"/>
              <a:ext cx="1701975" cy="2447325"/>
            </a:xfrm>
            <a:custGeom>
              <a:avLst/>
              <a:gdLst/>
              <a:ahLst/>
              <a:cxnLst/>
              <a:rect l="l" t="t" r="r" b="b"/>
              <a:pathLst>
                <a:path w="68079" h="97893" extrusionOk="0">
                  <a:moveTo>
                    <a:pt x="68079" y="0"/>
                  </a:moveTo>
                  <a:cubicBezTo>
                    <a:pt x="61555" y="0"/>
                    <a:pt x="55650" y="2773"/>
                    <a:pt x="51508" y="7176"/>
                  </a:cubicBezTo>
                  <a:cubicBezTo>
                    <a:pt x="48725" y="5997"/>
                    <a:pt x="45708" y="5371"/>
                    <a:pt x="42643" y="5371"/>
                  </a:cubicBezTo>
                  <a:cubicBezTo>
                    <a:pt x="39346" y="5371"/>
                    <a:pt x="35994" y="6095"/>
                    <a:pt x="32816" y="7633"/>
                  </a:cubicBezTo>
                  <a:cubicBezTo>
                    <a:pt x="28119" y="9884"/>
                    <a:pt x="24531" y="13570"/>
                    <a:pt x="22378" y="17908"/>
                  </a:cubicBezTo>
                  <a:cubicBezTo>
                    <a:pt x="15822" y="18006"/>
                    <a:pt x="9363" y="20942"/>
                    <a:pt x="4959" y="26455"/>
                  </a:cubicBezTo>
                  <a:cubicBezTo>
                    <a:pt x="1632" y="30630"/>
                    <a:pt x="1" y="35654"/>
                    <a:pt x="1" y="40612"/>
                  </a:cubicBezTo>
                  <a:cubicBezTo>
                    <a:pt x="1" y="47266"/>
                    <a:pt x="1" y="97892"/>
                    <a:pt x="1" y="97892"/>
                  </a:cubicBezTo>
                  <a:cubicBezTo>
                    <a:pt x="1" y="76624"/>
                    <a:pt x="9754" y="57639"/>
                    <a:pt x="25053" y="45146"/>
                  </a:cubicBezTo>
                  <a:cubicBezTo>
                    <a:pt x="34089" y="57835"/>
                    <a:pt x="51312" y="66120"/>
                    <a:pt x="68079" y="66120"/>
                  </a:cubicBezTo>
                  <a:lnTo>
                    <a:pt x="680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44"/>
            <p:cNvSpPr/>
            <p:nvPr/>
          </p:nvSpPr>
          <p:spPr>
            <a:xfrm>
              <a:off x="3460150" y="3642000"/>
              <a:ext cx="2042025" cy="1815325"/>
            </a:xfrm>
            <a:custGeom>
              <a:avLst/>
              <a:gdLst/>
              <a:ahLst/>
              <a:cxnLst/>
              <a:rect l="l" t="t" r="r" b="b"/>
              <a:pathLst>
                <a:path w="81681" h="72613" extrusionOk="0">
                  <a:moveTo>
                    <a:pt x="13603" y="0"/>
                  </a:moveTo>
                  <a:lnTo>
                    <a:pt x="0" y="36306"/>
                  </a:lnTo>
                  <a:lnTo>
                    <a:pt x="13603" y="72612"/>
                  </a:lnTo>
                  <a:cubicBezTo>
                    <a:pt x="51213" y="72612"/>
                    <a:pt x="81680" y="42145"/>
                    <a:pt x="81680" y="4534"/>
                  </a:cubicBezTo>
                  <a:lnTo>
                    <a:pt x="816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44"/>
            <p:cNvSpPr/>
            <p:nvPr/>
          </p:nvSpPr>
          <p:spPr>
            <a:xfrm>
              <a:off x="2098250" y="3642000"/>
              <a:ext cx="1701975" cy="1815325"/>
            </a:xfrm>
            <a:custGeom>
              <a:avLst/>
              <a:gdLst/>
              <a:ahLst/>
              <a:cxnLst/>
              <a:rect l="l" t="t" r="r" b="b"/>
              <a:pathLst>
                <a:path w="68079" h="72613" extrusionOk="0">
                  <a:moveTo>
                    <a:pt x="1" y="0"/>
                  </a:moveTo>
                  <a:lnTo>
                    <a:pt x="1" y="4534"/>
                  </a:lnTo>
                  <a:cubicBezTo>
                    <a:pt x="1" y="42145"/>
                    <a:pt x="30468" y="72612"/>
                    <a:pt x="68079" y="72612"/>
                  </a:cubicBezTo>
                  <a:lnTo>
                    <a:pt x="680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4"/>
            <p:cNvSpPr/>
            <p:nvPr/>
          </p:nvSpPr>
          <p:spPr>
            <a:xfrm>
              <a:off x="2665850" y="262100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0"/>
                  </a:moveTo>
                  <a:lnTo>
                    <a:pt x="0" y="13603"/>
                  </a:lnTo>
                  <a:lnTo>
                    <a:pt x="15886" y="13603"/>
                  </a:lnTo>
                  <a:lnTo>
                    <a:pt x="15886" y="20420"/>
                  </a:lnTo>
                  <a:lnTo>
                    <a:pt x="29489" y="20420"/>
                  </a:lnTo>
                  <a:lnTo>
                    <a:pt x="29489" y="0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4"/>
            <p:cNvSpPr/>
            <p:nvPr/>
          </p:nvSpPr>
          <p:spPr>
            <a:xfrm>
              <a:off x="4197350" y="262100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0"/>
                  </a:moveTo>
                  <a:lnTo>
                    <a:pt x="0" y="20420"/>
                  </a:lnTo>
                  <a:lnTo>
                    <a:pt x="13603" y="20420"/>
                  </a:lnTo>
                  <a:lnTo>
                    <a:pt x="13603" y="13603"/>
                  </a:lnTo>
                  <a:lnTo>
                    <a:pt x="29489" y="13603"/>
                  </a:lnTo>
                  <a:lnTo>
                    <a:pt x="2948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4"/>
            <p:cNvSpPr/>
            <p:nvPr/>
          </p:nvSpPr>
          <p:spPr>
            <a:xfrm>
              <a:off x="3289700" y="3982050"/>
              <a:ext cx="623875" cy="510525"/>
            </a:xfrm>
            <a:custGeom>
              <a:avLst/>
              <a:gdLst/>
              <a:ahLst/>
              <a:cxnLst/>
              <a:rect l="l" t="t" r="r" b="b"/>
              <a:pathLst>
                <a:path w="24955" h="20421" extrusionOk="0">
                  <a:moveTo>
                    <a:pt x="1" y="1"/>
                  </a:moveTo>
                  <a:cubicBezTo>
                    <a:pt x="1" y="11287"/>
                    <a:pt x="9167" y="20421"/>
                    <a:pt x="20421" y="20421"/>
                  </a:cubicBezTo>
                  <a:lnTo>
                    <a:pt x="24955" y="13636"/>
                  </a:lnTo>
                  <a:lnTo>
                    <a:pt x="20421" y="6818"/>
                  </a:lnTo>
                  <a:cubicBezTo>
                    <a:pt x="16669" y="6818"/>
                    <a:pt x="13603" y="3752"/>
                    <a:pt x="13603" y="1"/>
                  </a:cubicBez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4"/>
            <p:cNvSpPr/>
            <p:nvPr/>
          </p:nvSpPr>
          <p:spPr>
            <a:xfrm>
              <a:off x="3800200" y="3982050"/>
              <a:ext cx="510525" cy="510525"/>
            </a:xfrm>
            <a:custGeom>
              <a:avLst/>
              <a:gdLst/>
              <a:ahLst/>
              <a:cxnLst/>
              <a:rect l="l" t="t" r="r" b="b"/>
              <a:pathLst>
                <a:path w="20421" h="20421" extrusionOk="0">
                  <a:moveTo>
                    <a:pt x="6818" y="1"/>
                  </a:moveTo>
                  <a:cubicBezTo>
                    <a:pt x="6818" y="3752"/>
                    <a:pt x="3752" y="6818"/>
                    <a:pt x="1" y="6818"/>
                  </a:cubicBezTo>
                  <a:lnTo>
                    <a:pt x="1" y="20421"/>
                  </a:lnTo>
                  <a:cubicBezTo>
                    <a:pt x="11254" y="20421"/>
                    <a:pt x="20421" y="11287"/>
                    <a:pt x="20421" y="1"/>
                  </a:cubicBezTo>
                  <a:close/>
                </a:path>
              </a:pathLst>
            </a:custGeom>
            <a:solidFill>
              <a:srgbClr val="7943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6" name="Google Shape;1156;p44"/>
          <p:cNvGrpSpPr/>
          <p:nvPr/>
        </p:nvGrpSpPr>
        <p:grpSpPr>
          <a:xfrm>
            <a:off x="3298080" y="2010909"/>
            <a:ext cx="570815" cy="673277"/>
            <a:chOff x="1587750" y="238125"/>
            <a:chExt cx="4424925" cy="5219200"/>
          </a:xfrm>
        </p:grpSpPr>
        <p:sp>
          <p:nvSpPr>
            <p:cNvPr id="1157" name="Google Shape;1157;p44"/>
            <p:cNvSpPr/>
            <p:nvPr/>
          </p:nvSpPr>
          <p:spPr>
            <a:xfrm>
              <a:off x="3460150" y="238125"/>
              <a:ext cx="2382075" cy="2496250"/>
            </a:xfrm>
            <a:custGeom>
              <a:avLst/>
              <a:gdLst/>
              <a:ahLst/>
              <a:cxnLst/>
              <a:rect l="l" t="t" r="r" b="b"/>
              <a:pathLst>
                <a:path w="95283" h="99850" extrusionOk="0">
                  <a:moveTo>
                    <a:pt x="13603" y="0"/>
                  </a:moveTo>
                  <a:lnTo>
                    <a:pt x="0" y="99849"/>
                  </a:lnTo>
                  <a:lnTo>
                    <a:pt x="95283" y="99849"/>
                  </a:lnTo>
                  <a:lnTo>
                    <a:pt x="95283" y="81680"/>
                  </a:lnTo>
                  <a:cubicBezTo>
                    <a:pt x="95283" y="36632"/>
                    <a:pt x="58651" y="0"/>
                    <a:pt x="136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44"/>
            <p:cNvSpPr/>
            <p:nvPr/>
          </p:nvSpPr>
          <p:spPr>
            <a:xfrm>
              <a:off x="1758200" y="238125"/>
              <a:ext cx="2042025" cy="2496250"/>
            </a:xfrm>
            <a:custGeom>
              <a:avLst/>
              <a:gdLst/>
              <a:ahLst/>
              <a:cxnLst/>
              <a:rect l="l" t="t" r="r" b="b"/>
              <a:pathLst>
                <a:path w="81681" h="99850" extrusionOk="0">
                  <a:moveTo>
                    <a:pt x="81681" y="0"/>
                  </a:moveTo>
                  <a:cubicBezTo>
                    <a:pt x="36633" y="0"/>
                    <a:pt x="0" y="36632"/>
                    <a:pt x="0" y="81680"/>
                  </a:cubicBezTo>
                  <a:lnTo>
                    <a:pt x="0" y="99849"/>
                  </a:lnTo>
                  <a:lnTo>
                    <a:pt x="81681" y="99849"/>
                  </a:lnTo>
                  <a:lnTo>
                    <a:pt x="8168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44"/>
            <p:cNvSpPr/>
            <p:nvPr/>
          </p:nvSpPr>
          <p:spPr>
            <a:xfrm>
              <a:off x="1758200" y="3074400"/>
              <a:ext cx="2268725" cy="2382925"/>
            </a:xfrm>
            <a:custGeom>
              <a:avLst/>
              <a:gdLst/>
              <a:ahLst/>
              <a:cxnLst/>
              <a:rect l="l" t="t" r="r" b="b"/>
              <a:pathLst>
                <a:path w="90749" h="95317" extrusionOk="0">
                  <a:moveTo>
                    <a:pt x="0" y="1"/>
                  </a:moveTo>
                  <a:lnTo>
                    <a:pt x="0" y="95316"/>
                  </a:lnTo>
                  <a:lnTo>
                    <a:pt x="81681" y="95316"/>
                  </a:lnTo>
                  <a:lnTo>
                    <a:pt x="907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4"/>
            <p:cNvSpPr/>
            <p:nvPr/>
          </p:nvSpPr>
          <p:spPr>
            <a:xfrm>
              <a:off x="3800200" y="3074400"/>
              <a:ext cx="2042025" cy="2382925"/>
            </a:xfrm>
            <a:custGeom>
              <a:avLst/>
              <a:gdLst/>
              <a:ahLst/>
              <a:cxnLst/>
              <a:rect l="l" t="t" r="r" b="b"/>
              <a:pathLst>
                <a:path w="81681" h="95317" extrusionOk="0">
                  <a:moveTo>
                    <a:pt x="1" y="1"/>
                  </a:moveTo>
                  <a:lnTo>
                    <a:pt x="1" y="95316"/>
                  </a:lnTo>
                  <a:lnTo>
                    <a:pt x="81681" y="95316"/>
                  </a:lnTo>
                  <a:lnTo>
                    <a:pt x="816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4"/>
            <p:cNvSpPr/>
            <p:nvPr/>
          </p:nvSpPr>
          <p:spPr>
            <a:xfrm>
              <a:off x="5101725" y="250765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1" y="0"/>
                  </a:moveTo>
                  <a:lnTo>
                    <a:pt x="1" y="40677"/>
                  </a:lnTo>
                  <a:cubicBezTo>
                    <a:pt x="1" y="40677"/>
                    <a:pt x="15202" y="40840"/>
                    <a:pt x="16017" y="40840"/>
                  </a:cubicBezTo>
                  <a:cubicBezTo>
                    <a:pt x="27304" y="40840"/>
                    <a:pt x="36437" y="31674"/>
                    <a:pt x="36437" y="20420"/>
                  </a:cubicBezTo>
                  <a:cubicBezTo>
                    <a:pt x="36437" y="9134"/>
                    <a:pt x="27304" y="0"/>
                    <a:pt x="16017" y="0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587750" y="250765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cubicBezTo>
                    <a:pt x="1" y="31674"/>
                    <a:pt x="9134" y="40840"/>
                    <a:pt x="20421" y="40840"/>
                  </a:cubicBezTo>
                  <a:cubicBezTo>
                    <a:pt x="21236" y="40840"/>
                    <a:pt x="36437" y="40677"/>
                    <a:pt x="36437" y="40677"/>
                  </a:cubicBezTo>
                  <a:lnTo>
                    <a:pt x="36437" y="0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648100" y="3241575"/>
              <a:ext cx="1021025" cy="1021050"/>
            </a:xfrm>
            <a:custGeom>
              <a:avLst/>
              <a:gdLst/>
              <a:ahLst/>
              <a:cxnLst/>
              <a:rect l="l" t="t" r="r" b="b"/>
              <a:pathLst>
                <a:path w="40841" h="40842" extrusionOk="0">
                  <a:moveTo>
                    <a:pt x="20421" y="13603"/>
                  </a:moveTo>
                  <a:cubicBezTo>
                    <a:pt x="24172" y="13603"/>
                    <a:pt x="27238" y="16670"/>
                    <a:pt x="27238" y="20421"/>
                  </a:cubicBezTo>
                  <a:cubicBezTo>
                    <a:pt x="27238" y="24172"/>
                    <a:pt x="24172" y="27206"/>
                    <a:pt x="20421" y="27206"/>
                  </a:cubicBezTo>
                  <a:cubicBezTo>
                    <a:pt x="16669" y="27206"/>
                    <a:pt x="13603" y="24172"/>
                    <a:pt x="13603" y="20421"/>
                  </a:cubicBezTo>
                  <a:cubicBezTo>
                    <a:pt x="13603" y="16670"/>
                    <a:pt x="16669" y="13603"/>
                    <a:pt x="20421" y="13603"/>
                  </a:cubicBezTo>
                  <a:close/>
                  <a:moveTo>
                    <a:pt x="20421" y="1"/>
                  </a:moveTo>
                  <a:cubicBezTo>
                    <a:pt x="9167" y="1"/>
                    <a:pt x="1" y="9135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cubicBezTo>
                    <a:pt x="31675" y="40841"/>
                    <a:pt x="40841" y="31675"/>
                    <a:pt x="40841" y="20421"/>
                  </a:cubicBezTo>
                  <a:cubicBezTo>
                    <a:pt x="40841" y="9135"/>
                    <a:pt x="31675" y="1"/>
                    <a:pt x="204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4931300" y="3241575"/>
              <a:ext cx="1021025" cy="1021050"/>
            </a:xfrm>
            <a:custGeom>
              <a:avLst/>
              <a:gdLst/>
              <a:ahLst/>
              <a:cxnLst/>
              <a:rect l="l" t="t" r="r" b="b"/>
              <a:pathLst>
                <a:path w="40841" h="40842" extrusionOk="0">
                  <a:moveTo>
                    <a:pt x="20420" y="13603"/>
                  </a:moveTo>
                  <a:cubicBezTo>
                    <a:pt x="24172" y="13603"/>
                    <a:pt x="27238" y="16670"/>
                    <a:pt x="27238" y="20421"/>
                  </a:cubicBezTo>
                  <a:cubicBezTo>
                    <a:pt x="27238" y="24172"/>
                    <a:pt x="24172" y="27206"/>
                    <a:pt x="20420" y="27206"/>
                  </a:cubicBezTo>
                  <a:cubicBezTo>
                    <a:pt x="16669" y="27206"/>
                    <a:pt x="13603" y="24172"/>
                    <a:pt x="13603" y="20421"/>
                  </a:cubicBezTo>
                  <a:cubicBezTo>
                    <a:pt x="13603" y="16670"/>
                    <a:pt x="16669" y="13603"/>
                    <a:pt x="20420" y="13603"/>
                  </a:cubicBezTo>
                  <a:close/>
                  <a:moveTo>
                    <a:pt x="20420" y="1"/>
                  </a:moveTo>
                  <a:cubicBezTo>
                    <a:pt x="9167" y="1"/>
                    <a:pt x="0" y="9135"/>
                    <a:pt x="0" y="20421"/>
                  </a:cubicBezTo>
                  <a:cubicBezTo>
                    <a:pt x="0" y="31675"/>
                    <a:pt x="9167" y="40841"/>
                    <a:pt x="20420" y="40841"/>
                  </a:cubicBezTo>
                  <a:cubicBezTo>
                    <a:pt x="31674" y="40841"/>
                    <a:pt x="40840" y="31675"/>
                    <a:pt x="40840" y="20421"/>
                  </a:cubicBezTo>
                  <a:cubicBezTo>
                    <a:pt x="40840" y="9135"/>
                    <a:pt x="31674" y="1"/>
                    <a:pt x="204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2098250" y="805700"/>
              <a:ext cx="1928675" cy="3970675"/>
            </a:xfrm>
            <a:custGeom>
              <a:avLst/>
              <a:gdLst/>
              <a:ahLst/>
              <a:cxnLst/>
              <a:rect l="l" t="t" r="r" b="b"/>
              <a:pathLst>
                <a:path w="77147" h="158827" extrusionOk="0">
                  <a:moveTo>
                    <a:pt x="68079" y="0"/>
                  </a:moveTo>
                  <a:lnTo>
                    <a:pt x="2611" y="40319"/>
                  </a:lnTo>
                  <a:cubicBezTo>
                    <a:pt x="914" y="46255"/>
                    <a:pt x="1" y="52518"/>
                    <a:pt x="1" y="58977"/>
                  </a:cubicBezTo>
                  <a:lnTo>
                    <a:pt x="1" y="90749"/>
                  </a:lnTo>
                  <a:cubicBezTo>
                    <a:pt x="1" y="128360"/>
                    <a:pt x="30468" y="158827"/>
                    <a:pt x="68079" y="158827"/>
                  </a:cubicBezTo>
                  <a:lnTo>
                    <a:pt x="77147" y="79397"/>
                  </a:lnTo>
                  <a:lnTo>
                    <a:pt x="68079" y="0"/>
                  </a:ln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4"/>
            <p:cNvSpPr/>
            <p:nvPr/>
          </p:nvSpPr>
          <p:spPr>
            <a:xfrm>
              <a:off x="3800200" y="805700"/>
              <a:ext cx="1701975" cy="3970675"/>
            </a:xfrm>
            <a:custGeom>
              <a:avLst/>
              <a:gdLst/>
              <a:ahLst/>
              <a:cxnLst/>
              <a:rect l="l" t="t" r="r" b="b"/>
              <a:pathLst>
                <a:path w="68079" h="158827" extrusionOk="0">
                  <a:moveTo>
                    <a:pt x="1" y="0"/>
                  </a:moveTo>
                  <a:lnTo>
                    <a:pt x="1" y="158827"/>
                  </a:lnTo>
                  <a:cubicBezTo>
                    <a:pt x="37611" y="158827"/>
                    <a:pt x="68078" y="128360"/>
                    <a:pt x="68078" y="90749"/>
                  </a:cubicBezTo>
                  <a:lnTo>
                    <a:pt x="68078" y="58977"/>
                  </a:lnTo>
                  <a:cubicBezTo>
                    <a:pt x="68078" y="52518"/>
                    <a:pt x="67165" y="46255"/>
                    <a:pt x="65469" y="403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44"/>
            <p:cNvSpPr/>
            <p:nvPr/>
          </p:nvSpPr>
          <p:spPr>
            <a:xfrm>
              <a:off x="3800200" y="578175"/>
              <a:ext cx="1636725" cy="1235500"/>
            </a:xfrm>
            <a:custGeom>
              <a:avLst/>
              <a:gdLst/>
              <a:ahLst/>
              <a:cxnLst/>
              <a:rect l="l" t="t" r="r" b="b"/>
              <a:pathLst>
                <a:path w="65469" h="49420" extrusionOk="0">
                  <a:moveTo>
                    <a:pt x="1" y="0"/>
                  </a:moveTo>
                  <a:lnTo>
                    <a:pt x="1" y="9101"/>
                  </a:lnTo>
                  <a:cubicBezTo>
                    <a:pt x="1" y="24074"/>
                    <a:pt x="12005" y="38720"/>
                    <a:pt x="26716" y="41656"/>
                  </a:cubicBezTo>
                  <a:lnTo>
                    <a:pt x="65469" y="49420"/>
                  </a:lnTo>
                  <a:cubicBezTo>
                    <a:pt x="57379" y="20910"/>
                    <a:pt x="31120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2163500" y="578175"/>
              <a:ext cx="1636725" cy="1235500"/>
            </a:xfrm>
            <a:custGeom>
              <a:avLst/>
              <a:gdLst/>
              <a:ahLst/>
              <a:cxnLst/>
              <a:rect l="l" t="t" r="r" b="b"/>
              <a:pathLst>
                <a:path w="65469" h="49420" extrusionOk="0">
                  <a:moveTo>
                    <a:pt x="65469" y="0"/>
                  </a:moveTo>
                  <a:cubicBezTo>
                    <a:pt x="34349" y="0"/>
                    <a:pt x="8090" y="20910"/>
                    <a:pt x="1" y="49420"/>
                  </a:cubicBezTo>
                  <a:lnTo>
                    <a:pt x="38753" y="41656"/>
                  </a:lnTo>
                  <a:cubicBezTo>
                    <a:pt x="53464" y="38720"/>
                    <a:pt x="65469" y="24074"/>
                    <a:pt x="65469" y="9101"/>
                  </a:cubicBezTo>
                  <a:lnTo>
                    <a:pt x="654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2665850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1"/>
                  </a:moveTo>
                  <a:lnTo>
                    <a:pt x="0" y="13603"/>
                  </a:lnTo>
                  <a:lnTo>
                    <a:pt x="15886" y="13603"/>
                  </a:lnTo>
                  <a:lnTo>
                    <a:pt x="15886" y="20421"/>
                  </a:lnTo>
                  <a:lnTo>
                    <a:pt x="29489" y="20421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5B32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4"/>
            <p:cNvSpPr/>
            <p:nvPr/>
          </p:nvSpPr>
          <p:spPr>
            <a:xfrm>
              <a:off x="4197350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1"/>
                  </a:moveTo>
                  <a:lnTo>
                    <a:pt x="0" y="20421"/>
                  </a:lnTo>
                  <a:lnTo>
                    <a:pt x="13603" y="20421"/>
                  </a:lnTo>
                  <a:lnTo>
                    <a:pt x="13603" y="13603"/>
                  </a:lnTo>
                  <a:lnTo>
                    <a:pt x="29489" y="13603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44"/>
            <p:cNvSpPr/>
            <p:nvPr/>
          </p:nvSpPr>
          <p:spPr>
            <a:xfrm>
              <a:off x="3289700" y="3415275"/>
              <a:ext cx="623875" cy="510550"/>
            </a:xfrm>
            <a:custGeom>
              <a:avLst/>
              <a:gdLst/>
              <a:ahLst/>
              <a:cxnLst/>
              <a:rect l="l" t="t" r="r" b="b"/>
              <a:pathLst>
                <a:path w="24955" h="20422" extrusionOk="0">
                  <a:moveTo>
                    <a:pt x="1" y="1"/>
                  </a:moveTo>
                  <a:cubicBezTo>
                    <a:pt x="1" y="11255"/>
                    <a:pt x="9167" y="20421"/>
                    <a:pt x="20421" y="20421"/>
                  </a:cubicBezTo>
                  <a:lnTo>
                    <a:pt x="24955" y="13603"/>
                  </a:lnTo>
                  <a:lnTo>
                    <a:pt x="20421" y="6786"/>
                  </a:lnTo>
                  <a:cubicBezTo>
                    <a:pt x="16669" y="6786"/>
                    <a:pt x="13603" y="3752"/>
                    <a:pt x="13603" y="1"/>
                  </a:cubicBezTo>
                  <a:close/>
                </a:path>
              </a:pathLst>
            </a:custGeom>
            <a:solidFill>
              <a:srgbClr val="F88A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3800200" y="3415275"/>
              <a:ext cx="510525" cy="510550"/>
            </a:xfrm>
            <a:custGeom>
              <a:avLst/>
              <a:gdLst/>
              <a:ahLst/>
              <a:cxnLst/>
              <a:rect l="l" t="t" r="r" b="b"/>
              <a:pathLst>
                <a:path w="20421" h="20422" extrusionOk="0">
                  <a:moveTo>
                    <a:pt x="6818" y="1"/>
                  </a:moveTo>
                  <a:cubicBezTo>
                    <a:pt x="6818" y="3752"/>
                    <a:pt x="3752" y="6786"/>
                    <a:pt x="1" y="6786"/>
                  </a:cubicBezTo>
                  <a:lnTo>
                    <a:pt x="1" y="20421"/>
                  </a:lnTo>
                  <a:cubicBezTo>
                    <a:pt x="11254" y="20421"/>
                    <a:pt x="20421" y="11255"/>
                    <a:pt x="20421" y="1"/>
                  </a:cubicBezTo>
                  <a:close/>
                </a:path>
              </a:pathLst>
            </a:custGeom>
            <a:solidFill>
              <a:srgbClr val="FD413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46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PRODUCTS</a:t>
            </a:r>
            <a:endParaRPr/>
          </a:p>
        </p:txBody>
      </p:sp>
      <p:sp>
        <p:nvSpPr>
          <p:cNvPr id="1199" name="Google Shape;1199;p46"/>
          <p:cNvSpPr txBox="1">
            <a:spLocks noGrp="1"/>
          </p:cNvSpPr>
          <p:nvPr>
            <p:ph type="title" idx="2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00" name="Google Shape;1200;p46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7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PLANS</a:t>
            </a:r>
            <a:endParaRPr/>
          </a:p>
        </p:txBody>
      </p:sp>
      <p:graphicFrame>
        <p:nvGraphicFramePr>
          <p:cNvPr id="1206" name="Google Shape;1206;p47"/>
          <p:cNvGraphicFramePr/>
          <p:nvPr/>
        </p:nvGraphicFramePr>
        <p:xfrm>
          <a:off x="1333775" y="19016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{C540E5C6-45F6-46E8-8BFB-9439B383B45D}</a:tableStyleId>
              </a:tblPr>
              <a:tblGrid>
                <a:gridCol w="21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6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SILVER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GOLD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BLACK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3050"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Despite being red,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Mars is actually a cold place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Neptune is the farthest planet from the Sun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Jupiter is the biggest planet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of them all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10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25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50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1" name="Google Shape;1211;p48"/>
          <p:cNvGrpSpPr/>
          <p:nvPr/>
        </p:nvGrpSpPr>
        <p:grpSpPr>
          <a:xfrm>
            <a:off x="1188558" y="1548751"/>
            <a:ext cx="3623228" cy="2225498"/>
            <a:chOff x="598300" y="834425"/>
            <a:chExt cx="6416200" cy="3962075"/>
          </a:xfrm>
        </p:grpSpPr>
        <p:sp>
          <p:nvSpPr>
            <p:cNvPr id="1212" name="Google Shape;1212;p48"/>
            <p:cNvSpPr/>
            <p:nvPr/>
          </p:nvSpPr>
          <p:spPr>
            <a:xfrm>
              <a:off x="751975" y="834425"/>
              <a:ext cx="6070425" cy="3892450"/>
            </a:xfrm>
            <a:custGeom>
              <a:avLst/>
              <a:gdLst/>
              <a:ahLst/>
              <a:cxnLst/>
              <a:rect l="l" t="t" r="r" b="b"/>
              <a:pathLst>
                <a:path w="242817" h="155698" extrusionOk="0">
                  <a:moveTo>
                    <a:pt x="10278" y="0"/>
                  </a:moveTo>
                  <a:cubicBezTo>
                    <a:pt x="4611" y="0"/>
                    <a:pt x="1" y="4611"/>
                    <a:pt x="1" y="10278"/>
                  </a:cubicBezTo>
                  <a:lnTo>
                    <a:pt x="1" y="145516"/>
                  </a:lnTo>
                  <a:cubicBezTo>
                    <a:pt x="1" y="151183"/>
                    <a:pt x="4611" y="155697"/>
                    <a:pt x="10278" y="155697"/>
                  </a:cubicBezTo>
                  <a:lnTo>
                    <a:pt x="232539" y="155697"/>
                  </a:lnTo>
                  <a:cubicBezTo>
                    <a:pt x="238206" y="155697"/>
                    <a:pt x="242816" y="151183"/>
                    <a:pt x="242816" y="145516"/>
                  </a:cubicBezTo>
                  <a:lnTo>
                    <a:pt x="242816" y="10278"/>
                  </a:lnTo>
                  <a:cubicBezTo>
                    <a:pt x="242816" y="4611"/>
                    <a:pt x="238206" y="0"/>
                    <a:pt x="2325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8"/>
            <p:cNvSpPr/>
            <p:nvPr/>
          </p:nvSpPr>
          <p:spPr>
            <a:xfrm>
              <a:off x="598300" y="4508325"/>
              <a:ext cx="6416200" cy="288175"/>
            </a:xfrm>
            <a:custGeom>
              <a:avLst/>
              <a:gdLst/>
              <a:ahLst/>
              <a:cxnLst/>
              <a:rect l="l" t="t" r="r" b="b"/>
              <a:pathLst>
                <a:path w="256648" h="11527" extrusionOk="0">
                  <a:moveTo>
                    <a:pt x="1" y="1"/>
                  </a:moveTo>
                  <a:lnTo>
                    <a:pt x="1" y="5188"/>
                  </a:lnTo>
                  <a:cubicBezTo>
                    <a:pt x="1" y="8741"/>
                    <a:pt x="2786" y="11527"/>
                    <a:pt x="6340" y="11527"/>
                  </a:cubicBezTo>
                  <a:lnTo>
                    <a:pt x="250404" y="11527"/>
                  </a:lnTo>
                  <a:cubicBezTo>
                    <a:pt x="253862" y="11527"/>
                    <a:pt x="256647" y="8741"/>
                    <a:pt x="256647" y="5188"/>
                  </a:cubicBezTo>
                  <a:lnTo>
                    <a:pt x="2566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214" name="Google Shape;121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3400" y="1735081"/>
            <a:ext cx="3168601" cy="1778991"/>
          </a:xfrm>
          <a:prstGeom prst="rect">
            <a:avLst/>
          </a:prstGeom>
          <a:noFill/>
          <a:ln>
            <a:noFill/>
          </a:ln>
        </p:spPr>
      </p:pic>
      <p:sp>
        <p:nvSpPr>
          <p:cNvPr id="1215" name="Google Shape;1215;p48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DEMO</a:t>
            </a:r>
            <a:endParaRPr/>
          </a:p>
        </p:txBody>
      </p:sp>
      <p:grpSp>
        <p:nvGrpSpPr>
          <p:cNvPr id="1216" name="Google Shape;1216;p48"/>
          <p:cNvGrpSpPr/>
          <p:nvPr/>
        </p:nvGrpSpPr>
        <p:grpSpPr>
          <a:xfrm>
            <a:off x="2707548" y="2400182"/>
            <a:ext cx="585233" cy="585247"/>
            <a:chOff x="2226879" y="2494420"/>
            <a:chExt cx="626051" cy="626067"/>
          </a:xfrm>
        </p:grpSpPr>
        <p:sp>
          <p:nvSpPr>
            <p:cNvPr id="1217" name="Google Shape;1217;p48"/>
            <p:cNvSpPr/>
            <p:nvPr/>
          </p:nvSpPr>
          <p:spPr>
            <a:xfrm>
              <a:off x="2226879" y="2494420"/>
              <a:ext cx="626051" cy="626067"/>
            </a:xfrm>
            <a:custGeom>
              <a:avLst/>
              <a:gdLst/>
              <a:ahLst/>
              <a:cxnLst/>
              <a:rect l="l" t="t" r="r" b="b"/>
              <a:pathLst>
                <a:path w="39680" h="39681" extrusionOk="0">
                  <a:moveTo>
                    <a:pt x="19840" y="1"/>
                  </a:moveTo>
                  <a:cubicBezTo>
                    <a:pt x="8884" y="1"/>
                    <a:pt x="1" y="8884"/>
                    <a:pt x="1" y="19840"/>
                  </a:cubicBezTo>
                  <a:cubicBezTo>
                    <a:pt x="1" y="30797"/>
                    <a:pt x="8884" y="39680"/>
                    <a:pt x="19840" y="39680"/>
                  </a:cubicBezTo>
                  <a:cubicBezTo>
                    <a:pt x="30797" y="39680"/>
                    <a:pt x="39680" y="30797"/>
                    <a:pt x="39680" y="19840"/>
                  </a:cubicBezTo>
                  <a:cubicBezTo>
                    <a:pt x="39680" y="8884"/>
                    <a:pt x="30797" y="1"/>
                    <a:pt x="19840" y="1"/>
                  </a:cubicBezTo>
                  <a:close/>
                </a:path>
              </a:pathLst>
            </a:custGeom>
            <a:solidFill>
              <a:srgbClr val="FFFFFF">
                <a:alpha val="435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8"/>
            <p:cNvSpPr/>
            <p:nvPr/>
          </p:nvSpPr>
          <p:spPr>
            <a:xfrm>
              <a:off x="2433501" y="2666379"/>
              <a:ext cx="282149" cy="282149"/>
            </a:xfrm>
            <a:custGeom>
              <a:avLst/>
              <a:gdLst/>
              <a:ahLst/>
              <a:cxnLst/>
              <a:rect l="l" t="t" r="r" b="b"/>
              <a:pathLst>
                <a:path w="17883" h="17883" extrusionOk="0">
                  <a:moveTo>
                    <a:pt x="0" y="1"/>
                  </a:moveTo>
                  <a:lnTo>
                    <a:pt x="0" y="17882"/>
                  </a:lnTo>
                  <a:lnTo>
                    <a:pt x="17883" y="894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19" name="Google Shape;1219;p48"/>
          <p:cNvSpPr txBox="1"/>
          <p:nvPr/>
        </p:nvSpPr>
        <p:spPr>
          <a:xfrm>
            <a:off x="5119717" y="2168438"/>
            <a:ext cx="2835600" cy="9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You can replace the image on the screen with your own work. Just delete this one, add yours and center it properly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p49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&amp; COMPETITION</a:t>
            </a:r>
            <a:endParaRPr/>
          </a:p>
        </p:txBody>
      </p:sp>
      <p:sp>
        <p:nvSpPr>
          <p:cNvPr id="1225" name="Google Shape;1225;p49"/>
          <p:cNvSpPr txBox="1">
            <a:spLocks noGrp="1"/>
          </p:cNvSpPr>
          <p:nvPr>
            <p:ph type="title" idx="2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6" name="Google Shape;1226;p49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p50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TRACTION</a:t>
            </a:r>
            <a:endParaRPr/>
          </a:p>
        </p:txBody>
      </p:sp>
      <p:sp>
        <p:nvSpPr>
          <p:cNvPr id="1232" name="Google Shape;1232;p50"/>
          <p:cNvSpPr txBox="1"/>
          <p:nvPr/>
        </p:nvSpPr>
        <p:spPr>
          <a:xfrm>
            <a:off x="4864675" y="3343623"/>
            <a:ext cx="2898900" cy="3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Mars is actually a cold place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3" name="Google Shape;1233;p50"/>
          <p:cNvSpPr txBox="1"/>
          <p:nvPr/>
        </p:nvSpPr>
        <p:spPr>
          <a:xfrm>
            <a:off x="4864675" y="2474249"/>
            <a:ext cx="2898900" cy="3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Jupiter is the biggest planet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4" name="Google Shape;1234;p50"/>
          <p:cNvSpPr txBox="1">
            <a:spLocks noGrp="1"/>
          </p:cNvSpPr>
          <p:nvPr>
            <p:ph type="subTitle" idx="4294967295"/>
          </p:nvPr>
        </p:nvSpPr>
        <p:spPr>
          <a:xfrm>
            <a:off x="4864675" y="2170225"/>
            <a:ext cx="2898900" cy="4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FIRST YEAR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235" name="Google Shape;1235;p50"/>
          <p:cNvSpPr txBox="1">
            <a:spLocks noGrp="1"/>
          </p:cNvSpPr>
          <p:nvPr>
            <p:ph type="subTitle" idx="4294967295"/>
          </p:nvPr>
        </p:nvSpPr>
        <p:spPr>
          <a:xfrm>
            <a:off x="4864675" y="3067025"/>
            <a:ext cx="2898900" cy="3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SECOND YEAR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pic>
        <p:nvPicPr>
          <p:cNvPr id="1236" name="Google Shape;1236;p50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l="3717" r="12740" b="3016"/>
          <a:stretch/>
        </p:blipFill>
        <p:spPr>
          <a:xfrm>
            <a:off x="1380425" y="1347100"/>
            <a:ext cx="2746450" cy="2449299"/>
          </a:xfrm>
          <a:prstGeom prst="rect">
            <a:avLst/>
          </a:prstGeom>
          <a:noFill/>
          <a:ln>
            <a:noFill/>
          </a:ln>
        </p:spPr>
      </p:pic>
      <p:sp>
        <p:nvSpPr>
          <p:cNvPr id="1237" name="Google Shape;1237;p50"/>
          <p:cNvSpPr txBox="1"/>
          <p:nvPr/>
        </p:nvSpPr>
        <p:spPr>
          <a:xfrm>
            <a:off x="2086050" y="4132775"/>
            <a:ext cx="49719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To modify this graph, click on it, follow the link, change the data and paste the resulting graph here, replacing this one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8" name="Google Shape;1238;p50"/>
          <p:cNvSpPr/>
          <p:nvPr/>
        </p:nvSpPr>
        <p:spPr>
          <a:xfrm>
            <a:off x="4586250" y="2236075"/>
            <a:ext cx="190800" cy="19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9" name="Google Shape;1239;p50"/>
          <p:cNvSpPr/>
          <p:nvPr/>
        </p:nvSpPr>
        <p:spPr>
          <a:xfrm>
            <a:off x="4586250" y="3067025"/>
            <a:ext cx="190800" cy="190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p51"/>
          <p:cNvSpPr txBox="1">
            <a:spLocks noGrp="1"/>
          </p:cNvSpPr>
          <p:nvPr>
            <p:ph type="title"/>
          </p:nvPr>
        </p:nvSpPr>
        <p:spPr>
          <a:xfrm>
            <a:off x="484325" y="1949750"/>
            <a:ext cx="7953900" cy="107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1,453,000</a:t>
            </a:r>
            <a:endParaRPr/>
          </a:p>
        </p:txBody>
      </p:sp>
      <p:sp>
        <p:nvSpPr>
          <p:cNvPr id="1245" name="Google Shape;1245;p51"/>
          <p:cNvSpPr txBox="1">
            <a:spLocks noGrp="1"/>
          </p:cNvSpPr>
          <p:nvPr>
            <p:ph type="subTitle" idx="1"/>
          </p:nvPr>
        </p:nvSpPr>
        <p:spPr>
          <a:xfrm>
            <a:off x="484318" y="2952600"/>
            <a:ext cx="7953900" cy="4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5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</a:t>
            </a:r>
            <a:endParaRPr/>
          </a:p>
        </p:txBody>
      </p:sp>
      <p:sp>
        <p:nvSpPr>
          <p:cNvPr id="1251" name="Google Shape;1251;p52"/>
          <p:cNvSpPr txBox="1">
            <a:spLocks noGrp="1"/>
          </p:cNvSpPr>
          <p:nvPr>
            <p:ph type="subTitle" idx="1"/>
          </p:nvPr>
        </p:nvSpPr>
        <p:spPr>
          <a:xfrm>
            <a:off x="1948525" y="1499338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52" name="Google Shape;1252;p52"/>
          <p:cNvSpPr txBox="1">
            <a:spLocks noGrp="1"/>
          </p:cNvSpPr>
          <p:nvPr>
            <p:ph type="subTitle" idx="2"/>
          </p:nvPr>
        </p:nvSpPr>
        <p:spPr>
          <a:xfrm>
            <a:off x="1948525" y="2602982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253" name="Google Shape;1253;p52"/>
          <p:cNvSpPr txBox="1">
            <a:spLocks noGrp="1"/>
          </p:cNvSpPr>
          <p:nvPr>
            <p:ph type="subTitle" idx="3"/>
          </p:nvPr>
        </p:nvSpPr>
        <p:spPr>
          <a:xfrm>
            <a:off x="1948525" y="3706626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1254" name="Google Shape;1254;p52"/>
          <p:cNvSpPr txBox="1">
            <a:spLocks noGrp="1"/>
          </p:cNvSpPr>
          <p:nvPr>
            <p:ph type="subTitle" idx="4"/>
          </p:nvPr>
        </p:nvSpPr>
        <p:spPr>
          <a:xfrm>
            <a:off x="5142475" y="1353538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255" name="Google Shape;1255;p52"/>
          <p:cNvSpPr txBox="1">
            <a:spLocks noGrp="1"/>
          </p:cNvSpPr>
          <p:nvPr>
            <p:ph type="subTitle" idx="5"/>
          </p:nvPr>
        </p:nvSpPr>
        <p:spPr>
          <a:xfrm>
            <a:off x="5142475" y="2483644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Jupiter is the biggest planet in the Solar System</a:t>
            </a:r>
            <a:endParaRPr/>
          </a:p>
        </p:txBody>
      </p:sp>
      <p:sp>
        <p:nvSpPr>
          <p:cNvPr id="1256" name="Google Shape;1256;p52"/>
          <p:cNvSpPr txBox="1">
            <a:spLocks noGrp="1"/>
          </p:cNvSpPr>
          <p:nvPr>
            <p:ph type="subTitle" idx="6"/>
          </p:nvPr>
        </p:nvSpPr>
        <p:spPr>
          <a:xfrm>
            <a:off x="5142475" y="3613750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grpSp>
        <p:nvGrpSpPr>
          <p:cNvPr id="1257" name="Google Shape;1257;p52"/>
          <p:cNvGrpSpPr/>
          <p:nvPr/>
        </p:nvGrpSpPr>
        <p:grpSpPr>
          <a:xfrm>
            <a:off x="4173775" y="2481000"/>
            <a:ext cx="796450" cy="676288"/>
            <a:chOff x="1190625" y="630375"/>
            <a:chExt cx="5219200" cy="4434675"/>
          </a:xfrm>
        </p:grpSpPr>
        <p:sp>
          <p:nvSpPr>
            <p:cNvPr id="1258" name="Google Shape;1258;p52"/>
            <p:cNvSpPr/>
            <p:nvPr/>
          </p:nvSpPr>
          <p:spPr>
            <a:xfrm>
              <a:off x="1190625" y="630375"/>
              <a:ext cx="5219200" cy="1474425"/>
            </a:xfrm>
            <a:custGeom>
              <a:avLst/>
              <a:gdLst/>
              <a:ahLst/>
              <a:cxnLst/>
              <a:rect l="l" t="t" r="r" b="b"/>
              <a:pathLst>
                <a:path w="208768" h="58977" extrusionOk="0">
                  <a:moveTo>
                    <a:pt x="29488" y="0"/>
                  </a:moveTo>
                  <a:lnTo>
                    <a:pt x="0" y="58977"/>
                  </a:lnTo>
                  <a:lnTo>
                    <a:pt x="208767" y="58977"/>
                  </a:lnTo>
                  <a:lnTo>
                    <a:pt x="1792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52"/>
            <p:cNvSpPr/>
            <p:nvPr/>
          </p:nvSpPr>
          <p:spPr>
            <a:xfrm>
              <a:off x="3800200" y="630375"/>
              <a:ext cx="2609625" cy="1474425"/>
            </a:xfrm>
            <a:custGeom>
              <a:avLst/>
              <a:gdLst/>
              <a:ahLst/>
              <a:cxnLst/>
              <a:rect l="l" t="t" r="r" b="b"/>
              <a:pathLst>
                <a:path w="104385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104384" y="58977"/>
                  </a:lnTo>
                  <a:lnTo>
                    <a:pt x="74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52"/>
            <p:cNvSpPr/>
            <p:nvPr/>
          </p:nvSpPr>
          <p:spPr>
            <a:xfrm>
              <a:off x="1190625" y="2104775"/>
              <a:ext cx="5219200" cy="2960275"/>
            </a:xfrm>
            <a:custGeom>
              <a:avLst/>
              <a:gdLst/>
              <a:ahLst/>
              <a:cxnLst/>
              <a:rect l="l" t="t" r="r" b="b"/>
              <a:pathLst>
                <a:path w="208768" h="118411" extrusionOk="0">
                  <a:moveTo>
                    <a:pt x="0" y="1"/>
                  </a:moveTo>
                  <a:lnTo>
                    <a:pt x="104384" y="118411"/>
                  </a:lnTo>
                  <a:lnTo>
                    <a:pt x="2087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52"/>
            <p:cNvSpPr/>
            <p:nvPr/>
          </p:nvSpPr>
          <p:spPr>
            <a:xfrm>
              <a:off x="3800200" y="2104775"/>
              <a:ext cx="2609625" cy="2960275"/>
            </a:xfrm>
            <a:custGeom>
              <a:avLst/>
              <a:gdLst/>
              <a:ahLst/>
              <a:cxnLst/>
              <a:rect l="l" t="t" r="r" b="b"/>
              <a:pathLst>
                <a:path w="104385" h="118411" extrusionOk="0">
                  <a:moveTo>
                    <a:pt x="1" y="1"/>
                  </a:moveTo>
                  <a:lnTo>
                    <a:pt x="1" y="118411"/>
                  </a:lnTo>
                  <a:lnTo>
                    <a:pt x="1043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52"/>
            <p:cNvSpPr/>
            <p:nvPr/>
          </p:nvSpPr>
          <p:spPr>
            <a:xfrm>
              <a:off x="2665850" y="2104775"/>
              <a:ext cx="2268725" cy="2960275"/>
            </a:xfrm>
            <a:custGeom>
              <a:avLst/>
              <a:gdLst/>
              <a:ahLst/>
              <a:cxnLst/>
              <a:rect l="l" t="t" r="r" b="b"/>
              <a:pathLst>
                <a:path w="90749" h="118411" extrusionOk="0">
                  <a:moveTo>
                    <a:pt x="0" y="1"/>
                  </a:moveTo>
                  <a:lnTo>
                    <a:pt x="45375" y="118411"/>
                  </a:lnTo>
                  <a:lnTo>
                    <a:pt x="907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52"/>
            <p:cNvSpPr/>
            <p:nvPr/>
          </p:nvSpPr>
          <p:spPr>
            <a:xfrm>
              <a:off x="3800200" y="2104775"/>
              <a:ext cx="1134375" cy="2960275"/>
            </a:xfrm>
            <a:custGeom>
              <a:avLst/>
              <a:gdLst/>
              <a:ahLst/>
              <a:cxnLst/>
              <a:rect l="l" t="t" r="r" b="b"/>
              <a:pathLst>
                <a:path w="45375" h="118411" extrusionOk="0">
                  <a:moveTo>
                    <a:pt x="1" y="1"/>
                  </a:moveTo>
                  <a:lnTo>
                    <a:pt x="1" y="118411"/>
                  </a:lnTo>
                  <a:lnTo>
                    <a:pt x="453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52"/>
            <p:cNvSpPr/>
            <p:nvPr/>
          </p:nvSpPr>
          <p:spPr>
            <a:xfrm>
              <a:off x="1927825" y="630375"/>
              <a:ext cx="3744775" cy="1474425"/>
            </a:xfrm>
            <a:custGeom>
              <a:avLst/>
              <a:gdLst/>
              <a:ahLst/>
              <a:cxnLst/>
              <a:rect l="l" t="t" r="r" b="b"/>
              <a:pathLst>
                <a:path w="149791" h="58977" extrusionOk="0">
                  <a:moveTo>
                    <a:pt x="0" y="0"/>
                  </a:moveTo>
                  <a:lnTo>
                    <a:pt x="29521" y="58977"/>
                  </a:lnTo>
                  <a:lnTo>
                    <a:pt x="120270" y="58977"/>
                  </a:lnTo>
                  <a:lnTo>
                    <a:pt x="1497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52"/>
            <p:cNvSpPr/>
            <p:nvPr/>
          </p:nvSpPr>
          <p:spPr>
            <a:xfrm>
              <a:off x="3800200" y="630375"/>
              <a:ext cx="1872400" cy="1474425"/>
            </a:xfrm>
            <a:custGeom>
              <a:avLst/>
              <a:gdLst/>
              <a:ahLst/>
              <a:cxnLst/>
              <a:rect l="l" t="t" r="r" b="b"/>
              <a:pathLst>
                <a:path w="74896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45375" y="58977"/>
                  </a:lnTo>
                  <a:lnTo>
                    <a:pt x="748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52"/>
            <p:cNvSpPr/>
            <p:nvPr/>
          </p:nvSpPr>
          <p:spPr>
            <a:xfrm>
              <a:off x="2665850" y="630375"/>
              <a:ext cx="2268725" cy="1474425"/>
            </a:xfrm>
            <a:custGeom>
              <a:avLst/>
              <a:gdLst/>
              <a:ahLst/>
              <a:cxnLst/>
              <a:rect l="l" t="t" r="r" b="b"/>
              <a:pathLst>
                <a:path w="90749" h="58977" extrusionOk="0">
                  <a:moveTo>
                    <a:pt x="45375" y="0"/>
                  </a:moveTo>
                  <a:lnTo>
                    <a:pt x="0" y="58977"/>
                  </a:lnTo>
                  <a:lnTo>
                    <a:pt x="90749" y="58977"/>
                  </a:lnTo>
                  <a:lnTo>
                    <a:pt x="453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52"/>
            <p:cNvSpPr/>
            <p:nvPr/>
          </p:nvSpPr>
          <p:spPr>
            <a:xfrm>
              <a:off x="3800200" y="630375"/>
              <a:ext cx="1134375" cy="1474425"/>
            </a:xfrm>
            <a:custGeom>
              <a:avLst/>
              <a:gdLst/>
              <a:ahLst/>
              <a:cxnLst/>
              <a:rect l="l" t="t" r="r" b="b"/>
              <a:pathLst>
                <a:path w="45375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45375" y="5897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8" name="Google Shape;1268;p52"/>
          <p:cNvGrpSpPr/>
          <p:nvPr/>
        </p:nvGrpSpPr>
        <p:grpSpPr>
          <a:xfrm>
            <a:off x="4206918" y="3560835"/>
            <a:ext cx="730164" cy="676503"/>
            <a:chOff x="1173800" y="414250"/>
            <a:chExt cx="5252975" cy="4866925"/>
          </a:xfrm>
        </p:grpSpPr>
        <p:sp>
          <p:nvSpPr>
            <p:cNvPr id="1269" name="Google Shape;1269;p52"/>
            <p:cNvSpPr/>
            <p:nvPr/>
          </p:nvSpPr>
          <p:spPr>
            <a:xfrm>
              <a:off x="1173800" y="414250"/>
              <a:ext cx="5252975" cy="4055500"/>
            </a:xfrm>
            <a:custGeom>
              <a:avLst/>
              <a:gdLst/>
              <a:ahLst/>
              <a:cxnLst/>
              <a:rect l="l" t="t" r="r" b="b"/>
              <a:pathLst>
                <a:path w="210119" h="162220" extrusionOk="0">
                  <a:moveTo>
                    <a:pt x="105057" y="1"/>
                  </a:moveTo>
                  <a:cubicBezTo>
                    <a:pt x="102969" y="1"/>
                    <a:pt x="100881" y="882"/>
                    <a:pt x="99576" y="2545"/>
                  </a:cubicBezTo>
                  <a:cubicBezTo>
                    <a:pt x="82288" y="24759"/>
                    <a:pt x="80200" y="28250"/>
                    <a:pt x="72600" y="34154"/>
                  </a:cubicBezTo>
                  <a:cubicBezTo>
                    <a:pt x="69109" y="36894"/>
                    <a:pt x="69012" y="42081"/>
                    <a:pt x="72371" y="44951"/>
                  </a:cubicBezTo>
                  <a:cubicBezTo>
                    <a:pt x="75470" y="47593"/>
                    <a:pt x="77232" y="51442"/>
                    <a:pt x="77232" y="55520"/>
                  </a:cubicBezTo>
                  <a:cubicBezTo>
                    <a:pt x="77232" y="63186"/>
                    <a:pt x="70969" y="69449"/>
                    <a:pt x="63303" y="69449"/>
                  </a:cubicBezTo>
                  <a:cubicBezTo>
                    <a:pt x="55148" y="69449"/>
                    <a:pt x="48755" y="62435"/>
                    <a:pt x="49440" y="54280"/>
                  </a:cubicBezTo>
                  <a:cubicBezTo>
                    <a:pt x="49837" y="50088"/>
                    <a:pt x="46418" y="46700"/>
                    <a:pt x="42519" y="46700"/>
                  </a:cubicBezTo>
                  <a:cubicBezTo>
                    <a:pt x="42262" y="46700"/>
                    <a:pt x="42002" y="46715"/>
                    <a:pt x="41741" y="46745"/>
                  </a:cubicBezTo>
                  <a:cubicBezTo>
                    <a:pt x="39408" y="47009"/>
                    <a:pt x="37068" y="47141"/>
                    <a:pt x="34733" y="47141"/>
                  </a:cubicBezTo>
                  <a:cubicBezTo>
                    <a:pt x="26394" y="47141"/>
                    <a:pt x="18115" y="45466"/>
                    <a:pt x="10394" y="42178"/>
                  </a:cubicBezTo>
                  <a:cubicBezTo>
                    <a:pt x="9469" y="41786"/>
                    <a:pt x="8535" y="41606"/>
                    <a:pt x="7632" y="41606"/>
                  </a:cubicBezTo>
                  <a:cubicBezTo>
                    <a:pt x="3502" y="41606"/>
                    <a:pt x="1" y="45368"/>
                    <a:pt x="803" y="49811"/>
                  </a:cubicBezTo>
                  <a:lnTo>
                    <a:pt x="24061" y="162219"/>
                  </a:lnTo>
                  <a:lnTo>
                    <a:pt x="186052" y="162219"/>
                  </a:lnTo>
                  <a:lnTo>
                    <a:pt x="209342" y="49811"/>
                  </a:lnTo>
                  <a:cubicBezTo>
                    <a:pt x="210118" y="45368"/>
                    <a:pt x="206590" y="41606"/>
                    <a:pt x="202470" y="41606"/>
                  </a:cubicBezTo>
                  <a:cubicBezTo>
                    <a:pt x="201568" y="41606"/>
                    <a:pt x="200639" y="41786"/>
                    <a:pt x="199719" y="42178"/>
                  </a:cubicBezTo>
                  <a:cubicBezTo>
                    <a:pt x="191998" y="45466"/>
                    <a:pt x="183719" y="47141"/>
                    <a:pt x="175380" y="47141"/>
                  </a:cubicBezTo>
                  <a:cubicBezTo>
                    <a:pt x="173045" y="47141"/>
                    <a:pt x="170705" y="47009"/>
                    <a:pt x="168372" y="46745"/>
                  </a:cubicBezTo>
                  <a:cubicBezTo>
                    <a:pt x="168080" y="46707"/>
                    <a:pt x="167790" y="46689"/>
                    <a:pt x="167504" y="46689"/>
                  </a:cubicBezTo>
                  <a:cubicBezTo>
                    <a:pt x="163593" y="46689"/>
                    <a:pt x="160278" y="50116"/>
                    <a:pt x="160673" y="54280"/>
                  </a:cubicBezTo>
                  <a:cubicBezTo>
                    <a:pt x="161358" y="62435"/>
                    <a:pt x="154965" y="69449"/>
                    <a:pt x="146810" y="69449"/>
                  </a:cubicBezTo>
                  <a:cubicBezTo>
                    <a:pt x="139144" y="69449"/>
                    <a:pt x="132881" y="63186"/>
                    <a:pt x="132881" y="55520"/>
                  </a:cubicBezTo>
                  <a:cubicBezTo>
                    <a:pt x="132881" y="51442"/>
                    <a:pt x="134643" y="47593"/>
                    <a:pt x="137742" y="44951"/>
                  </a:cubicBezTo>
                  <a:cubicBezTo>
                    <a:pt x="141102" y="42081"/>
                    <a:pt x="141004" y="36894"/>
                    <a:pt x="137513" y="34154"/>
                  </a:cubicBezTo>
                  <a:cubicBezTo>
                    <a:pt x="129880" y="28217"/>
                    <a:pt x="127727" y="24694"/>
                    <a:pt x="110537" y="2545"/>
                  </a:cubicBezTo>
                  <a:cubicBezTo>
                    <a:pt x="109232" y="882"/>
                    <a:pt x="107144" y="1"/>
                    <a:pt x="1050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52"/>
            <p:cNvSpPr/>
            <p:nvPr/>
          </p:nvSpPr>
          <p:spPr>
            <a:xfrm>
              <a:off x="3800200" y="414250"/>
              <a:ext cx="2626575" cy="4055500"/>
            </a:xfrm>
            <a:custGeom>
              <a:avLst/>
              <a:gdLst/>
              <a:ahLst/>
              <a:cxnLst/>
              <a:rect l="l" t="t" r="r" b="b"/>
              <a:pathLst>
                <a:path w="105063" h="162220" extrusionOk="0">
                  <a:moveTo>
                    <a:pt x="1" y="1"/>
                  </a:moveTo>
                  <a:lnTo>
                    <a:pt x="1" y="162219"/>
                  </a:lnTo>
                  <a:lnTo>
                    <a:pt x="80996" y="162219"/>
                  </a:lnTo>
                  <a:lnTo>
                    <a:pt x="104286" y="49811"/>
                  </a:lnTo>
                  <a:cubicBezTo>
                    <a:pt x="105062" y="45368"/>
                    <a:pt x="101534" y="41606"/>
                    <a:pt x="97414" y="41606"/>
                  </a:cubicBezTo>
                  <a:cubicBezTo>
                    <a:pt x="96512" y="41606"/>
                    <a:pt x="95583" y="41786"/>
                    <a:pt x="94663" y="42178"/>
                  </a:cubicBezTo>
                  <a:cubicBezTo>
                    <a:pt x="86942" y="45466"/>
                    <a:pt x="78663" y="47141"/>
                    <a:pt x="70324" y="47141"/>
                  </a:cubicBezTo>
                  <a:cubicBezTo>
                    <a:pt x="67989" y="47141"/>
                    <a:pt x="65649" y="47009"/>
                    <a:pt x="63316" y="46745"/>
                  </a:cubicBezTo>
                  <a:cubicBezTo>
                    <a:pt x="63024" y="46707"/>
                    <a:pt x="62734" y="46689"/>
                    <a:pt x="62448" y="46689"/>
                  </a:cubicBezTo>
                  <a:cubicBezTo>
                    <a:pt x="58537" y="46689"/>
                    <a:pt x="55222" y="50116"/>
                    <a:pt x="55617" y="54280"/>
                  </a:cubicBezTo>
                  <a:cubicBezTo>
                    <a:pt x="56302" y="62435"/>
                    <a:pt x="49909" y="69449"/>
                    <a:pt x="41754" y="69449"/>
                  </a:cubicBezTo>
                  <a:cubicBezTo>
                    <a:pt x="34088" y="69449"/>
                    <a:pt x="27825" y="63186"/>
                    <a:pt x="27825" y="55520"/>
                  </a:cubicBezTo>
                  <a:cubicBezTo>
                    <a:pt x="27825" y="51442"/>
                    <a:pt x="29587" y="47593"/>
                    <a:pt x="32686" y="44951"/>
                  </a:cubicBezTo>
                  <a:cubicBezTo>
                    <a:pt x="36046" y="42081"/>
                    <a:pt x="35948" y="36894"/>
                    <a:pt x="32457" y="34154"/>
                  </a:cubicBezTo>
                  <a:cubicBezTo>
                    <a:pt x="24824" y="28217"/>
                    <a:pt x="22671" y="24694"/>
                    <a:pt x="5481" y="2545"/>
                  </a:cubicBezTo>
                  <a:cubicBezTo>
                    <a:pt x="4176" y="882"/>
                    <a:pt x="2088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52"/>
            <p:cNvSpPr/>
            <p:nvPr/>
          </p:nvSpPr>
          <p:spPr>
            <a:xfrm>
              <a:off x="3104575" y="2497850"/>
              <a:ext cx="1391275" cy="1392075"/>
            </a:xfrm>
            <a:custGeom>
              <a:avLst/>
              <a:gdLst/>
              <a:ahLst/>
              <a:cxnLst/>
              <a:rect l="l" t="t" r="r" b="b"/>
              <a:pathLst>
                <a:path w="55651" h="55683" extrusionOk="0">
                  <a:moveTo>
                    <a:pt x="27826" y="1"/>
                  </a:moveTo>
                  <a:cubicBezTo>
                    <a:pt x="12494" y="1"/>
                    <a:pt x="1" y="12494"/>
                    <a:pt x="1" y="27825"/>
                  </a:cubicBezTo>
                  <a:cubicBezTo>
                    <a:pt x="1" y="43189"/>
                    <a:pt x="12494" y="55683"/>
                    <a:pt x="27826" y="55683"/>
                  </a:cubicBezTo>
                  <a:cubicBezTo>
                    <a:pt x="43157" y="55683"/>
                    <a:pt x="55650" y="43189"/>
                    <a:pt x="55650" y="27825"/>
                  </a:cubicBezTo>
                  <a:cubicBezTo>
                    <a:pt x="55650" y="12494"/>
                    <a:pt x="43157" y="1"/>
                    <a:pt x="278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52"/>
            <p:cNvSpPr/>
            <p:nvPr/>
          </p:nvSpPr>
          <p:spPr>
            <a:xfrm>
              <a:off x="1191425" y="2846075"/>
              <a:ext cx="1043050" cy="1043850"/>
            </a:xfrm>
            <a:custGeom>
              <a:avLst/>
              <a:gdLst/>
              <a:ahLst/>
              <a:cxnLst/>
              <a:rect l="l" t="t" r="r" b="b"/>
              <a:pathLst>
                <a:path w="41722" h="41754" extrusionOk="0">
                  <a:moveTo>
                    <a:pt x="20877" y="0"/>
                  </a:moveTo>
                  <a:cubicBezTo>
                    <a:pt x="9363" y="0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7" y="41754"/>
                  </a:cubicBezTo>
                  <a:cubicBezTo>
                    <a:pt x="32360" y="41754"/>
                    <a:pt x="41721" y="32392"/>
                    <a:pt x="41721" y="20877"/>
                  </a:cubicBezTo>
                  <a:cubicBezTo>
                    <a:pt x="41721" y="9362"/>
                    <a:pt x="32360" y="0"/>
                    <a:pt x="20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52"/>
            <p:cNvSpPr/>
            <p:nvPr/>
          </p:nvSpPr>
          <p:spPr>
            <a:xfrm>
              <a:off x="5365950" y="2846075"/>
              <a:ext cx="1043050" cy="1043850"/>
            </a:xfrm>
            <a:custGeom>
              <a:avLst/>
              <a:gdLst/>
              <a:ahLst/>
              <a:cxnLst/>
              <a:rect l="l" t="t" r="r" b="b"/>
              <a:pathLst>
                <a:path w="41722" h="41754" extrusionOk="0">
                  <a:moveTo>
                    <a:pt x="20877" y="0"/>
                  </a:moveTo>
                  <a:cubicBezTo>
                    <a:pt x="9363" y="0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7" y="41754"/>
                  </a:cubicBezTo>
                  <a:cubicBezTo>
                    <a:pt x="32360" y="41754"/>
                    <a:pt x="41722" y="32392"/>
                    <a:pt x="41722" y="20877"/>
                  </a:cubicBezTo>
                  <a:cubicBezTo>
                    <a:pt x="41722" y="9362"/>
                    <a:pt x="32360" y="0"/>
                    <a:pt x="208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52"/>
            <p:cNvSpPr/>
            <p:nvPr/>
          </p:nvSpPr>
          <p:spPr>
            <a:xfrm>
              <a:off x="3800200" y="2497850"/>
              <a:ext cx="695650" cy="1392075"/>
            </a:xfrm>
            <a:custGeom>
              <a:avLst/>
              <a:gdLst/>
              <a:ahLst/>
              <a:cxnLst/>
              <a:rect l="l" t="t" r="r" b="b"/>
              <a:pathLst>
                <a:path w="27826" h="55683" extrusionOk="0">
                  <a:moveTo>
                    <a:pt x="1" y="1"/>
                  </a:moveTo>
                  <a:lnTo>
                    <a:pt x="1" y="55683"/>
                  </a:lnTo>
                  <a:cubicBezTo>
                    <a:pt x="15332" y="55683"/>
                    <a:pt x="27825" y="43189"/>
                    <a:pt x="27825" y="27825"/>
                  </a:cubicBezTo>
                  <a:cubicBezTo>
                    <a:pt x="27825" y="12494"/>
                    <a:pt x="15332" y="1"/>
                    <a:pt x="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52"/>
            <p:cNvSpPr/>
            <p:nvPr/>
          </p:nvSpPr>
          <p:spPr>
            <a:xfrm>
              <a:off x="1538825" y="4237300"/>
              <a:ext cx="4522775" cy="1043875"/>
            </a:xfrm>
            <a:custGeom>
              <a:avLst/>
              <a:gdLst/>
              <a:ahLst/>
              <a:cxnLst/>
              <a:rect l="l" t="t" r="r" b="b"/>
              <a:pathLst>
                <a:path w="180911" h="41755" extrusionOk="0">
                  <a:moveTo>
                    <a:pt x="20877" y="1"/>
                  </a:moveTo>
                  <a:cubicBezTo>
                    <a:pt x="9363" y="1"/>
                    <a:pt x="1" y="9363"/>
                    <a:pt x="1" y="20878"/>
                  </a:cubicBezTo>
                  <a:cubicBezTo>
                    <a:pt x="1" y="32392"/>
                    <a:pt x="9363" y="41754"/>
                    <a:pt x="20877" y="41754"/>
                  </a:cubicBezTo>
                  <a:lnTo>
                    <a:pt x="160034" y="41754"/>
                  </a:lnTo>
                  <a:cubicBezTo>
                    <a:pt x="171549" y="41754"/>
                    <a:pt x="180910" y="32392"/>
                    <a:pt x="180910" y="20878"/>
                  </a:cubicBezTo>
                  <a:cubicBezTo>
                    <a:pt x="180910" y="9363"/>
                    <a:pt x="171549" y="1"/>
                    <a:pt x="1600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2"/>
            <p:cNvSpPr/>
            <p:nvPr/>
          </p:nvSpPr>
          <p:spPr>
            <a:xfrm>
              <a:off x="3800200" y="4237300"/>
              <a:ext cx="2261400" cy="1043875"/>
            </a:xfrm>
            <a:custGeom>
              <a:avLst/>
              <a:gdLst/>
              <a:ahLst/>
              <a:cxnLst/>
              <a:rect l="l" t="t" r="r" b="b"/>
              <a:pathLst>
                <a:path w="90456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69579" y="41754"/>
                  </a:lnTo>
                  <a:cubicBezTo>
                    <a:pt x="81094" y="41754"/>
                    <a:pt x="90455" y="32392"/>
                    <a:pt x="90455" y="20878"/>
                  </a:cubicBezTo>
                  <a:cubicBezTo>
                    <a:pt x="90455" y="9363"/>
                    <a:pt x="81094" y="1"/>
                    <a:pt x="695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7" name="Google Shape;1277;p52"/>
          <p:cNvGrpSpPr/>
          <p:nvPr/>
        </p:nvGrpSpPr>
        <p:grpSpPr>
          <a:xfrm>
            <a:off x="4173783" y="1396820"/>
            <a:ext cx="796433" cy="680633"/>
            <a:chOff x="1116400" y="554425"/>
            <a:chExt cx="5366800" cy="4586475"/>
          </a:xfrm>
        </p:grpSpPr>
        <p:sp>
          <p:nvSpPr>
            <p:cNvPr id="1278" name="Google Shape;1278;p52"/>
            <p:cNvSpPr/>
            <p:nvPr/>
          </p:nvSpPr>
          <p:spPr>
            <a:xfrm>
              <a:off x="1116400" y="554425"/>
              <a:ext cx="5366800" cy="4586475"/>
            </a:xfrm>
            <a:custGeom>
              <a:avLst/>
              <a:gdLst/>
              <a:ahLst/>
              <a:cxnLst/>
              <a:rect l="l" t="t" r="r" b="b"/>
              <a:pathLst>
                <a:path w="214672" h="183459" extrusionOk="0">
                  <a:moveTo>
                    <a:pt x="62264" y="1"/>
                  </a:moveTo>
                  <a:cubicBezTo>
                    <a:pt x="55904" y="1"/>
                    <a:pt x="49574" y="1040"/>
                    <a:pt x="43548" y="3169"/>
                  </a:cubicBezTo>
                  <a:cubicBezTo>
                    <a:pt x="23585" y="10215"/>
                    <a:pt x="9395" y="25318"/>
                    <a:pt x="4633" y="44661"/>
                  </a:cubicBezTo>
                  <a:cubicBezTo>
                    <a:pt x="1" y="63450"/>
                    <a:pt x="5089" y="83185"/>
                    <a:pt x="18431" y="97538"/>
                  </a:cubicBezTo>
                  <a:lnTo>
                    <a:pt x="102525" y="181469"/>
                  </a:lnTo>
                  <a:cubicBezTo>
                    <a:pt x="103862" y="182774"/>
                    <a:pt x="105591" y="183459"/>
                    <a:pt x="107353" y="183459"/>
                  </a:cubicBezTo>
                  <a:cubicBezTo>
                    <a:pt x="109081" y="183459"/>
                    <a:pt x="110810" y="182774"/>
                    <a:pt x="112115" y="181469"/>
                  </a:cubicBezTo>
                  <a:lnTo>
                    <a:pt x="196209" y="97571"/>
                  </a:lnTo>
                  <a:lnTo>
                    <a:pt x="196437" y="97342"/>
                  </a:lnTo>
                  <a:cubicBezTo>
                    <a:pt x="209616" y="83153"/>
                    <a:pt x="214672" y="63450"/>
                    <a:pt x="210073" y="44661"/>
                  </a:cubicBezTo>
                  <a:cubicBezTo>
                    <a:pt x="205277" y="25318"/>
                    <a:pt x="191088" y="10215"/>
                    <a:pt x="171157" y="3169"/>
                  </a:cubicBezTo>
                  <a:cubicBezTo>
                    <a:pt x="165143" y="1064"/>
                    <a:pt x="158903" y="33"/>
                    <a:pt x="152658" y="33"/>
                  </a:cubicBezTo>
                  <a:cubicBezTo>
                    <a:pt x="139157" y="33"/>
                    <a:pt x="125631" y="4852"/>
                    <a:pt x="114301" y="14064"/>
                  </a:cubicBezTo>
                  <a:lnTo>
                    <a:pt x="107842" y="19511"/>
                  </a:lnTo>
                  <a:lnTo>
                    <a:pt x="107353" y="19120"/>
                  </a:lnTo>
                  <a:lnTo>
                    <a:pt x="101057" y="13966"/>
                  </a:lnTo>
                  <a:cubicBezTo>
                    <a:pt x="89826" y="4829"/>
                    <a:pt x="75976" y="1"/>
                    <a:pt x="622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52"/>
            <p:cNvSpPr/>
            <p:nvPr/>
          </p:nvSpPr>
          <p:spPr>
            <a:xfrm>
              <a:off x="1750050" y="1266650"/>
              <a:ext cx="928875" cy="1292625"/>
            </a:xfrm>
            <a:custGeom>
              <a:avLst/>
              <a:gdLst/>
              <a:ahLst/>
              <a:cxnLst/>
              <a:rect l="l" t="t" r="r" b="b"/>
              <a:pathLst>
                <a:path w="37155" h="51705" extrusionOk="0">
                  <a:moveTo>
                    <a:pt x="29461" y="0"/>
                  </a:moveTo>
                  <a:cubicBezTo>
                    <a:pt x="28713" y="0"/>
                    <a:pt x="27952" y="124"/>
                    <a:pt x="27205" y="384"/>
                  </a:cubicBezTo>
                  <a:cubicBezTo>
                    <a:pt x="1729" y="9355"/>
                    <a:pt x="0" y="36429"/>
                    <a:pt x="12070" y="49510"/>
                  </a:cubicBezTo>
                  <a:cubicBezTo>
                    <a:pt x="13408" y="50968"/>
                    <a:pt x="15234" y="51705"/>
                    <a:pt x="17068" y="51705"/>
                  </a:cubicBezTo>
                  <a:cubicBezTo>
                    <a:pt x="18720" y="51705"/>
                    <a:pt x="20378" y="51107"/>
                    <a:pt x="21692" y="49901"/>
                  </a:cubicBezTo>
                  <a:cubicBezTo>
                    <a:pt x="24465" y="47357"/>
                    <a:pt x="24628" y="43051"/>
                    <a:pt x="22084" y="40278"/>
                  </a:cubicBezTo>
                  <a:cubicBezTo>
                    <a:pt x="16571" y="34309"/>
                    <a:pt x="15593" y="18912"/>
                    <a:pt x="31739" y="13236"/>
                  </a:cubicBezTo>
                  <a:cubicBezTo>
                    <a:pt x="35295" y="11997"/>
                    <a:pt x="37154" y="8082"/>
                    <a:pt x="35882" y="4559"/>
                  </a:cubicBezTo>
                  <a:cubicBezTo>
                    <a:pt x="34903" y="1750"/>
                    <a:pt x="32274" y="0"/>
                    <a:pt x="294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52"/>
            <p:cNvSpPr/>
            <p:nvPr/>
          </p:nvSpPr>
          <p:spPr>
            <a:xfrm>
              <a:off x="3800200" y="555225"/>
              <a:ext cx="2683000" cy="4585675"/>
            </a:xfrm>
            <a:custGeom>
              <a:avLst/>
              <a:gdLst/>
              <a:ahLst/>
              <a:cxnLst/>
              <a:rect l="l" t="t" r="r" b="b"/>
              <a:pathLst>
                <a:path w="107320" h="183427" extrusionOk="0">
                  <a:moveTo>
                    <a:pt x="45306" y="1"/>
                  </a:moveTo>
                  <a:cubicBezTo>
                    <a:pt x="31805" y="1"/>
                    <a:pt x="18279" y="4820"/>
                    <a:pt x="6949" y="14032"/>
                  </a:cubicBezTo>
                  <a:lnTo>
                    <a:pt x="490" y="19479"/>
                  </a:lnTo>
                  <a:lnTo>
                    <a:pt x="1" y="19088"/>
                  </a:lnTo>
                  <a:lnTo>
                    <a:pt x="1" y="183427"/>
                  </a:lnTo>
                  <a:cubicBezTo>
                    <a:pt x="1729" y="183427"/>
                    <a:pt x="3458" y="182742"/>
                    <a:pt x="4763" y="181437"/>
                  </a:cubicBezTo>
                  <a:lnTo>
                    <a:pt x="88857" y="97539"/>
                  </a:lnTo>
                  <a:lnTo>
                    <a:pt x="89085" y="97310"/>
                  </a:lnTo>
                  <a:cubicBezTo>
                    <a:pt x="102264" y="83121"/>
                    <a:pt x="107320" y="63418"/>
                    <a:pt x="102721" y="44629"/>
                  </a:cubicBezTo>
                  <a:cubicBezTo>
                    <a:pt x="97925" y="25286"/>
                    <a:pt x="83736" y="10183"/>
                    <a:pt x="63805" y="3137"/>
                  </a:cubicBezTo>
                  <a:cubicBezTo>
                    <a:pt x="57791" y="1032"/>
                    <a:pt x="51551" y="1"/>
                    <a:pt x="453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53"/>
          <p:cNvSpPr txBox="1">
            <a:spLocks noGrp="1"/>
          </p:cNvSpPr>
          <p:nvPr>
            <p:ph type="subTitle" idx="1"/>
          </p:nvPr>
        </p:nvSpPr>
        <p:spPr>
          <a:xfrm>
            <a:off x="5081356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“Mercury is the closest planet to the Sun and the smallest one in the Solar System—it’s only a bit larger than the Moon”</a:t>
            </a:r>
            <a:endParaRPr/>
          </a:p>
        </p:txBody>
      </p:sp>
      <p:sp>
        <p:nvSpPr>
          <p:cNvPr id="1286" name="Google Shape;1286;p53"/>
          <p:cNvSpPr txBox="1">
            <a:spLocks noGrp="1"/>
          </p:cNvSpPr>
          <p:nvPr>
            <p:ph type="subTitle" idx="2"/>
          </p:nvPr>
        </p:nvSpPr>
        <p:spPr>
          <a:xfrm>
            <a:off x="1278644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“Venus has a beautiful name and is the second planet from the Sun. It’s terribly hot—even hotter than Mercury” </a:t>
            </a:r>
            <a:endParaRPr/>
          </a:p>
        </p:txBody>
      </p:sp>
      <p:sp>
        <p:nvSpPr>
          <p:cNvPr id="1287" name="Google Shape;1287;p53"/>
          <p:cNvSpPr txBox="1">
            <a:spLocks noGrp="1"/>
          </p:cNvSpPr>
          <p:nvPr>
            <p:ph type="ctrTitle"/>
          </p:nvPr>
        </p:nvSpPr>
        <p:spPr>
          <a:xfrm>
            <a:off x="1180994" y="3616625"/>
            <a:ext cx="2979300" cy="3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—JOHN SMITH</a:t>
            </a:r>
            <a:endParaRPr/>
          </a:p>
        </p:txBody>
      </p:sp>
      <p:sp>
        <p:nvSpPr>
          <p:cNvPr id="1288" name="Google Shape;1288;p53"/>
          <p:cNvSpPr txBox="1">
            <a:spLocks noGrp="1"/>
          </p:cNvSpPr>
          <p:nvPr>
            <p:ph type="ctrTitle" idx="3"/>
          </p:nvPr>
        </p:nvSpPr>
        <p:spPr>
          <a:xfrm>
            <a:off x="4983706" y="3616842"/>
            <a:ext cx="2979300" cy="3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—JENNA DOE</a:t>
            </a:r>
            <a:endParaRPr/>
          </a:p>
        </p:txBody>
      </p:sp>
      <p:grpSp>
        <p:nvGrpSpPr>
          <p:cNvPr id="1289" name="Google Shape;1289;p53"/>
          <p:cNvGrpSpPr/>
          <p:nvPr/>
        </p:nvGrpSpPr>
        <p:grpSpPr>
          <a:xfrm>
            <a:off x="6075418" y="1465185"/>
            <a:ext cx="795877" cy="816283"/>
            <a:chOff x="1255850" y="238125"/>
            <a:chExt cx="5088725" cy="5219200"/>
          </a:xfrm>
        </p:grpSpPr>
        <p:sp>
          <p:nvSpPr>
            <p:cNvPr id="1290" name="Google Shape;1290;p53"/>
            <p:cNvSpPr/>
            <p:nvPr/>
          </p:nvSpPr>
          <p:spPr>
            <a:xfrm>
              <a:off x="1255850" y="2325775"/>
              <a:ext cx="1047950" cy="1174350"/>
            </a:xfrm>
            <a:custGeom>
              <a:avLst/>
              <a:gdLst/>
              <a:ahLst/>
              <a:cxnLst/>
              <a:rect l="l" t="t" r="r" b="b"/>
              <a:pathLst>
                <a:path w="41918" h="46974" extrusionOk="0">
                  <a:moveTo>
                    <a:pt x="23487" y="1"/>
                  </a:moveTo>
                  <a:cubicBezTo>
                    <a:pt x="10504" y="1"/>
                    <a:pt x="1" y="10504"/>
                    <a:pt x="1" y="23487"/>
                  </a:cubicBezTo>
                  <a:cubicBezTo>
                    <a:pt x="1" y="36470"/>
                    <a:pt x="10504" y="46973"/>
                    <a:pt x="23487" y="46973"/>
                  </a:cubicBezTo>
                  <a:cubicBezTo>
                    <a:pt x="24433" y="46973"/>
                    <a:pt x="41917" y="46810"/>
                    <a:pt x="41917" y="46810"/>
                  </a:cubicBezTo>
                  <a:lnTo>
                    <a:pt x="41917" y="1"/>
                  </a:lnTo>
                  <a:close/>
                </a:path>
              </a:pathLst>
            </a:custGeom>
            <a:solidFill>
              <a:srgbClr val="D59C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53"/>
            <p:cNvSpPr/>
            <p:nvPr/>
          </p:nvSpPr>
          <p:spPr>
            <a:xfrm>
              <a:off x="1325175" y="3169825"/>
              <a:ext cx="1174325" cy="1174350"/>
            </a:xfrm>
            <a:custGeom>
              <a:avLst/>
              <a:gdLst/>
              <a:ahLst/>
              <a:cxnLst/>
              <a:rect l="l" t="t" r="r" b="b"/>
              <a:pathLst>
                <a:path w="46973" h="46974" extrusionOk="0">
                  <a:moveTo>
                    <a:pt x="23487" y="15658"/>
                  </a:moveTo>
                  <a:cubicBezTo>
                    <a:pt x="27792" y="15658"/>
                    <a:pt x="31315" y="19181"/>
                    <a:pt x="31315" y="23487"/>
                  </a:cubicBezTo>
                  <a:cubicBezTo>
                    <a:pt x="31315" y="27793"/>
                    <a:pt x="27792" y="31315"/>
                    <a:pt x="23487" y="31315"/>
                  </a:cubicBezTo>
                  <a:cubicBezTo>
                    <a:pt x="19181" y="31315"/>
                    <a:pt x="15658" y="27793"/>
                    <a:pt x="15658" y="23487"/>
                  </a:cubicBezTo>
                  <a:cubicBezTo>
                    <a:pt x="15658" y="19181"/>
                    <a:pt x="19181" y="15658"/>
                    <a:pt x="23487" y="15658"/>
                  </a:cubicBezTo>
                  <a:close/>
                  <a:moveTo>
                    <a:pt x="23487" y="0"/>
                  </a:moveTo>
                  <a:cubicBezTo>
                    <a:pt x="10536" y="0"/>
                    <a:pt x="0" y="10537"/>
                    <a:pt x="0" y="23487"/>
                  </a:cubicBezTo>
                  <a:cubicBezTo>
                    <a:pt x="0" y="36437"/>
                    <a:pt x="10536" y="46973"/>
                    <a:pt x="23487" y="46973"/>
                  </a:cubicBezTo>
                  <a:cubicBezTo>
                    <a:pt x="36437" y="46973"/>
                    <a:pt x="46973" y="36437"/>
                    <a:pt x="46973" y="23487"/>
                  </a:cubicBezTo>
                  <a:cubicBezTo>
                    <a:pt x="46973" y="10537"/>
                    <a:pt x="36437" y="0"/>
                    <a:pt x="234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5427125" y="2325775"/>
              <a:ext cx="917450" cy="1174350"/>
            </a:xfrm>
            <a:custGeom>
              <a:avLst/>
              <a:gdLst/>
              <a:ahLst/>
              <a:cxnLst/>
              <a:rect l="l" t="t" r="r" b="b"/>
              <a:pathLst>
                <a:path w="36698" h="46974" extrusionOk="0">
                  <a:moveTo>
                    <a:pt x="0" y="1"/>
                  </a:moveTo>
                  <a:lnTo>
                    <a:pt x="0" y="46810"/>
                  </a:lnTo>
                  <a:cubicBezTo>
                    <a:pt x="0" y="46810"/>
                    <a:pt x="12265" y="46973"/>
                    <a:pt x="13211" y="46973"/>
                  </a:cubicBezTo>
                  <a:cubicBezTo>
                    <a:pt x="26194" y="46973"/>
                    <a:pt x="36698" y="36470"/>
                    <a:pt x="36698" y="23487"/>
                  </a:cubicBezTo>
                  <a:cubicBezTo>
                    <a:pt x="36698" y="10504"/>
                    <a:pt x="26194" y="1"/>
                    <a:pt x="13211" y="1"/>
                  </a:cubicBezTo>
                  <a:close/>
                </a:path>
              </a:pathLst>
            </a:custGeom>
            <a:solidFill>
              <a:srgbClr val="C487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53"/>
            <p:cNvSpPr/>
            <p:nvPr/>
          </p:nvSpPr>
          <p:spPr>
            <a:xfrm>
              <a:off x="5100925" y="3169825"/>
              <a:ext cx="1174325" cy="1174350"/>
            </a:xfrm>
            <a:custGeom>
              <a:avLst/>
              <a:gdLst/>
              <a:ahLst/>
              <a:cxnLst/>
              <a:rect l="l" t="t" r="r" b="b"/>
              <a:pathLst>
                <a:path w="46973" h="46974" extrusionOk="0">
                  <a:moveTo>
                    <a:pt x="23487" y="15658"/>
                  </a:moveTo>
                  <a:cubicBezTo>
                    <a:pt x="27792" y="15658"/>
                    <a:pt x="31315" y="19181"/>
                    <a:pt x="31315" y="23487"/>
                  </a:cubicBezTo>
                  <a:cubicBezTo>
                    <a:pt x="31315" y="27793"/>
                    <a:pt x="27792" y="31315"/>
                    <a:pt x="23487" y="31315"/>
                  </a:cubicBezTo>
                  <a:cubicBezTo>
                    <a:pt x="19181" y="31315"/>
                    <a:pt x="15658" y="27793"/>
                    <a:pt x="15658" y="23487"/>
                  </a:cubicBezTo>
                  <a:cubicBezTo>
                    <a:pt x="15658" y="19181"/>
                    <a:pt x="19181" y="15658"/>
                    <a:pt x="23487" y="15658"/>
                  </a:cubicBezTo>
                  <a:close/>
                  <a:moveTo>
                    <a:pt x="23487" y="0"/>
                  </a:moveTo>
                  <a:cubicBezTo>
                    <a:pt x="10536" y="0"/>
                    <a:pt x="0" y="10537"/>
                    <a:pt x="0" y="23487"/>
                  </a:cubicBezTo>
                  <a:cubicBezTo>
                    <a:pt x="0" y="36437"/>
                    <a:pt x="10536" y="46973"/>
                    <a:pt x="23487" y="46973"/>
                  </a:cubicBezTo>
                  <a:cubicBezTo>
                    <a:pt x="36437" y="46973"/>
                    <a:pt x="46973" y="36437"/>
                    <a:pt x="46973" y="23487"/>
                  </a:cubicBezTo>
                  <a:cubicBezTo>
                    <a:pt x="46973" y="10537"/>
                    <a:pt x="36437" y="0"/>
                    <a:pt x="234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53"/>
            <p:cNvSpPr/>
            <p:nvPr/>
          </p:nvSpPr>
          <p:spPr>
            <a:xfrm>
              <a:off x="3408775" y="1500500"/>
              <a:ext cx="2348650" cy="3956825"/>
            </a:xfrm>
            <a:custGeom>
              <a:avLst/>
              <a:gdLst/>
              <a:ahLst/>
              <a:cxnLst/>
              <a:rect l="l" t="t" r="r" b="b"/>
              <a:pathLst>
                <a:path w="93946" h="158273" extrusionOk="0">
                  <a:moveTo>
                    <a:pt x="0" y="1"/>
                  </a:moveTo>
                  <a:lnTo>
                    <a:pt x="15658" y="158272"/>
                  </a:lnTo>
                  <a:cubicBezTo>
                    <a:pt x="50626" y="158272"/>
                    <a:pt x="93945" y="117987"/>
                    <a:pt x="93945" y="74765"/>
                  </a:cubicBezTo>
                  <a:lnTo>
                    <a:pt x="93945" y="3301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D59C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1843000" y="1005500"/>
              <a:ext cx="1957225" cy="4451825"/>
            </a:xfrm>
            <a:custGeom>
              <a:avLst/>
              <a:gdLst/>
              <a:ahLst/>
              <a:cxnLst/>
              <a:rect l="l" t="t" r="r" b="b"/>
              <a:pathLst>
                <a:path w="78289" h="178073" extrusionOk="0">
                  <a:moveTo>
                    <a:pt x="52193" y="0"/>
                  </a:moveTo>
                  <a:lnTo>
                    <a:pt x="1" y="52812"/>
                  </a:lnTo>
                  <a:lnTo>
                    <a:pt x="1" y="94565"/>
                  </a:lnTo>
                  <a:cubicBezTo>
                    <a:pt x="1" y="137787"/>
                    <a:pt x="43320" y="178072"/>
                    <a:pt x="78289" y="178072"/>
                  </a:cubicBezTo>
                  <a:lnTo>
                    <a:pt x="78289" y="0"/>
                  </a:lnTo>
                  <a:close/>
                </a:path>
              </a:pathLst>
            </a:custGeom>
            <a:solidFill>
              <a:srgbClr val="E7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2495400" y="2782450"/>
              <a:ext cx="848150" cy="587200"/>
            </a:xfrm>
            <a:custGeom>
              <a:avLst/>
              <a:gdLst/>
              <a:ahLst/>
              <a:cxnLst/>
              <a:rect l="l" t="t" r="r" b="b"/>
              <a:pathLst>
                <a:path w="33926" h="23488" extrusionOk="0">
                  <a:moveTo>
                    <a:pt x="1" y="1"/>
                  </a:moveTo>
                  <a:lnTo>
                    <a:pt x="1" y="15659"/>
                  </a:lnTo>
                  <a:lnTo>
                    <a:pt x="18268" y="15659"/>
                  </a:lnTo>
                  <a:lnTo>
                    <a:pt x="18268" y="23487"/>
                  </a:lnTo>
                  <a:lnTo>
                    <a:pt x="33925" y="23487"/>
                  </a:lnTo>
                  <a:lnTo>
                    <a:pt x="33925" y="1"/>
                  </a:lnTo>
                  <a:close/>
                </a:path>
              </a:pathLst>
            </a:custGeom>
            <a:solidFill>
              <a:srgbClr val="4426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4256875" y="2782450"/>
              <a:ext cx="848150" cy="587200"/>
            </a:xfrm>
            <a:custGeom>
              <a:avLst/>
              <a:gdLst/>
              <a:ahLst/>
              <a:cxnLst/>
              <a:rect l="l" t="t" r="r" b="b"/>
              <a:pathLst>
                <a:path w="33926" h="23488" extrusionOk="0">
                  <a:moveTo>
                    <a:pt x="1" y="1"/>
                  </a:moveTo>
                  <a:lnTo>
                    <a:pt x="1" y="23487"/>
                  </a:lnTo>
                  <a:lnTo>
                    <a:pt x="15658" y="23487"/>
                  </a:lnTo>
                  <a:lnTo>
                    <a:pt x="15658" y="15659"/>
                  </a:lnTo>
                  <a:lnTo>
                    <a:pt x="33925" y="15659"/>
                  </a:lnTo>
                  <a:lnTo>
                    <a:pt x="33925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3213050" y="3891525"/>
              <a:ext cx="717650" cy="587200"/>
            </a:xfrm>
            <a:custGeom>
              <a:avLst/>
              <a:gdLst/>
              <a:ahLst/>
              <a:cxnLst/>
              <a:rect l="l" t="t" r="r" b="b"/>
              <a:pathLst>
                <a:path w="28706" h="23488" extrusionOk="0">
                  <a:moveTo>
                    <a:pt x="0" y="1"/>
                  </a:moveTo>
                  <a:cubicBezTo>
                    <a:pt x="0" y="12951"/>
                    <a:pt x="10536" y="23487"/>
                    <a:pt x="23487" y="23487"/>
                  </a:cubicBezTo>
                  <a:lnTo>
                    <a:pt x="28706" y="15659"/>
                  </a:lnTo>
                  <a:lnTo>
                    <a:pt x="23487" y="7830"/>
                  </a:lnTo>
                  <a:cubicBezTo>
                    <a:pt x="19181" y="7830"/>
                    <a:pt x="15658" y="4307"/>
                    <a:pt x="15658" y="1"/>
                  </a:cubicBezTo>
                  <a:close/>
                </a:path>
              </a:pathLst>
            </a:custGeom>
            <a:solidFill>
              <a:srgbClr val="C487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3800200" y="3891525"/>
              <a:ext cx="587175" cy="587200"/>
            </a:xfrm>
            <a:custGeom>
              <a:avLst/>
              <a:gdLst/>
              <a:ahLst/>
              <a:cxnLst/>
              <a:rect l="l" t="t" r="r" b="b"/>
              <a:pathLst>
                <a:path w="23487" h="23488" extrusionOk="0">
                  <a:moveTo>
                    <a:pt x="7829" y="1"/>
                  </a:moveTo>
                  <a:cubicBezTo>
                    <a:pt x="7829" y="4307"/>
                    <a:pt x="4306" y="7830"/>
                    <a:pt x="1" y="7830"/>
                  </a:cubicBezTo>
                  <a:lnTo>
                    <a:pt x="1" y="23487"/>
                  </a:lnTo>
                  <a:cubicBezTo>
                    <a:pt x="12951" y="23487"/>
                    <a:pt x="23487" y="12951"/>
                    <a:pt x="23487" y="1"/>
                  </a:cubicBezTo>
                  <a:close/>
                </a:path>
              </a:pathLst>
            </a:custGeom>
            <a:solidFill>
              <a:srgbClr val="B2736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2886850" y="238125"/>
              <a:ext cx="2870575" cy="2091150"/>
            </a:xfrm>
            <a:custGeom>
              <a:avLst/>
              <a:gdLst/>
              <a:ahLst/>
              <a:cxnLst/>
              <a:rect l="l" t="t" r="r" b="b"/>
              <a:pathLst>
                <a:path w="114823" h="83646" extrusionOk="0">
                  <a:moveTo>
                    <a:pt x="36535" y="0"/>
                  </a:moveTo>
                  <a:cubicBezTo>
                    <a:pt x="27401" y="0"/>
                    <a:pt x="18594" y="1566"/>
                    <a:pt x="10439" y="4436"/>
                  </a:cubicBezTo>
                  <a:lnTo>
                    <a:pt x="0" y="30695"/>
                  </a:lnTo>
                  <a:lnTo>
                    <a:pt x="10439" y="46353"/>
                  </a:lnTo>
                  <a:cubicBezTo>
                    <a:pt x="34051" y="69409"/>
                    <a:pt x="66279" y="83646"/>
                    <a:pt x="101540" y="83646"/>
                  </a:cubicBezTo>
                  <a:cubicBezTo>
                    <a:pt x="103544" y="83646"/>
                    <a:pt x="105558" y="83600"/>
                    <a:pt x="107581" y="83507"/>
                  </a:cubicBezTo>
                  <a:lnTo>
                    <a:pt x="114822" y="83507"/>
                  </a:lnTo>
                  <a:lnTo>
                    <a:pt x="114822" y="78288"/>
                  </a:lnTo>
                  <a:cubicBezTo>
                    <a:pt x="114822" y="35066"/>
                    <a:pt x="79756" y="0"/>
                    <a:pt x="365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1843000" y="349025"/>
              <a:ext cx="1304825" cy="1976775"/>
            </a:xfrm>
            <a:custGeom>
              <a:avLst/>
              <a:gdLst/>
              <a:ahLst/>
              <a:cxnLst/>
              <a:rect l="l" t="t" r="r" b="b"/>
              <a:pathLst>
                <a:path w="52193" h="79071" extrusionOk="0">
                  <a:moveTo>
                    <a:pt x="52193" y="0"/>
                  </a:moveTo>
                  <a:cubicBezTo>
                    <a:pt x="21791" y="10765"/>
                    <a:pt x="1" y="39764"/>
                    <a:pt x="1" y="73852"/>
                  </a:cubicBezTo>
                  <a:lnTo>
                    <a:pt x="1" y="79071"/>
                  </a:lnTo>
                  <a:cubicBezTo>
                    <a:pt x="20454" y="71405"/>
                    <a:pt x="38134" y="57998"/>
                    <a:pt x="52193" y="41917"/>
                  </a:cubicBezTo>
                  <a:lnTo>
                    <a:pt x="5219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2" name="Google Shape;1302;p53"/>
          <p:cNvGrpSpPr/>
          <p:nvPr/>
        </p:nvGrpSpPr>
        <p:grpSpPr>
          <a:xfrm>
            <a:off x="2272680" y="1525839"/>
            <a:ext cx="795928" cy="755633"/>
            <a:chOff x="1190625" y="371850"/>
            <a:chExt cx="5219200" cy="4951725"/>
          </a:xfrm>
        </p:grpSpPr>
        <p:sp>
          <p:nvSpPr>
            <p:cNvPr id="1303" name="Google Shape;1303;p53"/>
            <p:cNvSpPr/>
            <p:nvPr/>
          </p:nvSpPr>
          <p:spPr>
            <a:xfrm>
              <a:off x="1190625" y="2446475"/>
              <a:ext cx="1074825" cy="1204525"/>
            </a:xfrm>
            <a:custGeom>
              <a:avLst/>
              <a:gdLst/>
              <a:ahLst/>
              <a:cxnLst/>
              <a:rect l="l" t="t" r="r" b="b"/>
              <a:pathLst>
                <a:path w="42993" h="48181" extrusionOk="0">
                  <a:moveTo>
                    <a:pt x="24073" y="1"/>
                  </a:moveTo>
                  <a:cubicBezTo>
                    <a:pt x="10797" y="1"/>
                    <a:pt x="0" y="10765"/>
                    <a:pt x="0" y="24074"/>
                  </a:cubicBezTo>
                  <a:cubicBezTo>
                    <a:pt x="0" y="37383"/>
                    <a:pt x="10797" y="48180"/>
                    <a:pt x="24073" y="48180"/>
                  </a:cubicBezTo>
                  <a:lnTo>
                    <a:pt x="42993" y="48180"/>
                  </a:lnTo>
                  <a:lnTo>
                    <a:pt x="42993" y="1"/>
                  </a:ln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5334975" y="2446475"/>
              <a:ext cx="1074850" cy="1204525"/>
            </a:xfrm>
            <a:custGeom>
              <a:avLst/>
              <a:gdLst/>
              <a:ahLst/>
              <a:cxnLst/>
              <a:rect l="l" t="t" r="r" b="b"/>
              <a:pathLst>
                <a:path w="42994" h="48181" extrusionOk="0">
                  <a:moveTo>
                    <a:pt x="0" y="1"/>
                  </a:moveTo>
                  <a:lnTo>
                    <a:pt x="0" y="48017"/>
                  </a:lnTo>
                  <a:cubicBezTo>
                    <a:pt x="0" y="48017"/>
                    <a:pt x="17941" y="48180"/>
                    <a:pt x="18920" y="48180"/>
                  </a:cubicBezTo>
                  <a:cubicBezTo>
                    <a:pt x="32196" y="48180"/>
                    <a:pt x="42993" y="37383"/>
                    <a:pt x="42993" y="24074"/>
                  </a:cubicBezTo>
                  <a:cubicBezTo>
                    <a:pt x="42993" y="10765"/>
                    <a:pt x="32196" y="1"/>
                    <a:pt x="18920" y="1"/>
                  </a:cubicBez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1792450" y="371850"/>
              <a:ext cx="2275250" cy="4951725"/>
            </a:xfrm>
            <a:custGeom>
              <a:avLst/>
              <a:gdLst/>
              <a:ahLst/>
              <a:cxnLst/>
              <a:rect l="l" t="t" r="r" b="b"/>
              <a:pathLst>
                <a:path w="91010" h="198069" extrusionOk="0">
                  <a:moveTo>
                    <a:pt x="80311" y="1"/>
                  </a:moveTo>
                  <a:cubicBezTo>
                    <a:pt x="35980" y="1"/>
                    <a:pt x="0" y="35948"/>
                    <a:pt x="0" y="80311"/>
                  </a:cubicBezTo>
                  <a:lnTo>
                    <a:pt x="0" y="117758"/>
                  </a:lnTo>
                  <a:cubicBezTo>
                    <a:pt x="0" y="162121"/>
                    <a:pt x="35980" y="198068"/>
                    <a:pt x="80311" y="198068"/>
                  </a:cubicBezTo>
                  <a:lnTo>
                    <a:pt x="91010" y="99035"/>
                  </a:lnTo>
                  <a:lnTo>
                    <a:pt x="80311" y="1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3800200" y="371850"/>
              <a:ext cx="2007775" cy="4951725"/>
            </a:xfrm>
            <a:custGeom>
              <a:avLst/>
              <a:gdLst/>
              <a:ahLst/>
              <a:cxnLst/>
              <a:rect l="l" t="t" r="r" b="b"/>
              <a:pathLst>
                <a:path w="80311" h="198069" extrusionOk="0">
                  <a:moveTo>
                    <a:pt x="1" y="1"/>
                  </a:moveTo>
                  <a:lnTo>
                    <a:pt x="1" y="198068"/>
                  </a:lnTo>
                  <a:cubicBezTo>
                    <a:pt x="44331" y="198068"/>
                    <a:pt x="80311" y="162121"/>
                    <a:pt x="80311" y="117758"/>
                  </a:cubicBezTo>
                  <a:lnTo>
                    <a:pt x="80311" y="80311"/>
                  </a:lnTo>
                  <a:cubicBezTo>
                    <a:pt x="80311" y="35948"/>
                    <a:pt x="44331" y="1"/>
                    <a:pt x="1" y="1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2461975" y="2446475"/>
              <a:ext cx="870150" cy="601875"/>
            </a:xfrm>
            <a:custGeom>
              <a:avLst/>
              <a:gdLst/>
              <a:ahLst/>
              <a:cxnLst/>
              <a:rect l="l" t="t" r="r" b="b"/>
              <a:pathLst>
                <a:path w="34806" h="24075" extrusionOk="0">
                  <a:moveTo>
                    <a:pt x="0" y="1"/>
                  </a:moveTo>
                  <a:lnTo>
                    <a:pt x="0" y="16050"/>
                  </a:lnTo>
                  <a:lnTo>
                    <a:pt x="18724" y="16050"/>
                  </a:lnTo>
                  <a:lnTo>
                    <a:pt x="18724" y="24074"/>
                  </a:lnTo>
                  <a:lnTo>
                    <a:pt x="34806" y="24074"/>
                  </a:lnTo>
                  <a:lnTo>
                    <a:pt x="34806" y="1"/>
                  </a:lnTo>
                  <a:close/>
                </a:path>
              </a:pathLst>
            </a:custGeom>
            <a:solidFill>
              <a:srgbClr val="4C46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4268300" y="2446475"/>
              <a:ext cx="870150" cy="601875"/>
            </a:xfrm>
            <a:custGeom>
              <a:avLst/>
              <a:gdLst/>
              <a:ahLst/>
              <a:cxnLst/>
              <a:rect l="l" t="t" r="r" b="b"/>
              <a:pathLst>
                <a:path w="34806" h="24075" extrusionOk="0">
                  <a:moveTo>
                    <a:pt x="0" y="1"/>
                  </a:moveTo>
                  <a:lnTo>
                    <a:pt x="0" y="24074"/>
                  </a:lnTo>
                  <a:lnTo>
                    <a:pt x="16082" y="24074"/>
                  </a:lnTo>
                  <a:lnTo>
                    <a:pt x="16082" y="16050"/>
                  </a:lnTo>
                  <a:lnTo>
                    <a:pt x="34806" y="16050"/>
                  </a:lnTo>
                  <a:lnTo>
                    <a:pt x="34806" y="1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3198375" y="3717825"/>
              <a:ext cx="735600" cy="601875"/>
            </a:xfrm>
            <a:custGeom>
              <a:avLst/>
              <a:gdLst/>
              <a:ahLst/>
              <a:cxnLst/>
              <a:rect l="l" t="t" r="r" b="b"/>
              <a:pathLst>
                <a:path w="29424" h="24075" extrusionOk="0">
                  <a:moveTo>
                    <a:pt x="0" y="1"/>
                  </a:moveTo>
                  <a:cubicBezTo>
                    <a:pt x="0" y="13277"/>
                    <a:pt x="10797" y="24074"/>
                    <a:pt x="24074" y="24074"/>
                  </a:cubicBezTo>
                  <a:lnTo>
                    <a:pt x="29423" y="16050"/>
                  </a:lnTo>
                  <a:lnTo>
                    <a:pt x="24074" y="8025"/>
                  </a:lnTo>
                  <a:cubicBezTo>
                    <a:pt x="19637" y="8025"/>
                    <a:pt x="16049" y="4405"/>
                    <a:pt x="16049" y="1"/>
                  </a:cubicBez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3800200" y="3717825"/>
              <a:ext cx="601875" cy="601875"/>
            </a:xfrm>
            <a:custGeom>
              <a:avLst/>
              <a:gdLst/>
              <a:ahLst/>
              <a:cxnLst/>
              <a:rect l="l" t="t" r="r" b="b"/>
              <a:pathLst>
                <a:path w="24075" h="24075" extrusionOk="0">
                  <a:moveTo>
                    <a:pt x="8025" y="1"/>
                  </a:moveTo>
                  <a:cubicBezTo>
                    <a:pt x="8025" y="4405"/>
                    <a:pt x="4437" y="8025"/>
                    <a:pt x="1" y="8025"/>
                  </a:cubicBezTo>
                  <a:lnTo>
                    <a:pt x="1" y="24074"/>
                  </a:lnTo>
                  <a:cubicBezTo>
                    <a:pt x="13277" y="24074"/>
                    <a:pt x="24074" y="13277"/>
                    <a:pt x="24074" y="1"/>
                  </a:cubicBezTo>
                  <a:close/>
                </a:path>
              </a:pathLst>
            </a:custGeom>
            <a:solidFill>
              <a:srgbClr val="F88A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1" name="Google Shape;1311;p53"/>
          <p:cNvSpPr txBox="1">
            <a:spLocks noGrp="1"/>
          </p:cNvSpPr>
          <p:nvPr>
            <p:ph type="title" idx="4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5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AWARDS</a:t>
            </a:r>
            <a:endParaRPr/>
          </a:p>
        </p:txBody>
      </p:sp>
      <p:sp>
        <p:nvSpPr>
          <p:cNvPr id="1317" name="Google Shape;1317;p54"/>
          <p:cNvSpPr txBox="1">
            <a:spLocks noGrp="1"/>
          </p:cNvSpPr>
          <p:nvPr>
            <p:ph type="subTitle" idx="1"/>
          </p:nvPr>
        </p:nvSpPr>
        <p:spPr>
          <a:xfrm>
            <a:off x="1113412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1318" name="Google Shape;1318;p54"/>
          <p:cNvSpPr txBox="1">
            <a:spLocks noGrp="1"/>
          </p:cNvSpPr>
          <p:nvPr>
            <p:ph type="subTitle" idx="2"/>
          </p:nvPr>
        </p:nvSpPr>
        <p:spPr>
          <a:xfrm>
            <a:off x="3621241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1319" name="Google Shape;1319;p54"/>
          <p:cNvSpPr txBox="1">
            <a:spLocks noGrp="1"/>
          </p:cNvSpPr>
          <p:nvPr>
            <p:ph type="subTitle" idx="3"/>
          </p:nvPr>
        </p:nvSpPr>
        <p:spPr>
          <a:xfrm>
            <a:off x="6130163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1320" name="Google Shape;1320;p54"/>
          <p:cNvSpPr txBox="1">
            <a:spLocks noGrp="1"/>
          </p:cNvSpPr>
          <p:nvPr>
            <p:ph type="subTitle" idx="4"/>
          </p:nvPr>
        </p:nvSpPr>
        <p:spPr>
          <a:xfrm>
            <a:off x="1113412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1321" name="Google Shape;1321;p54"/>
          <p:cNvSpPr txBox="1">
            <a:spLocks noGrp="1"/>
          </p:cNvSpPr>
          <p:nvPr>
            <p:ph type="subTitle" idx="5"/>
          </p:nvPr>
        </p:nvSpPr>
        <p:spPr>
          <a:xfrm>
            <a:off x="3621241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322" name="Google Shape;1322;p54"/>
          <p:cNvSpPr txBox="1">
            <a:spLocks noGrp="1"/>
          </p:cNvSpPr>
          <p:nvPr>
            <p:ph type="subTitle" idx="6"/>
          </p:nvPr>
        </p:nvSpPr>
        <p:spPr>
          <a:xfrm>
            <a:off x="6130163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323" name="Google Shape;1323;p54"/>
          <p:cNvSpPr txBox="1">
            <a:spLocks noGrp="1"/>
          </p:cNvSpPr>
          <p:nvPr>
            <p:ph type="subTitle" idx="7"/>
          </p:nvPr>
        </p:nvSpPr>
        <p:spPr>
          <a:xfrm>
            <a:off x="111341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 </a:t>
            </a:r>
            <a:r>
              <a:rPr lang="en"/>
              <a:t>the smallest one</a:t>
            </a:r>
            <a:endParaRPr/>
          </a:p>
        </p:txBody>
      </p:sp>
      <p:sp>
        <p:nvSpPr>
          <p:cNvPr id="1324" name="Google Shape;1324;p54"/>
          <p:cNvSpPr txBox="1">
            <a:spLocks noGrp="1"/>
          </p:cNvSpPr>
          <p:nvPr>
            <p:ph type="subTitle" idx="8"/>
          </p:nvPr>
        </p:nvSpPr>
        <p:spPr>
          <a:xfrm>
            <a:off x="3621240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the second one</a:t>
            </a:r>
            <a:endParaRPr/>
          </a:p>
        </p:txBody>
      </p:sp>
      <p:sp>
        <p:nvSpPr>
          <p:cNvPr id="1325" name="Google Shape;1325;p54"/>
          <p:cNvSpPr txBox="1">
            <a:spLocks noGrp="1"/>
          </p:cNvSpPr>
          <p:nvPr>
            <p:ph type="subTitle" idx="9"/>
          </p:nvPr>
        </p:nvSpPr>
        <p:spPr>
          <a:xfrm>
            <a:off x="613016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biggest one</a:t>
            </a:r>
            <a:endParaRPr/>
          </a:p>
        </p:txBody>
      </p:sp>
      <p:sp>
        <p:nvSpPr>
          <p:cNvPr id="1326" name="Google Shape;1326;p54"/>
          <p:cNvSpPr txBox="1">
            <a:spLocks noGrp="1"/>
          </p:cNvSpPr>
          <p:nvPr>
            <p:ph type="subTitle" idx="13"/>
          </p:nvPr>
        </p:nvSpPr>
        <p:spPr>
          <a:xfrm>
            <a:off x="1114837" y="418125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has rings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7" name="Google Shape;1327;p54"/>
          <p:cNvSpPr txBox="1">
            <a:spLocks noGrp="1"/>
          </p:cNvSpPr>
          <p:nvPr>
            <p:ph type="subTitle" idx="14"/>
          </p:nvPr>
        </p:nvSpPr>
        <p:spPr>
          <a:xfrm>
            <a:off x="3622666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the eighth planet</a:t>
            </a:r>
            <a:endParaRPr/>
          </a:p>
        </p:txBody>
      </p:sp>
      <p:sp>
        <p:nvSpPr>
          <p:cNvPr id="1328" name="Google Shape;1328;p54"/>
          <p:cNvSpPr txBox="1">
            <a:spLocks noGrp="1"/>
          </p:cNvSpPr>
          <p:nvPr>
            <p:ph type="subTitle" idx="15"/>
          </p:nvPr>
        </p:nvSpPr>
        <p:spPr>
          <a:xfrm>
            <a:off x="6131588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a cold place</a:t>
            </a:r>
            <a:endParaRPr/>
          </a:p>
        </p:txBody>
      </p:sp>
      <p:grpSp>
        <p:nvGrpSpPr>
          <p:cNvPr id="1329" name="Google Shape;1329;p54"/>
          <p:cNvGrpSpPr/>
          <p:nvPr/>
        </p:nvGrpSpPr>
        <p:grpSpPr>
          <a:xfrm>
            <a:off x="4221844" y="1441512"/>
            <a:ext cx="697807" cy="697807"/>
            <a:chOff x="1190625" y="238125"/>
            <a:chExt cx="5219200" cy="5219200"/>
          </a:xfrm>
        </p:grpSpPr>
        <p:sp>
          <p:nvSpPr>
            <p:cNvPr id="1330" name="Google Shape;1330;p54"/>
            <p:cNvSpPr/>
            <p:nvPr/>
          </p:nvSpPr>
          <p:spPr>
            <a:xfrm>
              <a:off x="1530675" y="1918000"/>
              <a:ext cx="1790850" cy="1288550"/>
            </a:xfrm>
            <a:custGeom>
              <a:avLst/>
              <a:gdLst/>
              <a:ahLst/>
              <a:cxnLst/>
              <a:rect l="l" t="t" r="r" b="b"/>
              <a:pathLst>
                <a:path w="71634" h="51542" extrusionOk="0">
                  <a:moveTo>
                    <a:pt x="64860" y="0"/>
                  </a:moveTo>
                  <a:cubicBezTo>
                    <a:pt x="64639" y="0"/>
                    <a:pt x="64418" y="12"/>
                    <a:pt x="64196" y="35"/>
                  </a:cubicBezTo>
                  <a:cubicBezTo>
                    <a:pt x="60739" y="361"/>
                    <a:pt x="57281" y="752"/>
                    <a:pt x="53889" y="1209"/>
                  </a:cubicBezTo>
                  <a:lnTo>
                    <a:pt x="9232" y="7146"/>
                  </a:lnTo>
                  <a:cubicBezTo>
                    <a:pt x="6557" y="7504"/>
                    <a:pt x="4372" y="9396"/>
                    <a:pt x="3621" y="11973"/>
                  </a:cubicBezTo>
                  <a:cubicBezTo>
                    <a:pt x="1207" y="20063"/>
                    <a:pt x="0" y="28544"/>
                    <a:pt x="0" y="37189"/>
                  </a:cubicBezTo>
                  <a:cubicBezTo>
                    <a:pt x="0" y="39929"/>
                    <a:pt x="131" y="42375"/>
                    <a:pt x="359" y="44691"/>
                  </a:cubicBezTo>
                  <a:cubicBezTo>
                    <a:pt x="718" y="48181"/>
                    <a:pt x="3654" y="50791"/>
                    <a:pt x="7144" y="50791"/>
                  </a:cubicBezTo>
                  <a:lnTo>
                    <a:pt x="43124" y="50791"/>
                  </a:lnTo>
                  <a:cubicBezTo>
                    <a:pt x="44788" y="50791"/>
                    <a:pt x="46321" y="50987"/>
                    <a:pt x="47691" y="51313"/>
                  </a:cubicBezTo>
                  <a:cubicBezTo>
                    <a:pt x="48245" y="51476"/>
                    <a:pt x="48800" y="51541"/>
                    <a:pt x="49354" y="51541"/>
                  </a:cubicBezTo>
                  <a:cubicBezTo>
                    <a:pt x="51377" y="51541"/>
                    <a:pt x="53334" y="50628"/>
                    <a:pt x="54671" y="48964"/>
                  </a:cubicBezTo>
                  <a:lnTo>
                    <a:pt x="58521" y="44169"/>
                  </a:lnTo>
                  <a:cubicBezTo>
                    <a:pt x="66969" y="33633"/>
                    <a:pt x="71634" y="20357"/>
                    <a:pt x="71634" y="6819"/>
                  </a:cubicBezTo>
                  <a:cubicBezTo>
                    <a:pt x="71634" y="4895"/>
                    <a:pt x="70818" y="3068"/>
                    <a:pt x="69416" y="1796"/>
                  </a:cubicBezTo>
                  <a:cubicBezTo>
                    <a:pt x="68148" y="644"/>
                    <a:pt x="66525" y="0"/>
                    <a:pt x="6486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4"/>
            <p:cNvSpPr/>
            <p:nvPr/>
          </p:nvSpPr>
          <p:spPr>
            <a:xfrm>
              <a:off x="4310700" y="1921850"/>
              <a:ext cx="1759050" cy="1278975"/>
            </a:xfrm>
            <a:custGeom>
              <a:avLst/>
              <a:gdLst/>
              <a:ahLst/>
              <a:cxnLst/>
              <a:rect l="l" t="t" r="r" b="b"/>
              <a:pathLst>
                <a:path w="70362" h="51159" extrusionOk="0">
                  <a:moveTo>
                    <a:pt x="6702" y="0"/>
                  </a:moveTo>
                  <a:cubicBezTo>
                    <a:pt x="5037" y="0"/>
                    <a:pt x="3442" y="663"/>
                    <a:pt x="2219" y="1772"/>
                  </a:cubicBezTo>
                  <a:cubicBezTo>
                    <a:pt x="816" y="3077"/>
                    <a:pt x="1" y="4904"/>
                    <a:pt x="1" y="6829"/>
                  </a:cubicBezTo>
                  <a:cubicBezTo>
                    <a:pt x="66" y="20301"/>
                    <a:pt x="4698" y="33512"/>
                    <a:pt x="13081" y="43983"/>
                  </a:cubicBezTo>
                  <a:lnTo>
                    <a:pt x="16735" y="48582"/>
                  </a:lnTo>
                  <a:cubicBezTo>
                    <a:pt x="18039" y="50213"/>
                    <a:pt x="19997" y="51159"/>
                    <a:pt x="22052" y="51159"/>
                  </a:cubicBezTo>
                  <a:cubicBezTo>
                    <a:pt x="22476" y="51159"/>
                    <a:pt x="22900" y="51126"/>
                    <a:pt x="23324" y="51028"/>
                  </a:cubicBezTo>
                  <a:cubicBezTo>
                    <a:pt x="24694" y="50768"/>
                    <a:pt x="25966" y="50637"/>
                    <a:pt x="27238" y="50637"/>
                  </a:cubicBezTo>
                  <a:lnTo>
                    <a:pt x="63218" y="50637"/>
                  </a:lnTo>
                  <a:cubicBezTo>
                    <a:pt x="66708" y="50637"/>
                    <a:pt x="69644" y="48027"/>
                    <a:pt x="70003" y="44537"/>
                  </a:cubicBezTo>
                  <a:cubicBezTo>
                    <a:pt x="70231" y="42221"/>
                    <a:pt x="70362" y="39775"/>
                    <a:pt x="70362" y="37035"/>
                  </a:cubicBezTo>
                  <a:cubicBezTo>
                    <a:pt x="70362" y="28390"/>
                    <a:pt x="69155" y="19909"/>
                    <a:pt x="66741" y="11819"/>
                  </a:cubicBezTo>
                  <a:cubicBezTo>
                    <a:pt x="65991" y="9242"/>
                    <a:pt x="63805" y="7350"/>
                    <a:pt x="61130" y="6992"/>
                  </a:cubicBezTo>
                  <a:lnTo>
                    <a:pt x="16506" y="1055"/>
                  </a:lnTo>
                  <a:cubicBezTo>
                    <a:pt x="13505" y="631"/>
                    <a:pt x="10504" y="305"/>
                    <a:pt x="7438" y="44"/>
                  </a:cubicBezTo>
                  <a:cubicBezTo>
                    <a:pt x="7192" y="14"/>
                    <a:pt x="6946" y="0"/>
                    <a:pt x="67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4"/>
            <p:cNvSpPr/>
            <p:nvPr/>
          </p:nvSpPr>
          <p:spPr>
            <a:xfrm>
              <a:off x="3119250" y="3528650"/>
              <a:ext cx="1361925" cy="1588600"/>
            </a:xfrm>
            <a:custGeom>
              <a:avLst/>
              <a:gdLst/>
              <a:ahLst/>
              <a:cxnLst/>
              <a:rect l="l" t="t" r="r" b="b"/>
              <a:pathLst>
                <a:path w="54477" h="63544" extrusionOk="0">
                  <a:moveTo>
                    <a:pt x="6819" y="0"/>
                  </a:moveTo>
                  <a:cubicBezTo>
                    <a:pt x="3067" y="0"/>
                    <a:pt x="1" y="3034"/>
                    <a:pt x="1" y="6785"/>
                  </a:cubicBezTo>
                  <a:lnTo>
                    <a:pt x="1" y="54214"/>
                  </a:lnTo>
                  <a:cubicBezTo>
                    <a:pt x="1" y="57346"/>
                    <a:pt x="2121" y="60086"/>
                    <a:pt x="5155" y="60836"/>
                  </a:cubicBezTo>
                  <a:cubicBezTo>
                    <a:pt x="12331" y="62630"/>
                    <a:pt x="19769" y="63544"/>
                    <a:pt x="27239" y="63544"/>
                  </a:cubicBezTo>
                  <a:cubicBezTo>
                    <a:pt x="34709" y="63544"/>
                    <a:pt x="42146" y="62630"/>
                    <a:pt x="49322" y="60836"/>
                  </a:cubicBezTo>
                  <a:cubicBezTo>
                    <a:pt x="52356" y="60086"/>
                    <a:pt x="54476" y="57346"/>
                    <a:pt x="54476" y="54214"/>
                  </a:cubicBezTo>
                  <a:lnTo>
                    <a:pt x="54476" y="6785"/>
                  </a:lnTo>
                  <a:cubicBezTo>
                    <a:pt x="54476" y="3034"/>
                    <a:pt x="51410" y="0"/>
                    <a:pt x="476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54"/>
            <p:cNvSpPr/>
            <p:nvPr/>
          </p:nvSpPr>
          <p:spPr>
            <a:xfrm>
              <a:off x="3800200" y="3528650"/>
              <a:ext cx="680975" cy="1588600"/>
            </a:xfrm>
            <a:custGeom>
              <a:avLst/>
              <a:gdLst/>
              <a:ahLst/>
              <a:cxnLst/>
              <a:rect l="l" t="t" r="r" b="b"/>
              <a:pathLst>
                <a:path w="27239" h="63544" extrusionOk="0">
                  <a:moveTo>
                    <a:pt x="1" y="0"/>
                  </a:moveTo>
                  <a:lnTo>
                    <a:pt x="1" y="63544"/>
                  </a:lnTo>
                  <a:cubicBezTo>
                    <a:pt x="7471" y="63544"/>
                    <a:pt x="14908" y="62630"/>
                    <a:pt x="22084" y="60836"/>
                  </a:cubicBezTo>
                  <a:cubicBezTo>
                    <a:pt x="25118" y="60086"/>
                    <a:pt x="27238" y="57346"/>
                    <a:pt x="27238" y="54214"/>
                  </a:cubicBezTo>
                  <a:lnTo>
                    <a:pt x="27238" y="6785"/>
                  </a:lnTo>
                  <a:cubicBezTo>
                    <a:pt x="27238" y="3034"/>
                    <a:pt x="24172" y="0"/>
                    <a:pt x="204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54"/>
            <p:cNvSpPr/>
            <p:nvPr/>
          </p:nvSpPr>
          <p:spPr>
            <a:xfrm>
              <a:off x="1190625" y="238125"/>
              <a:ext cx="5219200" cy="5219200"/>
            </a:xfrm>
            <a:custGeom>
              <a:avLst/>
              <a:gdLst/>
              <a:ahLst/>
              <a:cxnLst/>
              <a:rect l="l" t="t" r="r" b="b"/>
              <a:pathLst>
                <a:path w="208768" h="208768" extrusionOk="0">
                  <a:moveTo>
                    <a:pt x="104384" y="27238"/>
                  </a:moveTo>
                  <a:cubicBezTo>
                    <a:pt x="146920" y="27238"/>
                    <a:pt x="181530" y="61847"/>
                    <a:pt x="181530" y="104384"/>
                  </a:cubicBezTo>
                  <a:cubicBezTo>
                    <a:pt x="181530" y="146920"/>
                    <a:pt x="146920" y="181530"/>
                    <a:pt x="104384" y="181530"/>
                  </a:cubicBezTo>
                  <a:cubicBezTo>
                    <a:pt x="61847" y="181530"/>
                    <a:pt x="27238" y="146920"/>
                    <a:pt x="27238" y="104384"/>
                  </a:cubicBezTo>
                  <a:cubicBezTo>
                    <a:pt x="27238" y="61847"/>
                    <a:pt x="61847" y="27238"/>
                    <a:pt x="104384" y="27238"/>
                  </a:cubicBezTo>
                  <a:close/>
                  <a:moveTo>
                    <a:pt x="104384" y="0"/>
                  </a:moveTo>
                  <a:cubicBezTo>
                    <a:pt x="46810" y="0"/>
                    <a:pt x="0" y="46842"/>
                    <a:pt x="0" y="104384"/>
                  </a:cubicBezTo>
                  <a:cubicBezTo>
                    <a:pt x="0" y="161925"/>
                    <a:pt x="46810" y="208767"/>
                    <a:pt x="104384" y="208767"/>
                  </a:cubicBezTo>
                  <a:cubicBezTo>
                    <a:pt x="161958" y="208767"/>
                    <a:pt x="208767" y="161925"/>
                    <a:pt x="208767" y="104384"/>
                  </a:cubicBezTo>
                  <a:cubicBezTo>
                    <a:pt x="208767" y="46842"/>
                    <a:pt x="161958" y="0"/>
                    <a:pt x="1043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4"/>
            <p:cNvSpPr/>
            <p:nvPr/>
          </p:nvSpPr>
          <p:spPr>
            <a:xfrm>
              <a:off x="3800200" y="238125"/>
              <a:ext cx="2609625" cy="5219200"/>
            </a:xfrm>
            <a:custGeom>
              <a:avLst/>
              <a:gdLst/>
              <a:ahLst/>
              <a:cxnLst/>
              <a:rect l="l" t="t" r="r" b="b"/>
              <a:pathLst>
                <a:path w="104385" h="208768" extrusionOk="0">
                  <a:moveTo>
                    <a:pt x="1" y="0"/>
                  </a:moveTo>
                  <a:lnTo>
                    <a:pt x="1" y="27238"/>
                  </a:lnTo>
                  <a:cubicBezTo>
                    <a:pt x="42537" y="27238"/>
                    <a:pt x="77147" y="61847"/>
                    <a:pt x="77147" y="104384"/>
                  </a:cubicBezTo>
                  <a:cubicBezTo>
                    <a:pt x="77147" y="146920"/>
                    <a:pt x="42537" y="181530"/>
                    <a:pt x="1" y="181530"/>
                  </a:cubicBezTo>
                  <a:lnTo>
                    <a:pt x="1" y="208767"/>
                  </a:lnTo>
                  <a:cubicBezTo>
                    <a:pt x="57575" y="208767"/>
                    <a:pt x="104384" y="161925"/>
                    <a:pt x="104384" y="104384"/>
                  </a:cubicBezTo>
                  <a:cubicBezTo>
                    <a:pt x="104384" y="46842"/>
                    <a:pt x="57575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4"/>
            <p:cNvSpPr/>
            <p:nvPr/>
          </p:nvSpPr>
          <p:spPr>
            <a:xfrm>
              <a:off x="2584300" y="1887600"/>
              <a:ext cx="2457925" cy="1981125"/>
            </a:xfrm>
            <a:custGeom>
              <a:avLst/>
              <a:gdLst/>
              <a:ahLst/>
              <a:cxnLst/>
              <a:rect l="l" t="t" r="r" b="b"/>
              <a:pathLst>
                <a:path w="98317" h="79245" extrusionOk="0">
                  <a:moveTo>
                    <a:pt x="48670" y="1"/>
                  </a:moveTo>
                  <a:cubicBezTo>
                    <a:pt x="39832" y="1"/>
                    <a:pt x="30938" y="418"/>
                    <a:pt x="22051" y="1251"/>
                  </a:cubicBezTo>
                  <a:cubicBezTo>
                    <a:pt x="18496" y="1609"/>
                    <a:pt x="15788" y="4610"/>
                    <a:pt x="15886" y="8199"/>
                  </a:cubicBezTo>
                  <a:cubicBezTo>
                    <a:pt x="16082" y="17789"/>
                    <a:pt x="9884" y="31685"/>
                    <a:pt x="3915" y="39155"/>
                  </a:cubicBezTo>
                  <a:lnTo>
                    <a:pt x="1892" y="41667"/>
                  </a:lnTo>
                  <a:cubicBezTo>
                    <a:pt x="424" y="43493"/>
                    <a:pt x="0" y="45940"/>
                    <a:pt x="751" y="48158"/>
                  </a:cubicBezTo>
                  <a:cubicBezTo>
                    <a:pt x="1533" y="50376"/>
                    <a:pt x="3360" y="52040"/>
                    <a:pt x="5644" y="52562"/>
                  </a:cubicBezTo>
                  <a:cubicBezTo>
                    <a:pt x="14940" y="54747"/>
                    <a:pt x="21432" y="62935"/>
                    <a:pt x="21399" y="72492"/>
                  </a:cubicBezTo>
                  <a:cubicBezTo>
                    <a:pt x="21399" y="76211"/>
                    <a:pt x="24791" y="79245"/>
                    <a:pt x="28510" y="79245"/>
                  </a:cubicBezTo>
                  <a:lnTo>
                    <a:pt x="69318" y="79245"/>
                  </a:lnTo>
                  <a:cubicBezTo>
                    <a:pt x="73069" y="79245"/>
                    <a:pt x="75842" y="76113"/>
                    <a:pt x="75874" y="72362"/>
                  </a:cubicBezTo>
                  <a:cubicBezTo>
                    <a:pt x="75907" y="62609"/>
                    <a:pt x="82855" y="54225"/>
                    <a:pt x="92412" y="52398"/>
                  </a:cubicBezTo>
                  <a:cubicBezTo>
                    <a:pt x="94728" y="51942"/>
                    <a:pt x="96686" y="50311"/>
                    <a:pt x="97501" y="48093"/>
                  </a:cubicBezTo>
                  <a:cubicBezTo>
                    <a:pt x="98317" y="45842"/>
                    <a:pt x="97925" y="43363"/>
                    <a:pt x="96457" y="41471"/>
                  </a:cubicBezTo>
                  <a:lnTo>
                    <a:pt x="92804" y="36871"/>
                  </a:lnTo>
                  <a:cubicBezTo>
                    <a:pt x="85073" y="27216"/>
                    <a:pt x="81452" y="14592"/>
                    <a:pt x="83051" y="2164"/>
                  </a:cubicBezTo>
                  <a:cubicBezTo>
                    <a:pt x="71776" y="720"/>
                    <a:pt x="60270" y="1"/>
                    <a:pt x="48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54"/>
            <p:cNvSpPr/>
            <p:nvPr/>
          </p:nvSpPr>
          <p:spPr>
            <a:xfrm>
              <a:off x="3800200" y="1889500"/>
              <a:ext cx="1242025" cy="1979225"/>
            </a:xfrm>
            <a:custGeom>
              <a:avLst/>
              <a:gdLst/>
              <a:ahLst/>
              <a:cxnLst/>
              <a:rect l="l" t="t" r="r" b="b"/>
              <a:pathLst>
                <a:path w="49681" h="79169" extrusionOk="0">
                  <a:moveTo>
                    <a:pt x="1" y="0"/>
                  </a:moveTo>
                  <a:lnTo>
                    <a:pt x="1" y="79169"/>
                  </a:lnTo>
                  <a:lnTo>
                    <a:pt x="20682" y="79169"/>
                  </a:lnTo>
                  <a:cubicBezTo>
                    <a:pt x="24433" y="79169"/>
                    <a:pt x="27206" y="76037"/>
                    <a:pt x="27238" y="72286"/>
                  </a:cubicBezTo>
                  <a:cubicBezTo>
                    <a:pt x="27271" y="62533"/>
                    <a:pt x="34219" y="54149"/>
                    <a:pt x="43776" y="52322"/>
                  </a:cubicBezTo>
                  <a:cubicBezTo>
                    <a:pt x="46092" y="51866"/>
                    <a:pt x="48050" y="50235"/>
                    <a:pt x="48865" y="48017"/>
                  </a:cubicBezTo>
                  <a:cubicBezTo>
                    <a:pt x="49681" y="45766"/>
                    <a:pt x="49289" y="43254"/>
                    <a:pt x="47821" y="41395"/>
                  </a:cubicBezTo>
                  <a:lnTo>
                    <a:pt x="44168" y="36795"/>
                  </a:lnTo>
                  <a:cubicBezTo>
                    <a:pt x="36437" y="27140"/>
                    <a:pt x="32816" y="14516"/>
                    <a:pt x="34415" y="2088"/>
                  </a:cubicBezTo>
                  <a:cubicBezTo>
                    <a:pt x="23128" y="620"/>
                    <a:pt x="1161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54"/>
          <p:cNvGrpSpPr/>
          <p:nvPr/>
        </p:nvGrpSpPr>
        <p:grpSpPr>
          <a:xfrm>
            <a:off x="1667669" y="1454116"/>
            <a:ext cx="793318" cy="672589"/>
            <a:chOff x="1190625" y="635250"/>
            <a:chExt cx="5219200" cy="4424925"/>
          </a:xfrm>
        </p:grpSpPr>
        <p:sp>
          <p:nvSpPr>
            <p:cNvPr id="1339" name="Google Shape;1339;p54"/>
            <p:cNvSpPr/>
            <p:nvPr/>
          </p:nvSpPr>
          <p:spPr>
            <a:xfrm>
              <a:off x="4254425" y="635250"/>
              <a:ext cx="2155400" cy="4424925"/>
            </a:xfrm>
            <a:custGeom>
              <a:avLst/>
              <a:gdLst/>
              <a:ahLst/>
              <a:cxnLst/>
              <a:rect l="l" t="t" r="r" b="b"/>
              <a:pathLst>
                <a:path w="86216" h="176997" extrusionOk="0">
                  <a:moveTo>
                    <a:pt x="6786" y="1"/>
                  </a:moveTo>
                  <a:cubicBezTo>
                    <a:pt x="3034" y="1"/>
                    <a:pt x="1" y="3035"/>
                    <a:pt x="1" y="6818"/>
                  </a:cubicBezTo>
                  <a:lnTo>
                    <a:pt x="1" y="170179"/>
                  </a:lnTo>
                  <a:cubicBezTo>
                    <a:pt x="1" y="173963"/>
                    <a:pt x="3034" y="176996"/>
                    <a:pt x="6786" y="176996"/>
                  </a:cubicBezTo>
                  <a:lnTo>
                    <a:pt x="79398" y="176996"/>
                  </a:lnTo>
                  <a:cubicBezTo>
                    <a:pt x="83181" y="176996"/>
                    <a:pt x="86215" y="173963"/>
                    <a:pt x="86215" y="170179"/>
                  </a:cubicBezTo>
                  <a:lnTo>
                    <a:pt x="86215" y="6818"/>
                  </a:lnTo>
                  <a:cubicBezTo>
                    <a:pt x="86215" y="3035"/>
                    <a:pt x="83181" y="1"/>
                    <a:pt x="793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54"/>
            <p:cNvSpPr/>
            <p:nvPr/>
          </p:nvSpPr>
          <p:spPr>
            <a:xfrm>
              <a:off x="5331700" y="635250"/>
              <a:ext cx="1078125" cy="4424925"/>
            </a:xfrm>
            <a:custGeom>
              <a:avLst/>
              <a:gdLst/>
              <a:ahLst/>
              <a:cxnLst/>
              <a:rect l="l" t="t" r="r" b="b"/>
              <a:pathLst>
                <a:path w="43125" h="176997" extrusionOk="0">
                  <a:moveTo>
                    <a:pt x="1" y="1"/>
                  </a:moveTo>
                  <a:lnTo>
                    <a:pt x="1" y="176996"/>
                  </a:lnTo>
                  <a:lnTo>
                    <a:pt x="36307" y="176996"/>
                  </a:lnTo>
                  <a:cubicBezTo>
                    <a:pt x="40090" y="176996"/>
                    <a:pt x="43124" y="173963"/>
                    <a:pt x="43124" y="170179"/>
                  </a:cubicBezTo>
                  <a:lnTo>
                    <a:pt x="43124" y="6818"/>
                  </a:lnTo>
                  <a:cubicBezTo>
                    <a:pt x="43124" y="3035"/>
                    <a:pt x="40090" y="1"/>
                    <a:pt x="363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54"/>
            <p:cNvSpPr/>
            <p:nvPr/>
          </p:nvSpPr>
          <p:spPr>
            <a:xfrm>
              <a:off x="4764925" y="1316200"/>
              <a:ext cx="1134400" cy="340075"/>
            </a:xfrm>
            <a:custGeom>
              <a:avLst/>
              <a:gdLst/>
              <a:ahLst/>
              <a:cxnLst/>
              <a:rect l="l" t="t" r="r" b="b"/>
              <a:pathLst>
                <a:path w="45376" h="13603" extrusionOk="0">
                  <a:moveTo>
                    <a:pt x="6786" y="0"/>
                  </a:moveTo>
                  <a:cubicBezTo>
                    <a:pt x="3035" y="0"/>
                    <a:pt x="1" y="3034"/>
                    <a:pt x="1" y="6785"/>
                  </a:cubicBezTo>
                  <a:cubicBezTo>
                    <a:pt x="1" y="10569"/>
                    <a:pt x="3035" y="13603"/>
                    <a:pt x="6786" y="13603"/>
                  </a:cubicBezTo>
                  <a:lnTo>
                    <a:pt x="38558" y="13603"/>
                  </a:lnTo>
                  <a:cubicBezTo>
                    <a:pt x="42309" y="13603"/>
                    <a:pt x="45375" y="10569"/>
                    <a:pt x="45375" y="6785"/>
                  </a:cubicBezTo>
                  <a:cubicBezTo>
                    <a:pt x="45375" y="3034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54"/>
            <p:cNvSpPr/>
            <p:nvPr/>
          </p:nvSpPr>
          <p:spPr>
            <a:xfrm>
              <a:off x="4764925" y="1997150"/>
              <a:ext cx="1134400" cy="340075"/>
            </a:xfrm>
            <a:custGeom>
              <a:avLst/>
              <a:gdLst/>
              <a:ahLst/>
              <a:cxnLst/>
              <a:rect l="l" t="t" r="r" b="b"/>
              <a:pathLst>
                <a:path w="45376" h="13603" extrusionOk="0">
                  <a:moveTo>
                    <a:pt x="6786" y="0"/>
                  </a:moveTo>
                  <a:cubicBezTo>
                    <a:pt x="3035" y="0"/>
                    <a:pt x="1" y="3034"/>
                    <a:pt x="1" y="6785"/>
                  </a:cubicBezTo>
                  <a:cubicBezTo>
                    <a:pt x="1" y="10536"/>
                    <a:pt x="3035" y="13603"/>
                    <a:pt x="6786" y="13603"/>
                  </a:cubicBezTo>
                  <a:lnTo>
                    <a:pt x="38558" y="13603"/>
                  </a:lnTo>
                  <a:cubicBezTo>
                    <a:pt x="42309" y="13603"/>
                    <a:pt x="45375" y="10536"/>
                    <a:pt x="45375" y="6785"/>
                  </a:cubicBezTo>
                  <a:cubicBezTo>
                    <a:pt x="45375" y="3034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54"/>
            <p:cNvSpPr/>
            <p:nvPr/>
          </p:nvSpPr>
          <p:spPr>
            <a:xfrm>
              <a:off x="4764925" y="2677275"/>
              <a:ext cx="1134400" cy="340900"/>
            </a:xfrm>
            <a:custGeom>
              <a:avLst/>
              <a:gdLst/>
              <a:ahLst/>
              <a:cxnLst/>
              <a:rect l="l" t="t" r="r" b="b"/>
              <a:pathLst>
                <a:path w="45376" h="13636" extrusionOk="0">
                  <a:moveTo>
                    <a:pt x="6786" y="0"/>
                  </a:moveTo>
                  <a:cubicBezTo>
                    <a:pt x="3035" y="0"/>
                    <a:pt x="1" y="3066"/>
                    <a:pt x="1" y="6818"/>
                  </a:cubicBezTo>
                  <a:cubicBezTo>
                    <a:pt x="1" y="10569"/>
                    <a:pt x="3035" y="13635"/>
                    <a:pt x="6786" y="13635"/>
                  </a:cubicBezTo>
                  <a:lnTo>
                    <a:pt x="38558" y="13635"/>
                  </a:lnTo>
                  <a:cubicBezTo>
                    <a:pt x="42309" y="13635"/>
                    <a:pt x="45375" y="10569"/>
                    <a:pt x="45375" y="6818"/>
                  </a:cubicBezTo>
                  <a:cubicBezTo>
                    <a:pt x="45375" y="3066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54"/>
            <p:cNvSpPr/>
            <p:nvPr/>
          </p:nvSpPr>
          <p:spPr>
            <a:xfrm>
              <a:off x="5331700" y="2677275"/>
              <a:ext cx="567625" cy="340900"/>
            </a:xfrm>
            <a:custGeom>
              <a:avLst/>
              <a:gdLst/>
              <a:ahLst/>
              <a:cxnLst/>
              <a:rect l="l" t="t" r="r" b="b"/>
              <a:pathLst>
                <a:path w="22705" h="13636" extrusionOk="0">
                  <a:moveTo>
                    <a:pt x="1" y="0"/>
                  </a:moveTo>
                  <a:lnTo>
                    <a:pt x="1" y="13635"/>
                  </a:lnTo>
                  <a:lnTo>
                    <a:pt x="15887" y="13635"/>
                  </a:lnTo>
                  <a:cubicBezTo>
                    <a:pt x="19638" y="13635"/>
                    <a:pt x="22704" y="10569"/>
                    <a:pt x="22704" y="6818"/>
                  </a:cubicBezTo>
                  <a:cubicBezTo>
                    <a:pt x="22704" y="3066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54"/>
            <p:cNvSpPr/>
            <p:nvPr/>
          </p:nvSpPr>
          <p:spPr>
            <a:xfrm>
              <a:off x="5331700" y="199715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15887" y="13603"/>
                  </a:lnTo>
                  <a:cubicBezTo>
                    <a:pt x="19638" y="13603"/>
                    <a:pt x="22704" y="10536"/>
                    <a:pt x="22704" y="6785"/>
                  </a:cubicBezTo>
                  <a:cubicBezTo>
                    <a:pt x="22704" y="3034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54"/>
            <p:cNvSpPr/>
            <p:nvPr/>
          </p:nvSpPr>
          <p:spPr>
            <a:xfrm>
              <a:off x="5331700" y="131620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15887" y="13603"/>
                  </a:lnTo>
                  <a:cubicBezTo>
                    <a:pt x="19638" y="13603"/>
                    <a:pt x="22704" y="10569"/>
                    <a:pt x="22704" y="6785"/>
                  </a:cubicBezTo>
                  <a:cubicBezTo>
                    <a:pt x="22704" y="3034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4"/>
            <p:cNvSpPr/>
            <p:nvPr/>
          </p:nvSpPr>
          <p:spPr>
            <a:xfrm>
              <a:off x="2552500" y="4039150"/>
              <a:ext cx="1021025" cy="1021025"/>
            </a:xfrm>
            <a:custGeom>
              <a:avLst/>
              <a:gdLst/>
              <a:ahLst/>
              <a:cxnLst/>
              <a:rect l="l" t="t" r="r" b="b"/>
              <a:pathLst>
                <a:path w="40841" h="40841" extrusionOk="0">
                  <a:moveTo>
                    <a:pt x="6785" y="0"/>
                  </a:moveTo>
                  <a:cubicBezTo>
                    <a:pt x="3034" y="0"/>
                    <a:pt x="0" y="3034"/>
                    <a:pt x="0" y="6818"/>
                  </a:cubicBezTo>
                  <a:lnTo>
                    <a:pt x="0" y="34023"/>
                  </a:lnTo>
                  <a:cubicBezTo>
                    <a:pt x="0" y="37807"/>
                    <a:pt x="3034" y="40840"/>
                    <a:pt x="6785" y="40840"/>
                  </a:cubicBezTo>
                  <a:lnTo>
                    <a:pt x="34023" y="40840"/>
                  </a:lnTo>
                  <a:cubicBezTo>
                    <a:pt x="37774" y="40840"/>
                    <a:pt x="40840" y="37807"/>
                    <a:pt x="40840" y="34023"/>
                  </a:cubicBezTo>
                  <a:lnTo>
                    <a:pt x="40840" y="6818"/>
                  </a:lnTo>
                  <a:cubicBezTo>
                    <a:pt x="40840" y="3034"/>
                    <a:pt x="37774" y="0"/>
                    <a:pt x="340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4"/>
            <p:cNvSpPr/>
            <p:nvPr/>
          </p:nvSpPr>
          <p:spPr>
            <a:xfrm>
              <a:off x="3063000" y="4039150"/>
              <a:ext cx="510525" cy="1021025"/>
            </a:xfrm>
            <a:custGeom>
              <a:avLst/>
              <a:gdLst/>
              <a:ahLst/>
              <a:cxnLst/>
              <a:rect l="l" t="t" r="r" b="b"/>
              <a:pathLst>
                <a:path w="20421" h="40841" extrusionOk="0">
                  <a:moveTo>
                    <a:pt x="0" y="0"/>
                  </a:moveTo>
                  <a:lnTo>
                    <a:pt x="0" y="40840"/>
                  </a:lnTo>
                  <a:lnTo>
                    <a:pt x="13603" y="40840"/>
                  </a:lnTo>
                  <a:cubicBezTo>
                    <a:pt x="17354" y="40840"/>
                    <a:pt x="20420" y="37807"/>
                    <a:pt x="20420" y="34023"/>
                  </a:cubicBezTo>
                  <a:lnTo>
                    <a:pt x="20420" y="6818"/>
                  </a:lnTo>
                  <a:cubicBezTo>
                    <a:pt x="20420" y="3034"/>
                    <a:pt x="17354" y="0"/>
                    <a:pt x="13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54"/>
            <p:cNvSpPr/>
            <p:nvPr/>
          </p:nvSpPr>
          <p:spPr>
            <a:xfrm>
              <a:off x="1190625" y="1316200"/>
              <a:ext cx="3743950" cy="3063025"/>
            </a:xfrm>
            <a:custGeom>
              <a:avLst/>
              <a:gdLst/>
              <a:ahLst/>
              <a:cxnLst/>
              <a:rect l="l" t="t" r="r" b="b"/>
              <a:pathLst>
                <a:path w="149758" h="122521" extrusionOk="0">
                  <a:moveTo>
                    <a:pt x="20420" y="0"/>
                  </a:moveTo>
                  <a:cubicBezTo>
                    <a:pt x="9166" y="0"/>
                    <a:pt x="0" y="9167"/>
                    <a:pt x="0" y="20420"/>
                  </a:cubicBezTo>
                  <a:lnTo>
                    <a:pt x="0" y="102101"/>
                  </a:lnTo>
                  <a:cubicBezTo>
                    <a:pt x="0" y="113354"/>
                    <a:pt x="9166" y="122521"/>
                    <a:pt x="20420" y="122521"/>
                  </a:cubicBezTo>
                  <a:lnTo>
                    <a:pt x="129338" y="122521"/>
                  </a:lnTo>
                  <a:cubicBezTo>
                    <a:pt x="140592" y="122521"/>
                    <a:pt x="149758" y="113354"/>
                    <a:pt x="149758" y="102101"/>
                  </a:cubicBezTo>
                  <a:lnTo>
                    <a:pt x="149758" y="20420"/>
                  </a:lnTo>
                  <a:cubicBezTo>
                    <a:pt x="149758" y="9167"/>
                    <a:pt x="140592" y="0"/>
                    <a:pt x="12933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54"/>
            <p:cNvSpPr/>
            <p:nvPr/>
          </p:nvSpPr>
          <p:spPr>
            <a:xfrm>
              <a:off x="3063000" y="1316200"/>
              <a:ext cx="1871575" cy="3063025"/>
            </a:xfrm>
            <a:custGeom>
              <a:avLst/>
              <a:gdLst/>
              <a:ahLst/>
              <a:cxnLst/>
              <a:rect l="l" t="t" r="r" b="b"/>
              <a:pathLst>
                <a:path w="74863" h="122521" extrusionOk="0">
                  <a:moveTo>
                    <a:pt x="0" y="0"/>
                  </a:moveTo>
                  <a:lnTo>
                    <a:pt x="0" y="122521"/>
                  </a:lnTo>
                  <a:lnTo>
                    <a:pt x="54443" y="122521"/>
                  </a:lnTo>
                  <a:cubicBezTo>
                    <a:pt x="65697" y="122521"/>
                    <a:pt x="74863" y="113354"/>
                    <a:pt x="74863" y="102101"/>
                  </a:cubicBezTo>
                  <a:lnTo>
                    <a:pt x="74863" y="20420"/>
                  </a:lnTo>
                  <a:cubicBezTo>
                    <a:pt x="74863" y="9167"/>
                    <a:pt x="65697" y="0"/>
                    <a:pt x="544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4"/>
            <p:cNvSpPr/>
            <p:nvPr/>
          </p:nvSpPr>
          <p:spPr>
            <a:xfrm>
              <a:off x="2211625" y="4720075"/>
              <a:ext cx="1701950" cy="340100"/>
            </a:xfrm>
            <a:custGeom>
              <a:avLst/>
              <a:gdLst/>
              <a:ahLst/>
              <a:cxnLst/>
              <a:rect l="l" t="t" r="r" b="b"/>
              <a:pathLst>
                <a:path w="68078" h="13604" extrusionOk="0">
                  <a:moveTo>
                    <a:pt x="6818" y="1"/>
                  </a:moveTo>
                  <a:cubicBezTo>
                    <a:pt x="3066" y="1"/>
                    <a:pt x="0" y="3034"/>
                    <a:pt x="0" y="6786"/>
                  </a:cubicBezTo>
                  <a:cubicBezTo>
                    <a:pt x="0" y="10570"/>
                    <a:pt x="3066" y="13603"/>
                    <a:pt x="6818" y="13603"/>
                  </a:cubicBezTo>
                  <a:lnTo>
                    <a:pt x="61260" y="13603"/>
                  </a:lnTo>
                  <a:cubicBezTo>
                    <a:pt x="65044" y="13603"/>
                    <a:pt x="68078" y="10570"/>
                    <a:pt x="68078" y="6786"/>
                  </a:cubicBezTo>
                  <a:cubicBezTo>
                    <a:pt x="68078" y="3034"/>
                    <a:pt x="65044" y="1"/>
                    <a:pt x="612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54"/>
            <p:cNvSpPr/>
            <p:nvPr/>
          </p:nvSpPr>
          <p:spPr>
            <a:xfrm>
              <a:off x="5388800" y="3358200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818" y="1"/>
                  </a:moveTo>
                  <a:cubicBezTo>
                    <a:pt x="3034" y="1"/>
                    <a:pt x="0" y="3067"/>
                    <a:pt x="0" y="6818"/>
                  </a:cubicBezTo>
                  <a:cubicBezTo>
                    <a:pt x="0" y="10569"/>
                    <a:pt x="3034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54"/>
            <p:cNvSpPr/>
            <p:nvPr/>
          </p:nvSpPr>
          <p:spPr>
            <a:xfrm>
              <a:off x="5388800" y="4039150"/>
              <a:ext cx="340075" cy="340075"/>
            </a:xfrm>
            <a:custGeom>
              <a:avLst/>
              <a:gdLst/>
              <a:ahLst/>
              <a:cxnLst/>
              <a:rect l="l" t="t" r="r" b="b"/>
              <a:pathLst>
                <a:path w="13603" h="13603" extrusionOk="0">
                  <a:moveTo>
                    <a:pt x="6818" y="0"/>
                  </a:moveTo>
                  <a:cubicBezTo>
                    <a:pt x="3034" y="0"/>
                    <a:pt x="0" y="3034"/>
                    <a:pt x="0" y="6818"/>
                  </a:cubicBezTo>
                  <a:cubicBezTo>
                    <a:pt x="0" y="10569"/>
                    <a:pt x="3034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34"/>
                    <a:pt x="10569" y="0"/>
                    <a:pt x="68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4"/>
            <p:cNvSpPr/>
            <p:nvPr/>
          </p:nvSpPr>
          <p:spPr>
            <a:xfrm>
              <a:off x="3063000" y="4720075"/>
              <a:ext cx="850575" cy="340100"/>
            </a:xfrm>
            <a:custGeom>
              <a:avLst/>
              <a:gdLst/>
              <a:ahLst/>
              <a:cxnLst/>
              <a:rect l="l" t="t" r="r" b="b"/>
              <a:pathLst>
                <a:path w="34023" h="13604" extrusionOk="0">
                  <a:moveTo>
                    <a:pt x="0" y="1"/>
                  </a:moveTo>
                  <a:lnTo>
                    <a:pt x="0" y="13603"/>
                  </a:lnTo>
                  <a:lnTo>
                    <a:pt x="27205" y="13603"/>
                  </a:lnTo>
                  <a:cubicBezTo>
                    <a:pt x="30989" y="13603"/>
                    <a:pt x="34023" y="10570"/>
                    <a:pt x="34023" y="6786"/>
                  </a:cubicBezTo>
                  <a:cubicBezTo>
                    <a:pt x="34023" y="3034"/>
                    <a:pt x="30989" y="1"/>
                    <a:pt x="2720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54"/>
            <p:cNvSpPr/>
            <p:nvPr/>
          </p:nvSpPr>
          <p:spPr>
            <a:xfrm>
              <a:off x="1530675" y="1656250"/>
              <a:ext cx="3063850" cy="2382925"/>
            </a:xfrm>
            <a:custGeom>
              <a:avLst/>
              <a:gdLst/>
              <a:ahLst/>
              <a:cxnLst/>
              <a:rect l="l" t="t" r="r" b="b"/>
              <a:pathLst>
                <a:path w="122554" h="95317" extrusionOk="0">
                  <a:moveTo>
                    <a:pt x="6818" y="1"/>
                  </a:moveTo>
                  <a:cubicBezTo>
                    <a:pt x="3067" y="1"/>
                    <a:pt x="0" y="3067"/>
                    <a:pt x="0" y="6818"/>
                  </a:cubicBezTo>
                  <a:lnTo>
                    <a:pt x="0" y="88499"/>
                  </a:lnTo>
                  <a:cubicBezTo>
                    <a:pt x="0" y="92250"/>
                    <a:pt x="3067" y="95316"/>
                    <a:pt x="6818" y="95316"/>
                  </a:cubicBezTo>
                  <a:lnTo>
                    <a:pt x="115736" y="95316"/>
                  </a:lnTo>
                  <a:cubicBezTo>
                    <a:pt x="119487" y="95316"/>
                    <a:pt x="122553" y="92250"/>
                    <a:pt x="122553" y="88499"/>
                  </a:cubicBezTo>
                  <a:lnTo>
                    <a:pt x="122553" y="6818"/>
                  </a:lnTo>
                  <a:cubicBezTo>
                    <a:pt x="122553" y="3067"/>
                    <a:pt x="119487" y="1"/>
                    <a:pt x="1157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54"/>
            <p:cNvSpPr/>
            <p:nvPr/>
          </p:nvSpPr>
          <p:spPr>
            <a:xfrm>
              <a:off x="3063000" y="1656250"/>
              <a:ext cx="1531525" cy="2382925"/>
            </a:xfrm>
            <a:custGeom>
              <a:avLst/>
              <a:gdLst/>
              <a:ahLst/>
              <a:cxnLst/>
              <a:rect l="l" t="t" r="r" b="b"/>
              <a:pathLst>
                <a:path w="61261" h="95317" extrusionOk="0">
                  <a:moveTo>
                    <a:pt x="0" y="1"/>
                  </a:moveTo>
                  <a:lnTo>
                    <a:pt x="0" y="95316"/>
                  </a:lnTo>
                  <a:lnTo>
                    <a:pt x="54443" y="95316"/>
                  </a:lnTo>
                  <a:cubicBezTo>
                    <a:pt x="58194" y="95316"/>
                    <a:pt x="61260" y="92250"/>
                    <a:pt x="61260" y="88499"/>
                  </a:cubicBezTo>
                  <a:lnTo>
                    <a:pt x="61260" y="6818"/>
                  </a:lnTo>
                  <a:cubicBezTo>
                    <a:pt x="61260" y="3067"/>
                    <a:pt x="58194" y="1"/>
                    <a:pt x="544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" name="Google Shape;1357;p54"/>
          <p:cNvGrpSpPr/>
          <p:nvPr/>
        </p:nvGrpSpPr>
        <p:grpSpPr>
          <a:xfrm>
            <a:off x="6744717" y="1441508"/>
            <a:ext cx="672755" cy="672755"/>
            <a:chOff x="1190625" y="238125"/>
            <a:chExt cx="5219200" cy="5219200"/>
          </a:xfrm>
        </p:grpSpPr>
        <p:sp>
          <p:nvSpPr>
            <p:cNvPr id="1358" name="Google Shape;1358;p54"/>
            <p:cNvSpPr/>
            <p:nvPr/>
          </p:nvSpPr>
          <p:spPr>
            <a:xfrm>
              <a:off x="1190625" y="238125"/>
              <a:ext cx="5219200" cy="5219200"/>
            </a:xfrm>
            <a:custGeom>
              <a:avLst/>
              <a:gdLst/>
              <a:ahLst/>
              <a:cxnLst/>
              <a:rect l="l" t="t" r="r" b="b"/>
              <a:pathLst>
                <a:path w="208768" h="208768" extrusionOk="0">
                  <a:moveTo>
                    <a:pt x="22703" y="0"/>
                  </a:moveTo>
                  <a:cubicBezTo>
                    <a:pt x="10177" y="0"/>
                    <a:pt x="0" y="10177"/>
                    <a:pt x="0" y="22703"/>
                  </a:cubicBezTo>
                  <a:lnTo>
                    <a:pt x="0" y="186064"/>
                  </a:lnTo>
                  <a:cubicBezTo>
                    <a:pt x="0" y="198590"/>
                    <a:pt x="10177" y="208767"/>
                    <a:pt x="22703" y="208767"/>
                  </a:cubicBezTo>
                  <a:lnTo>
                    <a:pt x="186064" y="208767"/>
                  </a:lnTo>
                  <a:cubicBezTo>
                    <a:pt x="198590" y="208767"/>
                    <a:pt x="208767" y="198590"/>
                    <a:pt x="208767" y="186064"/>
                  </a:cubicBezTo>
                  <a:lnTo>
                    <a:pt x="208767" y="22703"/>
                  </a:lnTo>
                  <a:cubicBezTo>
                    <a:pt x="208767" y="10177"/>
                    <a:pt x="198590" y="0"/>
                    <a:pt x="1860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54"/>
            <p:cNvSpPr/>
            <p:nvPr/>
          </p:nvSpPr>
          <p:spPr>
            <a:xfrm>
              <a:off x="3800200" y="238125"/>
              <a:ext cx="2609625" cy="5219200"/>
            </a:xfrm>
            <a:custGeom>
              <a:avLst/>
              <a:gdLst/>
              <a:ahLst/>
              <a:cxnLst/>
              <a:rect l="l" t="t" r="r" b="b"/>
              <a:pathLst>
                <a:path w="104385" h="208768" extrusionOk="0">
                  <a:moveTo>
                    <a:pt x="1" y="0"/>
                  </a:moveTo>
                  <a:lnTo>
                    <a:pt x="1" y="208767"/>
                  </a:lnTo>
                  <a:lnTo>
                    <a:pt x="81681" y="208767"/>
                  </a:lnTo>
                  <a:cubicBezTo>
                    <a:pt x="94207" y="208767"/>
                    <a:pt x="104384" y="198590"/>
                    <a:pt x="104384" y="186064"/>
                  </a:cubicBezTo>
                  <a:lnTo>
                    <a:pt x="104384" y="22703"/>
                  </a:lnTo>
                  <a:cubicBezTo>
                    <a:pt x="104384" y="10177"/>
                    <a:pt x="94207" y="0"/>
                    <a:pt x="816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54"/>
            <p:cNvSpPr/>
            <p:nvPr/>
          </p:nvSpPr>
          <p:spPr>
            <a:xfrm>
              <a:off x="1530675" y="578175"/>
              <a:ext cx="4539075" cy="4539075"/>
            </a:xfrm>
            <a:custGeom>
              <a:avLst/>
              <a:gdLst/>
              <a:ahLst/>
              <a:cxnLst/>
              <a:rect l="l" t="t" r="r" b="b"/>
              <a:pathLst>
                <a:path w="181563" h="181563" extrusionOk="0">
                  <a:moveTo>
                    <a:pt x="9101" y="0"/>
                  </a:moveTo>
                  <a:cubicBezTo>
                    <a:pt x="4078" y="0"/>
                    <a:pt x="0" y="4078"/>
                    <a:pt x="0" y="9101"/>
                  </a:cubicBezTo>
                  <a:lnTo>
                    <a:pt x="0" y="172462"/>
                  </a:lnTo>
                  <a:cubicBezTo>
                    <a:pt x="0" y="177485"/>
                    <a:pt x="4078" y="181563"/>
                    <a:pt x="9101" y="181563"/>
                  </a:cubicBezTo>
                  <a:lnTo>
                    <a:pt x="172462" y="181563"/>
                  </a:lnTo>
                  <a:cubicBezTo>
                    <a:pt x="177485" y="181563"/>
                    <a:pt x="181563" y="177485"/>
                    <a:pt x="181563" y="172462"/>
                  </a:cubicBezTo>
                  <a:lnTo>
                    <a:pt x="181563" y="9101"/>
                  </a:lnTo>
                  <a:cubicBezTo>
                    <a:pt x="181563" y="4078"/>
                    <a:pt x="177485" y="0"/>
                    <a:pt x="17246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54"/>
            <p:cNvSpPr/>
            <p:nvPr/>
          </p:nvSpPr>
          <p:spPr>
            <a:xfrm>
              <a:off x="3800200" y="578175"/>
              <a:ext cx="2269550" cy="4539075"/>
            </a:xfrm>
            <a:custGeom>
              <a:avLst/>
              <a:gdLst/>
              <a:ahLst/>
              <a:cxnLst/>
              <a:rect l="l" t="t" r="r" b="b"/>
              <a:pathLst>
                <a:path w="90782" h="181563" extrusionOk="0">
                  <a:moveTo>
                    <a:pt x="1" y="0"/>
                  </a:moveTo>
                  <a:lnTo>
                    <a:pt x="1" y="181563"/>
                  </a:lnTo>
                  <a:lnTo>
                    <a:pt x="81681" y="181563"/>
                  </a:lnTo>
                  <a:cubicBezTo>
                    <a:pt x="86704" y="181563"/>
                    <a:pt x="90782" y="177485"/>
                    <a:pt x="90782" y="172462"/>
                  </a:cubicBezTo>
                  <a:lnTo>
                    <a:pt x="90782" y="9101"/>
                  </a:lnTo>
                  <a:cubicBezTo>
                    <a:pt x="90782" y="4078"/>
                    <a:pt x="86704" y="0"/>
                    <a:pt x="8168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54"/>
            <p:cNvSpPr/>
            <p:nvPr/>
          </p:nvSpPr>
          <p:spPr>
            <a:xfrm>
              <a:off x="2081950" y="3528225"/>
              <a:ext cx="1054450" cy="1021250"/>
            </a:xfrm>
            <a:custGeom>
              <a:avLst/>
              <a:gdLst/>
              <a:ahLst/>
              <a:cxnLst/>
              <a:rect l="l" t="t" r="r" b="b"/>
              <a:pathLst>
                <a:path w="42178" h="40850" extrusionOk="0">
                  <a:moveTo>
                    <a:pt x="7466" y="1"/>
                  </a:moveTo>
                  <a:cubicBezTo>
                    <a:pt x="5725" y="1"/>
                    <a:pt x="3980" y="670"/>
                    <a:pt x="2643" y="2007"/>
                  </a:cubicBezTo>
                  <a:cubicBezTo>
                    <a:pt x="1" y="4649"/>
                    <a:pt x="1" y="8988"/>
                    <a:pt x="2643" y="11630"/>
                  </a:cubicBezTo>
                  <a:lnTo>
                    <a:pt x="11450" y="20437"/>
                  </a:lnTo>
                  <a:lnTo>
                    <a:pt x="2643" y="29245"/>
                  </a:lnTo>
                  <a:cubicBezTo>
                    <a:pt x="1" y="31887"/>
                    <a:pt x="1" y="36193"/>
                    <a:pt x="2643" y="38867"/>
                  </a:cubicBezTo>
                  <a:cubicBezTo>
                    <a:pt x="3980" y="40189"/>
                    <a:pt x="5725" y="40849"/>
                    <a:pt x="7466" y="40849"/>
                  </a:cubicBezTo>
                  <a:cubicBezTo>
                    <a:pt x="9207" y="40849"/>
                    <a:pt x="10944" y="40189"/>
                    <a:pt x="12266" y="38867"/>
                  </a:cubicBezTo>
                  <a:lnTo>
                    <a:pt x="21073" y="30060"/>
                  </a:lnTo>
                  <a:lnTo>
                    <a:pt x="29880" y="38867"/>
                  </a:lnTo>
                  <a:cubicBezTo>
                    <a:pt x="31201" y="40189"/>
                    <a:pt x="32947" y="40849"/>
                    <a:pt x="34692" y="40849"/>
                  </a:cubicBezTo>
                  <a:cubicBezTo>
                    <a:pt x="36437" y="40849"/>
                    <a:pt x="38182" y="40189"/>
                    <a:pt x="39503" y="38867"/>
                  </a:cubicBezTo>
                  <a:cubicBezTo>
                    <a:pt x="42178" y="36193"/>
                    <a:pt x="42178" y="31887"/>
                    <a:pt x="39503" y="29245"/>
                  </a:cubicBezTo>
                  <a:lnTo>
                    <a:pt x="30696" y="20437"/>
                  </a:lnTo>
                  <a:lnTo>
                    <a:pt x="39503" y="11630"/>
                  </a:lnTo>
                  <a:cubicBezTo>
                    <a:pt x="42178" y="8988"/>
                    <a:pt x="42178" y="4649"/>
                    <a:pt x="39503" y="2007"/>
                  </a:cubicBezTo>
                  <a:cubicBezTo>
                    <a:pt x="38182" y="670"/>
                    <a:pt x="36437" y="1"/>
                    <a:pt x="34692" y="1"/>
                  </a:cubicBezTo>
                  <a:cubicBezTo>
                    <a:pt x="32947" y="1"/>
                    <a:pt x="31201" y="670"/>
                    <a:pt x="29880" y="2007"/>
                  </a:cubicBezTo>
                  <a:lnTo>
                    <a:pt x="21073" y="10814"/>
                  </a:lnTo>
                  <a:lnTo>
                    <a:pt x="12266" y="2007"/>
                  </a:lnTo>
                  <a:cubicBezTo>
                    <a:pt x="10944" y="670"/>
                    <a:pt x="9207" y="1"/>
                    <a:pt x="74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54"/>
            <p:cNvSpPr/>
            <p:nvPr/>
          </p:nvSpPr>
          <p:spPr>
            <a:xfrm>
              <a:off x="3629775" y="238125"/>
              <a:ext cx="340900" cy="5219200"/>
            </a:xfrm>
            <a:custGeom>
              <a:avLst/>
              <a:gdLst/>
              <a:ahLst/>
              <a:cxnLst/>
              <a:rect l="l" t="t" r="r" b="b"/>
              <a:pathLst>
                <a:path w="13636" h="208768" extrusionOk="0">
                  <a:moveTo>
                    <a:pt x="0" y="0"/>
                  </a:moveTo>
                  <a:lnTo>
                    <a:pt x="0" y="208767"/>
                  </a:lnTo>
                  <a:lnTo>
                    <a:pt x="13635" y="208767"/>
                  </a:lnTo>
                  <a:lnTo>
                    <a:pt x="136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54"/>
            <p:cNvSpPr/>
            <p:nvPr/>
          </p:nvSpPr>
          <p:spPr>
            <a:xfrm>
              <a:off x="1190625" y="2677275"/>
              <a:ext cx="5219200" cy="340900"/>
            </a:xfrm>
            <a:custGeom>
              <a:avLst/>
              <a:gdLst/>
              <a:ahLst/>
              <a:cxnLst/>
              <a:rect l="l" t="t" r="r" b="b"/>
              <a:pathLst>
                <a:path w="208768" h="13636" extrusionOk="0">
                  <a:moveTo>
                    <a:pt x="0" y="0"/>
                  </a:moveTo>
                  <a:lnTo>
                    <a:pt x="0" y="13635"/>
                  </a:lnTo>
                  <a:lnTo>
                    <a:pt x="208767" y="13635"/>
                  </a:lnTo>
                  <a:lnTo>
                    <a:pt x="2087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54"/>
            <p:cNvSpPr/>
            <p:nvPr/>
          </p:nvSpPr>
          <p:spPr>
            <a:xfrm>
              <a:off x="3800200" y="238125"/>
              <a:ext cx="170475" cy="5219200"/>
            </a:xfrm>
            <a:custGeom>
              <a:avLst/>
              <a:gdLst/>
              <a:ahLst/>
              <a:cxnLst/>
              <a:rect l="l" t="t" r="r" b="b"/>
              <a:pathLst>
                <a:path w="6819" h="208768" extrusionOk="0">
                  <a:moveTo>
                    <a:pt x="1" y="0"/>
                  </a:moveTo>
                  <a:lnTo>
                    <a:pt x="1" y="208767"/>
                  </a:lnTo>
                  <a:lnTo>
                    <a:pt x="6818" y="208767"/>
                  </a:lnTo>
                  <a:lnTo>
                    <a:pt x="681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54"/>
            <p:cNvSpPr/>
            <p:nvPr/>
          </p:nvSpPr>
          <p:spPr>
            <a:xfrm>
              <a:off x="3800200" y="2677275"/>
              <a:ext cx="2609625" cy="340900"/>
            </a:xfrm>
            <a:custGeom>
              <a:avLst/>
              <a:gdLst/>
              <a:ahLst/>
              <a:cxnLst/>
              <a:rect l="l" t="t" r="r" b="b"/>
              <a:pathLst>
                <a:path w="104385" h="13636" extrusionOk="0">
                  <a:moveTo>
                    <a:pt x="1" y="0"/>
                  </a:moveTo>
                  <a:lnTo>
                    <a:pt x="1" y="13635"/>
                  </a:lnTo>
                  <a:lnTo>
                    <a:pt x="104384" y="13635"/>
                  </a:lnTo>
                  <a:lnTo>
                    <a:pt x="1043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54"/>
            <p:cNvSpPr/>
            <p:nvPr/>
          </p:nvSpPr>
          <p:spPr>
            <a:xfrm>
              <a:off x="4310700" y="975325"/>
              <a:ext cx="1361900" cy="1361900"/>
            </a:xfrm>
            <a:custGeom>
              <a:avLst/>
              <a:gdLst/>
              <a:ahLst/>
              <a:cxnLst/>
              <a:rect l="l" t="t" r="r" b="b"/>
              <a:pathLst>
                <a:path w="54476" h="54476" extrusionOk="0">
                  <a:moveTo>
                    <a:pt x="27238" y="13635"/>
                  </a:moveTo>
                  <a:cubicBezTo>
                    <a:pt x="34741" y="13635"/>
                    <a:pt x="40841" y="19735"/>
                    <a:pt x="40841" y="27238"/>
                  </a:cubicBezTo>
                  <a:cubicBezTo>
                    <a:pt x="40841" y="34773"/>
                    <a:pt x="34741" y="40873"/>
                    <a:pt x="27238" y="40873"/>
                  </a:cubicBezTo>
                  <a:cubicBezTo>
                    <a:pt x="19703" y="40873"/>
                    <a:pt x="13603" y="34773"/>
                    <a:pt x="13603" y="27238"/>
                  </a:cubicBezTo>
                  <a:cubicBezTo>
                    <a:pt x="13603" y="19735"/>
                    <a:pt x="19703" y="13635"/>
                    <a:pt x="27238" y="13635"/>
                  </a:cubicBezTo>
                  <a:close/>
                  <a:moveTo>
                    <a:pt x="27238" y="0"/>
                  </a:moveTo>
                  <a:cubicBezTo>
                    <a:pt x="12200" y="0"/>
                    <a:pt x="1" y="12200"/>
                    <a:pt x="1" y="27238"/>
                  </a:cubicBezTo>
                  <a:cubicBezTo>
                    <a:pt x="1" y="42276"/>
                    <a:pt x="12200" y="54476"/>
                    <a:pt x="27238" y="54476"/>
                  </a:cubicBezTo>
                  <a:cubicBezTo>
                    <a:pt x="42276" y="54476"/>
                    <a:pt x="54476" y="42276"/>
                    <a:pt x="54476" y="27238"/>
                  </a:cubicBezTo>
                  <a:cubicBezTo>
                    <a:pt x="54476" y="12200"/>
                    <a:pt x="42276" y="0"/>
                    <a:pt x="27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8" name="Google Shape;1368;p54"/>
          <p:cNvGrpSpPr/>
          <p:nvPr/>
        </p:nvGrpSpPr>
        <p:grpSpPr>
          <a:xfrm>
            <a:off x="1759658" y="3154207"/>
            <a:ext cx="606471" cy="606471"/>
            <a:chOff x="1190625" y="238125"/>
            <a:chExt cx="5219200" cy="5219200"/>
          </a:xfrm>
        </p:grpSpPr>
        <p:sp>
          <p:nvSpPr>
            <p:cNvPr id="1369" name="Google Shape;1369;p54"/>
            <p:cNvSpPr/>
            <p:nvPr/>
          </p:nvSpPr>
          <p:spPr>
            <a:xfrm>
              <a:off x="2211625" y="2053400"/>
              <a:ext cx="3403900" cy="2382925"/>
            </a:xfrm>
            <a:custGeom>
              <a:avLst/>
              <a:gdLst/>
              <a:ahLst/>
              <a:cxnLst/>
              <a:rect l="l" t="t" r="r" b="b"/>
              <a:pathLst>
                <a:path w="136156" h="95317" extrusionOk="0">
                  <a:moveTo>
                    <a:pt x="47658" y="1"/>
                  </a:moveTo>
                  <a:cubicBezTo>
                    <a:pt x="43906" y="1"/>
                    <a:pt x="40840" y="3067"/>
                    <a:pt x="40840" y="6818"/>
                  </a:cubicBezTo>
                  <a:lnTo>
                    <a:pt x="40840" y="40841"/>
                  </a:lnTo>
                  <a:lnTo>
                    <a:pt x="6818" y="40841"/>
                  </a:lnTo>
                  <a:cubicBezTo>
                    <a:pt x="3066" y="40841"/>
                    <a:pt x="0" y="43907"/>
                    <a:pt x="0" y="47658"/>
                  </a:cubicBezTo>
                  <a:lnTo>
                    <a:pt x="0" y="88499"/>
                  </a:lnTo>
                  <a:cubicBezTo>
                    <a:pt x="0" y="92250"/>
                    <a:pt x="3066" y="95316"/>
                    <a:pt x="6818" y="95316"/>
                  </a:cubicBezTo>
                  <a:lnTo>
                    <a:pt x="129338" y="95316"/>
                  </a:lnTo>
                  <a:cubicBezTo>
                    <a:pt x="133122" y="95316"/>
                    <a:pt x="136155" y="92250"/>
                    <a:pt x="136155" y="88499"/>
                  </a:cubicBezTo>
                  <a:lnTo>
                    <a:pt x="136155" y="47658"/>
                  </a:lnTo>
                  <a:cubicBezTo>
                    <a:pt x="136155" y="43907"/>
                    <a:pt x="133122" y="40841"/>
                    <a:pt x="129338" y="40841"/>
                  </a:cubicBezTo>
                  <a:lnTo>
                    <a:pt x="95315" y="40841"/>
                  </a:lnTo>
                  <a:lnTo>
                    <a:pt x="95315" y="6818"/>
                  </a:lnTo>
                  <a:cubicBezTo>
                    <a:pt x="95315" y="3067"/>
                    <a:pt x="92249" y="1"/>
                    <a:pt x="884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54"/>
            <p:cNvSpPr/>
            <p:nvPr/>
          </p:nvSpPr>
          <p:spPr>
            <a:xfrm>
              <a:off x="3800200" y="2053400"/>
              <a:ext cx="1815325" cy="2382925"/>
            </a:xfrm>
            <a:custGeom>
              <a:avLst/>
              <a:gdLst/>
              <a:ahLst/>
              <a:cxnLst/>
              <a:rect l="l" t="t" r="r" b="b"/>
              <a:pathLst>
                <a:path w="72613" h="95317" extrusionOk="0">
                  <a:moveTo>
                    <a:pt x="1" y="1"/>
                  </a:moveTo>
                  <a:lnTo>
                    <a:pt x="1" y="95316"/>
                  </a:lnTo>
                  <a:lnTo>
                    <a:pt x="65795" y="95316"/>
                  </a:lnTo>
                  <a:cubicBezTo>
                    <a:pt x="69579" y="95316"/>
                    <a:pt x="72612" y="92250"/>
                    <a:pt x="72612" y="88499"/>
                  </a:cubicBezTo>
                  <a:lnTo>
                    <a:pt x="72612" y="47658"/>
                  </a:lnTo>
                  <a:cubicBezTo>
                    <a:pt x="72612" y="43907"/>
                    <a:pt x="69579" y="40841"/>
                    <a:pt x="65795" y="40841"/>
                  </a:cubicBezTo>
                  <a:lnTo>
                    <a:pt x="31772" y="40841"/>
                  </a:lnTo>
                  <a:lnTo>
                    <a:pt x="31772" y="6818"/>
                  </a:lnTo>
                  <a:cubicBezTo>
                    <a:pt x="31772" y="3067"/>
                    <a:pt x="28706" y="1"/>
                    <a:pt x="249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54"/>
            <p:cNvSpPr/>
            <p:nvPr/>
          </p:nvSpPr>
          <p:spPr>
            <a:xfrm>
              <a:off x="1190625" y="238125"/>
              <a:ext cx="1361900" cy="3857300"/>
            </a:xfrm>
            <a:custGeom>
              <a:avLst/>
              <a:gdLst/>
              <a:ahLst/>
              <a:cxnLst/>
              <a:rect l="l" t="t" r="r" b="b"/>
              <a:pathLst>
                <a:path w="54476" h="154292" extrusionOk="0">
                  <a:moveTo>
                    <a:pt x="6818" y="0"/>
                  </a:moveTo>
                  <a:cubicBezTo>
                    <a:pt x="3034" y="0"/>
                    <a:pt x="0" y="3034"/>
                    <a:pt x="0" y="6818"/>
                  </a:cubicBezTo>
                  <a:lnTo>
                    <a:pt x="0" y="154292"/>
                  </a:lnTo>
                  <a:lnTo>
                    <a:pt x="54475" y="154292"/>
                  </a:lnTo>
                  <a:lnTo>
                    <a:pt x="54475" y="6818"/>
                  </a:lnTo>
                  <a:cubicBezTo>
                    <a:pt x="54475" y="3034"/>
                    <a:pt x="51409" y="0"/>
                    <a:pt x="476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54"/>
            <p:cNvSpPr/>
            <p:nvPr/>
          </p:nvSpPr>
          <p:spPr>
            <a:xfrm>
              <a:off x="1190625" y="4095400"/>
              <a:ext cx="5219200" cy="1361925"/>
            </a:xfrm>
            <a:custGeom>
              <a:avLst/>
              <a:gdLst/>
              <a:ahLst/>
              <a:cxnLst/>
              <a:rect l="l" t="t" r="r" b="b"/>
              <a:pathLst>
                <a:path w="208768" h="54477" extrusionOk="0">
                  <a:moveTo>
                    <a:pt x="0" y="1"/>
                  </a:moveTo>
                  <a:lnTo>
                    <a:pt x="0" y="47659"/>
                  </a:lnTo>
                  <a:cubicBezTo>
                    <a:pt x="0" y="51442"/>
                    <a:pt x="3034" y="54476"/>
                    <a:pt x="6818" y="54476"/>
                  </a:cubicBezTo>
                  <a:lnTo>
                    <a:pt x="201950" y="54476"/>
                  </a:lnTo>
                  <a:cubicBezTo>
                    <a:pt x="205733" y="54476"/>
                    <a:pt x="208767" y="51442"/>
                    <a:pt x="208767" y="47659"/>
                  </a:cubicBezTo>
                  <a:lnTo>
                    <a:pt x="208767" y="6819"/>
                  </a:lnTo>
                  <a:cubicBezTo>
                    <a:pt x="208767" y="3067"/>
                    <a:pt x="205733" y="1"/>
                    <a:pt x="20195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54"/>
            <p:cNvSpPr/>
            <p:nvPr/>
          </p:nvSpPr>
          <p:spPr>
            <a:xfrm>
              <a:off x="3800200" y="4095400"/>
              <a:ext cx="2609625" cy="1361925"/>
            </a:xfrm>
            <a:custGeom>
              <a:avLst/>
              <a:gdLst/>
              <a:ahLst/>
              <a:cxnLst/>
              <a:rect l="l" t="t" r="r" b="b"/>
              <a:pathLst>
                <a:path w="104385" h="54477" extrusionOk="0">
                  <a:moveTo>
                    <a:pt x="1" y="1"/>
                  </a:moveTo>
                  <a:lnTo>
                    <a:pt x="1" y="54476"/>
                  </a:lnTo>
                  <a:lnTo>
                    <a:pt x="97567" y="54476"/>
                  </a:lnTo>
                  <a:cubicBezTo>
                    <a:pt x="101350" y="54476"/>
                    <a:pt x="104384" y="51442"/>
                    <a:pt x="104384" y="47659"/>
                  </a:cubicBezTo>
                  <a:lnTo>
                    <a:pt x="104384" y="6819"/>
                  </a:lnTo>
                  <a:cubicBezTo>
                    <a:pt x="104384" y="3067"/>
                    <a:pt x="101350" y="1"/>
                    <a:pt x="975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54"/>
            <p:cNvSpPr/>
            <p:nvPr/>
          </p:nvSpPr>
          <p:spPr>
            <a:xfrm>
              <a:off x="2892550" y="238125"/>
              <a:ext cx="3517275" cy="2496250"/>
            </a:xfrm>
            <a:custGeom>
              <a:avLst/>
              <a:gdLst/>
              <a:ahLst/>
              <a:cxnLst/>
              <a:rect l="l" t="t" r="r" b="b"/>
              <a:pathLst>
                <a:path w="140691" h="99850" extrusionOk="0">
                  <a:moveTo>
                    <a:pt x="6818" y="0"/>
                  </a:moveTo>
                  <a:cubicBezTo>
                    <a:pt x="3034" y="0"/>
                    <a:pt x="1" y="3034"/>
                    <a:pt x="1" y="6818"/>
                  </a:cubicBezTo>
                  <a:lnTo>
                    <a:pt x="1" y="47658"/>
                  </a:lnTo>
                  <a:cubicBezTo>
                    <a:pt x="1" y="51409"/>
                    <a:pt x="3034" y="54475"/>
                    <a:pt x="6818" y="54475"/>
                  </a:cubicBezTo>
                  <a:lnTo>
                    <a:pt x="86215" y="54475"/>
                  </a:lnTo>
                  <a:lnTo>
                    <a:pt x="86215" y="93032"/>
                  </a:lnTo>
                  <a:cubicBezTo>
                    <a:pt x="86215" y="96783"/>
                    <a:pt x="89281" y="99849"/>
                    <a:pt x="93033" y="99849"/>
                  </a:cubicBezTo>
                  <a:lnTo>
                    <a:pt x="133873" y="99849"/>
                  </a:lnTo>
                  <a:cubicBezTo>
                    <a:pt x="137656" y="99849"/>
                    <a:pt x="140690" y="96783"/>
                    <a:pt x="140690" y="93032"/>
                  </a:cubicBezTo>
                  <a:lnTo>
                    <a:pt x="140690" y="6818"/>
                  </a:lnTo>
                  <a:cubicBezTo>
                    <a:pt x="140690" y="3034"/>
                    <a:pt x="137656" y="0"/>
                    <a:pt x="1338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54"/>
            <p:cNvSpPr/>
            <p:nvPr/>
          </p:nvSpPr>
          <p:spPr>
            <a:xfrm>
              <a:off x="3800200" y="238125"/>
              <a:ext cx="2609625" cy="2496250"/>
            </a:xfrm>
            <a:custGeom>
              <a:avLst/>
              <a:gdLst/>
              <a:ahLst/>
              <a:cxnLst/>
              <a:rect l="l" t="t" r="r" b="b"/>
              <a:pathLst>
                <a:path w="104385" h="99850" extrusionOk="0">
                  <a:moveTo>
                    <a:pt x="1" y="0"/>
                  </a:moveTo>
                  <a:lnTo>
                    <a:pt x="1" y="54475"/>
                  </a:lnTo>
                  <a:lnTo>
                    <a:pt x="49909" y="54475"/>
                  </a:lnTo>
                  <a:lnTo>
                    <a:pt x="49909" y="93032"/>
                  </a:lnTo>
                  <a:cubicBezTo>
                    <a:pt x="49909" y="96783"/>
                    <a:pt x="52975" y="99849"/>
                    <a:pt x="56727" y="99849"/>
                  </a:cubicBezTo>
                  <a:lnTo>
                    <a:pt x="97567" y="99849"/>
                  </a:lnTo>
                  <a:cubicBezTo>
                    <a:pt x="101350" y="99849"/>
                    <a:pt x="104384" y="96783"/>
                    <a:pt x="104384" y="93032"/>
                  </a:cubicBezTo>
                  <a:lnTo>
                    <a:pt x="104384" y="6818"/>
                  </a:lnTo>
                  <a:cubicBezTo>
                    <a:pt x="104384" y="3034"/>
                    <a:pt x="101350" y="0"/>
                    <a:pt x="9756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" name="Google Shape;1376;p54"/>
          <p:cNvGrpSpPr/>
          <p:nvPr/>
        </p:nvGrpSpPr>
        <p:grpSpPr>
          <a:xfrm>
            <a:off x="4234376" y="3165949"/>
            <a:ext cx="672755" cy="582986"/>
            <a:chOff x="1190625" y="586325"/>
            <a:chExt cx="5219200" cy="4522775"/>
          </a:xfrm>
        </p:grpSpPr>
        <p:sp>
          <p:nvSpPr>
            <p:cNvPr id="1377" name="Google Shape;1377;p54"/>
            <p:cNvSpPr/>
            <p:nvPr/>
          </p:nvSpPr>
          <p:spPr>
            <a:xfrm>
              <a:off x="1190625" y="586325"/>
              <a:ext cx="5219200" cy="4522775"/>
            </a:xfrm>
            <a:custGeom>
              <a:avLst/>
              <a:gdLst/>
              <a:ahLst/>
              <a:cxnLst/>
              <a:rect l="l" t="t" r="r" b="b"/>
              <a:pathLst>
                <a:path w="208768" h="180911" extrusionOk="0">
                  <a:moveTo>
                    <a:pt x="48701" y="1"/>
                  </a:moveTo>
                  <a:cubicBezTo>
                    <a:pt x="21823" y="1"/>
                    <a:pt x="0" y="21791"/>
                    <a:pt x="0" y="48702"/>
                  </a:cubicBezTo>
                  <a:lnTo>
                    <a:pt x="0" y="51018"/>
                  </a:lnTo>
                  <a:lnTo>
                    <a:pt x="0" y="55650"/>
                  </a:lnTo>
                  <a:lnTo>
                    <a:pt x="0" y="160034"/>
                  </a:lnTo>
                  <a:cubicBezTo>
                    <a:pt x="0" y="171581"/>
                    <a:pt x="9362" y="180910"/>
                    <a:pt x="20877" y="180910"/>
                  </a:cubicBezTo>
                  <a:lnTo>
                    <a:pt x="187890" y="180910"/>
                  </a:lnTo>
                  <a:cubicBezTo>
                    <a:pt x="199405" y="180910"/>
                    <a:pt x="208767" y="171581"/>
                    <a:pt x="208767" y="160034"/>
                  </a:cubicBezTo>
                  <a:lnTo>
                    <a:pt x="208767" y="55650"/>
                  </a:lnTo>
                  <a:lnTo>
                    <a:pt x="208767" y="51018"/>
                  </a:lnTo>
                  <a:lnTo>
                    <a:pt x="208767" y="48702"/>
                  </a:lnTo>
                  <a:cubicBezTo>
                    <a:pt x="208767" y="21791"/>
                    <a:pt x="186944" y="1"/>
                    <a:pt x="160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54"/>
            <p:cNvSpPr/>
            <p:nvPr/>
          </p:nvSpPr>
          <p:spPr>
            <a:xfrm>
              <a:off x="3800200" y="1861775"/>
              <a:ext cx="2609625" cy="3247325"/>
            </a:xfrm>
            <a:custGeom>
              <a:avLst/>
              <a:gdLst/>
              <a:ahLst/>
              <a:cxnLst/>
              <a:rect l="l" t="t" r="r" b="b"/>
              <a:pathLst>
                <a:path w="104385" h="129893" extrusionOk="0">
                  <a:moveTo>
                    <a:pt x="1" y="0"/>
                  </a:moveTo>
                  <a:lnTo>
                    <a:pt x="1" y="129892"/>
                  </a:lnTo>
                  <a:lnTo>
                    <a:pt x="83507" y="129892"/>
                  </a:lnTo>
                  <a:cubicBezTo>
                    <a:pt x="95022" y="129892"/>
                    <a:pt x="104384" y="120563"/>
                    <a:pt x="104384" y="109016"/>
                  </a:cubicBezTo>
                  <a:lnTo>
                    <a:pt x="1043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54"/>
            <p:cNvSpPr/>
            <p:nvPr/>
          </p:nvSpPr>
          <p:spPr>
            <a:xfrm>
              <a:off x="2930075" y="1630175"/>
              <a:ext cx="1740275" cy="2087675"/>
            </a:xfrm>
            <a:custGeom>
              <a:avLst/>
              <a:gdLst/>
              <a:ahLst/>
              <a:cxnLst/>
              <a:rect l="l" t="t" r="r" b="b"/>
              <a:pathLst>
                <a:path w="69611" h="83507" extrusionOk="0">
                  <a:moveTo>
                    <a:pt x="6981" y="0"/>
                  </a:moveTo>
                  <a:cubicBezTo>
                    <a:pt x="3132" y="0"/>
                    <a:pt x="0" y="3099"/>
                    <a:pt x="0" y="6948"/>
                  </a:cubicBezTo>
                  <a:lnTo>
                    <a:pt x="0" y="48702"/>
                  </a:lnTo>
                  <a:cubicBezTo>
                    <a:pt x="0" y="67882"/>
                    <a:pt x="15625" y="83507"/>
                    <a:pt x="34806" y="83507"/>
                  </a:cubicBezTo>
                  <a:cubicBezTo>
                    <a:pt x="53986" y="83507"/>
                    <a:pt x="69611" y="67882"/>
                    <a:pt x="69611" y="48702"/>
                  </a:cubicBezTo>
                  <a:lnTo>
                    <a:pt x="69611" y="6948"/>
                  </a:lnTo>
                  <a:cubicBezTo>
                    <a:pt x="69611" y="3099"/>
                    <a:pt x="66479" y="0"/>
                    <a:pt x="626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54"/>
            <p:cNvSpPr/>
            <p:nvPr/>
          </p:nvSpPr>
          <p:spPr>
            <a:xfrm>
              <a:off x="3800200" y="1630175"/>
              <a:ext cx="870150" cy="2087675"/>
            </a:xfrm>
            <a:custGeom>
              <a:avLst/>
              <a:gdLst/>
              <a:ahLst/>
              <a:cxnLst/>
              <a:rect l="l" t="t" r="r" b="b"/>
              <a:pathLst>
                <a:path w="34806" h="83507" extrusionOk="0">
                  <a:moveTo>
                    <a:pt x="1" y="0"/>
                  </a:moveTo>
                  <a:lnTo>
                    <a:pt x="1" y="83507"/>
                  </a:lnTo>
                  <a:cubicBezTo>
                    <a:pt x="19181" y="83507"/>
                    <a:pt x="34806" y="67882"/>
                    <a:pt x="34806" y="48702"/>
                  </a:cubicBezTo>
                  <a:lnTo>
                    <a:pt x="34806" y="6948"/>
                  </a:lnTo>
                  <a:cubicBezTo>
                    <a:pt x="34806" y="3099"/>
                    <a:pt x="31674" y="0"/>
                    <a:pt x="278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54"/>
            <p:cNvSpPr/>
            <p:nvPr/>
          </p:nvSpPr>
          <p:spPr>
            <a:xfrm>
              <a:off x="3800200" y="586325"/>
              <a:ext cx="2609625" cy="1391275"/>
            </a:xfrm>
            <a:custGeom>
              <a:avLst/>
              <a:gdLst/>
              <a:ahLst/>
              <a:cxnLst/>
              <a:rect l="l" t="t" r="r" b="b"/>
              <a:pathLst>
                <a:path w="104385" h="55651" extrusionOk="0">
                  <a:moveTo>
                    <a:pt x="1" y="1"/>
                  </a:moveTo>
                  <a:lnTo>
                    <a:pt x="1" y="55650"/>
                  </a:lnTo>
                  <a:lnTo>
                    <a:pt x="104384" y="55650"/>
                  </a:lnTo>
                  <a:lnTo>
                    <a:pt x="104384" y="48702"/>
                  </a:lnTo>
                  <a:cubicBezTo>
                    <a:pt x="104384" y="21791"/>
                    <a:pt x="82561" y="1"/>
                    <a:pt x="556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54"/>
            <p:cNvSpPr/>
            <p:nvPr/>
          </p:nvSpPr>
          <p:spPr>
            <a:xfrm>
              <a:off x="1190625" y="1630175"/>
              <a:ext cx="5219200" cy="3478925"/>
            </a:xfrm>
            <a:custGeom>
              <a:avLst/>
              <a:gdLst/>
              <a:ahLst/>
              <a:cxnLst/>
              <a:rect l="l" t="t" r="r" b="b"/>
              <a:pathLst>
                <a:path w="208768" h="139157" extrusionOk="0">
                  <a:moveTo>
                    <a:pt x="555" y="0"/>
                  </a:moveTo>
                  <a:cubicBezTo>
                    <a:pt x="228" y="2284"/>
                    <a:pt x="0" y="4567"/>
                    <a:pt x="0" y="6948"/>
                  </a:cubicBezTo>
                  <a:lnTo>
                    <a:pt x="0" y="13896"/>
                  </a:lnTo>
                  <a:lnTo>
                    <a:pt x="27825" y="13896"/>
                  </a:lnTo>
                  <a:lnTo>
                    <a:pt x="27825" y="139156"/>
                  </a:lnTo>
                  <a:lnTo>
                    <a:pt x="41753" y="139156"/>
                  </a:lnTo>
                  <a:lnTo>
                    <a:pt x="41753" y="13896"/>
                  </a:lnTo>
                  <a:lnTo>
                    <a:pt x="208767" y="13896"/>
                  </a:lnTo>
                  <a:lnTo>
                    <a:pt x="208767" y="6948"/>
                  </a:lnTo>
                  <a:cubicBezTo>
                    <a:pt x="208767" y="4567"/>
                    <a:pt x="208539" y="2284"/>
                    <a:pt x="2082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54"/>
            <p:cNvSpPr/>
            <p:nvPr/>
          </p:nvSpPr>
          <p:spPr>
            <a:xfrm>
              <a:off x="3800200" y="1630175"/>
              <a:ext cx="2609625" cy="3478925"/>
            </a:xfrm>
            <a:custGeom>
              <a:avLst/>
              <a:gdLst/>
              <a:ahLst/>
              <a:cxnLst/>
              <a:rect l="l" t="t" r="r" b="b"/>
              <a:pathLst>
                <a:path w="104385" h="139157" extrusionOk="0">
                  <a:moveTo>
                    <a:pt x="1" y="0"/>
                  </a:moveTo>
                  <a:lnTo>
                    <a:pt x="1" y="13896"/>
                  </a:lnTo>
                  <a:lnTo>
                    <a:pt x="62631" y="13896"/>
                  </a:lnTo>
                  <a:lnTo>
                    <a:pt x="62631" y="139156"/>
                  </a:lnTo>
                  <a:lnTo>
                    <a:pt x="76559" y="139156"/>
                  </a:lnTo>
                  <a:lnTo>
                    <a:pt x="76559" y="13896"/>
                  </a:lnTo>
                  <a:lnTo>
                    <a:pt x="104384" y="13896"/>
                  </a:lnTo>
                  <a:lnTo>
                    <a:pt x="104384" y="6948"/>
                  </a:lnTo>
                  <a:cubicBezTo>
                    <a:pt x="104384" y="5643"/>
                    <a:pt x="104286" y="4371"/>
                    <a:pt x="104188" y="3066"/>
                  </a:cubicBezTo>
                  <a:cubicBezTo>
                    <a:pt x="104091" y="2055"/>
                    <a:pt x="103993" y="1011"/>
                    <a:pt x="1038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54"/>
            <p:cNvSpPr/>
            <p:nvPr/>
          </p:nvSpPr>
          <p:spPr>
            <a:xfrm>
              <a:off x="3626500" y="2325775"/>
              <a:ext cx="347425" cy="695650"/>
            </a:xfrm>
            <a:custGeom>
              <a:avLst/>
              <a:gdLst/>
              <a:ahLst/>
              <a:cxnLst/>
              <a:rect l="l" t="t" r="r" b="b"/>
              <a:pathLst>
                <a:path w="13897" h="27826" extrusionOk="0">
                  <a:moveTo>
                    <a:pt x="6949" y="1"/>
                  </a:moveTo>
                  <a:cubicBezTo>
                    <a:pt x="3099" y="1"/>
                    <a:pt x="1" y="3100"/>
                    <a:pt x="1" y="6949"/>
                  </a:cubicBezTo>
                  <a:lnTo>
                    <a:pt x="1" y="20878"/>
                  </a:lnTo>
                  <a:cubicBezTo>
                    <a:pt x="1" y="24727"/>
                    <a:pt x="3099" y="27826"/>
                    <a:pt x="6949" y="27826"/>
                  </a:cubicBezTo>
                  <a:cubicBezTo>
                    <a:pt x="10798" y="27826"/>
                    <a:pt x="13897" y="24727"/>
                    <a:pt x="13897" y="20878"/>
                  </a:cubicBezTo>
                  <a:lnTo>
                    <a:pt x="13897" y="6949"/>
                  </a:lnTo>
                  <a:cubicBezTo>
                    <a:pt x="13897" y="3100"/>
                    <a:pt x="10798" y="1"/>
                    <a:pt x="69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54"/>
            <p:cNvSpPr/>
            <p:nvPr/>
          </p:nvSpPr>
          <p:spPr>
            <a:xfrm>
              <a:off x="3800200" y="2325775"/>
              <a:ext cx="173725" cy="695650"/>
            </a:xfrm>
            <a:custGeom>
              <a:avLst/>
              <a:gdLst/>
              <a:ahLst/>
              <a:cxnLst/>
              <a:rect l="l" t="t" r="r" b="b"/>
              <a:pathLst>
                <a:path w="6949" h="27826" extrusionOk="0">
                  <a:moveTo>
                    <a:pt x="1" y="1"/>
                  </a:moveTo>
                  <a:lnTo>
                    <a:pt x="1" y="27826"/>
                  </a:lnTo>
                  <a:cubicBezTo>
                    <a:pt x="3850" y="27826"/>
                    <a:pt x="6949" y="24727"/>
                    <a:pt x="6949" y="20878"/>
                  </a:cubicBezTo>
                  <a:lnTo>
                    <a:pt x="6949" y="6949"/>
                  </a:lnTo>
                  <a:cubicBezTo>
                    <a:pt x="6949" y="3100"/>
                    <a:pt x="3850" y="1"/>
                    <a:pt x="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" name="Google Shape;1386;p54"/>
          <p:cNvGrpSpPr/>
          <p:nvPr/>
        </p:nvGrpSpPr>
        <p:grpSpPr>
          <a:xfrm>
            <a:off x="6775386" y="3157338"/>
            <a:ext cx="606303" cy="600208"/>
            <a:chOff x="1190625" y="238125"/>
            <a:chExt cx="5272200" cy="5219200"/>
          </a:xfrm>
        </p:grpSpPr>
        <p:sp>
          <p:nvSpPr>
            <p:cNvPr id="1387" name="Google Shape;1387;p54"/>
            <p:cNvSpPr/>
            <p:nvPr/>
          </p:nvSpPr>
          <p:spPr>
            <a:xfrm>
              <a:off x="3232625" y="1259125"/>
              <a:ext cx="3230200" cy="2722950"/>
            </a:xfrm>
            <a:custGeom>
              <a:avLst/>
              <a:gdLst/>
              <a:ahLst/>
              <a:cxnLst/>
              <a:rect l="l" t="t" r="r" b="b"/>
              <a:pathLst>
                <a:path w="129208" h="108918" extrusionOk="0">
                  <a:moveTo>
                    <a:pt x="34055" y="0"/>
                  </a:moveTo>
                  <a:lnTo>
                    <a:pt x="20420" y="68078"/>
                  </a:lnTo>
                  <a:cubicBezTo>
                    <a:pt x="9166" y="68078"/>
                    <a:pt x="0" y="77244"/>
                    <a:pt x="0" y="88498"/>
                  </a:cubicBezTo>
                  <a:cubicBezTo>
                    <a:pt x="0" y="99752"/>
                    <a:pt x="9166" y="108918"/>
                    <a:pt x="20420" y="108918"/>
                  </a:cubicBezTo>
                  <a:lnTo>
                    <a:pt x="120270" y="108918"/>
                  </a:lnTo>
                  <a:cubicBezTo>
                    <a:pt x="126076" y="108918"/>
                    <a:pt x="129207" y="102100"/>
                    <a:pt x="125456" y="97697"/>
                  </a:cubicBezTo>
                  <a:lnTo>
                    <a:pt x="88400" y="54475"/>
                  </a:lnTo>
                  <a:lnTo>
                    <a:pt x="125456" y="11254"/>
                  </a:lnTo>
                  <a:cubicBezTo>
                    <a:pt x="129207" y="6850"/>
                    <a:pt x="126076" y="0"/>
                    <a:pt x="1202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54"/>
            <p:cNvSpPr/>
            <p:nvPr/>
          </p:nvSpPr>
          <p:spPr>
            <a:xfrm>
              <a:off x="2041175" y="578175"/>
              <a:ext cx="2212475" cy="2723775"/>
            </a:xfrm>
            <a:custGeom>
              <a:avLst/>
              <a:gdLst/>
              <a:ahLst/>
              <a:cxnLst/>
              <a:rect l="l" t="t" r="r" b="b"/>
              <a:pathLst>
                <a:path w="88499" h="108951" extrusionOk="0">
                  <a:moveTo>
                    <a:pt x="1" y="0"/>
                  </a:moveTo>
                  <a:lnTo>
                    <a:pt x="1" y="108951"/>
                  </a:lnTo>
                  <a:lnTo>
                    <a:pt x="68078" y="108951"/>
                  </a:lnTo>
                  <a:cubicBezTo>
                    <a:pt x="79365" y="108951"/>
                    <a:pt x="88498" y="99785"/>
                    <a:pt x="88498" y="88498"/>
                  </a:cubicBezTo>
                  <a:lnTo>
                    <a:pt x="88498" y="20453"/>
                  </a:lnTo>
                  <a:cubicBezTo>
                    <a:pt x="88498" y="9167"/>
                    <a:pt x="79365" y="0"/>
                    <a:pt x="68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54"/>
            <p:cNvSpPr/>
            <p:nvPr/>
          </p:nvSpPr>
          <p:spPr>
            <a:xfrm>
              <a:off x="1190625" y="238125"/>
              <a:ext cx="1021025" cy="5219200"/>
            </a:xfrm>
            <a:custGeom>
              <a:avLst/>
              <a:gdLst/>
              <a:ahLst/>
              <a:cxnLst/>
              <a:rect l="l" t="t" r="r" b="b"/>
              <a:pathLst>
                <a:path w="40841" h="208768" extrusionOk="0">
                  <a:moveTo>
                    <a:pt x="20420" y="0"/>
                  </a:moveTo>
                  <a:cubicBezTo>
                    <a:pt x="9166" y="0"/>
                    <a:pt x="0" y="9166"/>
                    <a:pt x="0" y="20420"/>
                  </a:cubicBezTo>
                  <a:lnTo>
                    <a:pt x="0" y="188347"/>
                  </a:lnTo>
                  <a:cubicBezTo>
                    <a:pt x="0" y="199601"/>
                    <a:pt x="9166" y="208767"/>
                    <a:pt x="20420" y="208767"/>
                  </a:cubicBezTo>
                  <a:cubicBezTo>
                    <a:pt x="31674" y="208767"/>
                    <a:pt x="40840" y="199601"/>
                    <a:pt x="40840" y="188347"/>
                  </a:cubicBezTo>
                  <a:lnTo>
                    <a:pt x="40840" y="20420"/>
                  </a:lnTo>
                  <a:cubicBezTo>
                    <a:pt x="40840" y="9166"/>
                    <a:pt x="31674" y="0"/>
                    <a:pt x="204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4"/>
            <p:cNvSpPr/>
            <p:nvPr/>
          </p:nvSpPr>
          <p:spPr>
            <a:xfrm>
              <a:off x="1701125" y="238125"/>
              <a:ext cx="510525" cy="5219200"/>
            </a:xfrm>
            <a:custGeom>
              <a:avLst/>
              <a:gdLst/>
              <a:ahLst/>
              <a:cxnLst/>
              <a:rect l="l" t="t" r="r" b="b"/>
              <a:pathLst>
                <a:path w="20421" h="208768" extrusionOk="0">
                  <a:moveTo>
                    <a:pt x="0" y="0"/>
                  </a:moveTo>
                  <a:lnTo>
                    <a:pt x="0" y="208767"/>
                  </a:lnTo>
                  <a:cubicBezTo>
                    <a:pt x="11254" y="208767"/>
                    <a:pt x="20420" y="199601"/>
                    <a:pt x="20420" y="188347"/>
                  </a:cubicBezTo>
                  <a:lnTo>
                    <a:pt x="20420" y="20420"/>
                  </a:lnTo>
                  <a:cubicBezTo>
                    <a:pt x="20420" y="9166"/>
                    <a:pt x="11254" y="0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p5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TARGET</a:t>
            </a:r>
            <a:endParaRPr/>
          </a:p>
        </p:txBody>
      </p:sp>
      <p:sp>
        <p:nvSpPr>
          <p:cNvPr id="1396" name="Google Shape;1396;p55"/>
          <p:cNvSpPr txBox="1"/>
          <p:nvPr/>
        </p:nvSpPr>
        <p:spPr>
          <a:xfrm>
            <a:off x="6425675" y="3288175"/>
            <a:ext cx="1735800" cy="5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Saturn is a gas giant of hydrogen and helium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397" name="Google Shape;1397;p55"/>
          <p:cNvSpPr txBox="1"/>
          <p:nvPr/>
        </p:nvSpPr>
        <p:spPr>
          <a:xfrm>
            <a:off x="1063188" y="3846175"/>
            <a:ext cx="27555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Average spend per customer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398" name="Google Shape;1398;p55"/>
          <p:cNvSpPr txBox="1">
            <a:spLocks noGrp="1"/>
          </p:cNvSpPr>
          <p:nvPr>
            <p:ph type="title" idx="4294967295"/>
          </p:nvPr>
        </p:nvSpPr>
        <p:spPr>
          <a:xfrm>
            <a:off x="1063188" y="3350225"/>
            <a:ext cx="2755500" cy="49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</a:rPr>
              <a:t>$120.00</a:t>
            </a:r>
            <a:endParaRPr sz="2700">
              <a:solidFill>
                <a:schemeClr val="dk1"/>
              </a:solidFill>
            </a:endParaRPr>
          </a:p>
        </p:txBody>
      </p:sp>
      <p:sp>
        <p:nvSpPr>
          <p:cNvPr id="1399" name="Google Shape;1399;p55"/>
          <p:cNvSpPr txBox="1">
            <a:spLocks noGrp="1"/>
          </p:cNvSpPr>
          <p:nvPr>
            <p:ph type="title" idx="4294967295"/>
          </p:nvPr>
        </p:nvSpPr>
        <p:spPr>
          <a:xfrm>
            <a:off x="5450773" y="4055650"/>
            <a:ext cx="852600" cy="28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30%</a:t>
            </a:r>
            <a:endParaRPr sz="1500"/>
          </a:p>
        </p:txBody>
      </p:sp>
      <p:sp>
        <p:nvSpPr>
          <p:cNvPr id="1400" name="Google Shape;1400;p55"/>
          <p:cNvSpPr txBox="1">
            <a:spLocks noGrp="1"/>
          </p:cNvSpPr>
          <p:nvPr>
            <p:ph type="title" idx="4294967295"/>
          </p:nvPr>
        </p:nvSpPr>
        <p:spPr>
          <a:xfrm>
            <a:off x="4301350" y="4055650"/>
            <a:ext cx="852600" cy="28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60%</a:t>
            </a:r>
            <a:endParaRPr sz="1500"/>
          </a:p>
        </p:txBody>
      </p:sp>
      <p:sp>
        <p:nvSpPr>
          <p:cNvPr id="1401" name="Google Shape;1401;p55"/>
          <p:cNvSpPr txBox="1"/>
          <p:nvPr/>
        </p:nvSpPr>
        <p:spPr>
          <a:xfrm>
            <a:off x="6425675" y="1757425"/>
            <a:ext cx="1735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8985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Venus has a beautiful name, but it’s terribly hot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402" name="Google Shape;1402;p55"/>
          <p:cNvSpPr/>
          <p:nvPr/>
        </p:nvSpPr>
        <p:spPr>
          <a:xfrm>
            <a:off x="2863089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3" name="Google Shape;1403;p55"/>
          <p:cNvSpPr/>
          <p:nvPr/>
        </p:nvSpPr>
        <p:spPr>
          <a:xfrm>
            <a:off x="3214835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4" name="Google Shape;1404;p55"/>
          <p:cNvSpPr/>
          <p:nvPr/>
        </p:nvSpPr>
        <p:spPr>
          <a:xfrm>
            <a:off x="3566580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5" name="Google Shape;1405;p55"/>
          <p:cNvSpPr/>
          <p:nvPr/>
        </p:nvSpPr>
        <p:spPr>
          <a:xfrm>
            <a:off x="3918326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6" name="Google Shape;1406;p55"/>
          <p:cNvSpPr/>
          <p:nvPr/>
        </p:nvSpPr>
        <p:spPr>
          <a:xfrm>
            <a:off x="4270072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7" name="Google Shape;1407;p55"/>
          <p:cNvSpPr/>
          <p:nvPr/>
        </p:nvSpPr>
        <p:spPr>
          <a:xfrm>
            <a:off x="4621817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8" name="Google Shape;1408;p55"/>
          <p:cNvSpPr/>
          <p:nvPr/>
        </p:nvSpPr>
        <p:spPr>
          <a:xfrm>
            <a:off x="4973563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55"/>
          <p:cNvSpPr/>
          <p:nvPr/>
        </p:nvSpPr>
        <p:spPr>
          <a:xfrm>
            <a:off x="5325308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55"/>
          <p:cNvSpPr/>
          <p:nvPr/>
        </p:nvSpPr>
        <p:spPr>
          <a:xfrm>
            <a:off x="5677054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1" name="Google Shape;1411;p55"/>
          <p:cNvSpPr/>
          <p:nvPr/>
        </p:nvSpPr>
        <p:spPr>
          <a:xfrm>
            <a:off x="6028799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2" name="Google Shape;1412;p55"/>
          <p:cNvSpPr/>
          <p:nvPr/>
        </p:nvSpPr>
        <p:spPr>
          <a:xfrm>
            <a:off x="2863089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3" name="Google Shape;1413;p55"/>
          <p:cNvSpPr/>
          <p:nvPr/>
        </p:nvSpPr>
        <p:spPr>
          <a:xfrm>
            <a:off x="3214835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55"/>
          <p:cNvSpPr/>
          <p:nvPr/>
        </p:nvSpPr>
        <p:spPr>
          <a:xfrm>
            <a:off x="3566580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5" name="Google Shape;1415;p55"/>
          <p:cNvSpPr/>
          <p:nvPr/>
        </p:nvSpPr>
        <p:spPr>
          <a:xfrm>
            <a:off x="3918326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6" name="Google Shape;1416;p55"/>
          <p:cNvSpPr/>
          <p:nvPr/>
        </p:nvSpPr>
        <p:spPr>
          <a:xfrm>
            <a:off x="4270072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7" name="Google Shape;1417;p55"/>
          <p:cNvSpPr/>
          <p:nvPr/>
        </p:nvSpPr>
        <p:spPr>
          <a:xfrm>
            <a:off x="4621817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8" name="Google Shape;1418;p55"/>
          <p:cNvSpPr/>
          <p:nvPr/>
        </p:nvSpPr>
        <p:spPr>
          <a:xfrm>
            <a:off x="4973563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9" name="Google Shape;1419;p55"/>
          <p:cNvSpPr/>
          <p:nvPr/>
        </p:nvSpPr>
        <p:spPr>
          <a:xfrm>
            <a:off x="5325308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0" name="Google Shape;1420;p55"/>
          <p:cNvSpPr/>
          <p:nvPr/>
        </p:nvSpPr>
        <p:spPr>
          <a:xfrm>
            <a:off x="5677054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1" name="Google Shape;1421;p55"/>
          <p:cNvSpPr/>
          <p:nvPr/>
        </p:nvSpPr>
        <p:spPr>
          <a:xfrm>
            <a:off x="6028799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2" name="Google Shape;1422;p55"/>
          <p:cNvGrpSpPr/>
          <p:nvPr/>
        </p:nvGrpSpPr>
        <p:grpSpPr>
          <a:xfrm>
            <a:off x="4323617" y="3163869"/>
            <a:ext cx="808053" cy="806679"/>
            <a:chOff x="4049800" y="640400"/>
            <a:chExt cx="858900" cy="858900"/>
          </a:xfrm>
        </p:grpSpPr>
        <p:sp>
          <p:nvSpPr>
            <p:cNvPr id="1423" name="Google Shape;1423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16159157"/>
                <a:gd name="adj2" fmla="val 8404479"/>
                <a:gd name="adj3" fmla="val 24891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" name="Google Shape;1425;p55"/>
          <p:cNvGrpSpPr/>
          <p:nvPr/>
        </p:nvGrpSpPr>
        <p:grpSpPr>
          <a:xfrm>
            <a:off x="5473042" y="3157531"/>
            <a:ext cx="808053" cy="806679"/>
            <a:chOff x="4049800" y="640400"/>
            <a:chExt cx="858900" cy="858900"/>
          </a:xfrm>
        </p:grpSpPr>
        <p:sp>
          <p:nvSpPr>
            <p:cNvPr id="1426" name="Google Shape;14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16159157"/>
                <a:gd name="adj2" fmla="val 1071592"/>
                <a:gd name="adj3" fmla="val 2493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28" name="Google Shape;1428;p55"/>
          <p:cNvSpPr/>
          <p:nvPr/>
        </p:nvSpPr>
        <p:spPr>
          <a:xfrm>
            <a:off x="1839675" y="1677952"/>
            <a:ext cx="715552" cy="381145"/>
          </a:xfrm>
          <a:custGeom>
            <a:avLst/>
            <a:gdLst/>
            <a:ahLst/>
            <a:cxnLst/>
            <a:rect l="l" t="t" r="r" b="b"/>
            <a:pathLst>
              <a:path w="208768" h="111202" extrusionOk="0">
                <a:moveTo>
                  <a:pt x="0" y="0"/>
                </a:moveTo>
                <a:lnTo>
                  <a:pt x="0" y="90781"/>
                </a:lnTo>
                <a:cubicBezTo>
                  <a:pt x="0" y="102068"/>
                  <a:pt x="9134" y="111201"/>
                  <a:pt x="20420" y="111201"/>
                </a:cubicBezTo>
                <a:lnTo>
                  <a:pt x="188347" y="111201"/>
                </a:lnTo>
                <a:cubicBezTo>
                  <a:pt x="199634" y="111201"/>
                  <a:pt x="208767" y="102068"/>
                  <a:pt x="208767" y="90781"/>
                </a:cubicBezTo>
                <a:lnTo>
                  <a:pt x="20876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9" name="Google Shape;1429;p55"/>
          <p:cNvSpPr/>
          <p:nvPr/>
        </p:nvSpPr>
        <p:spPr>
          <a:xfrm>
            <a:off x="2197370" y="1677952"/>
            <a:ext cx="357780" cy="381145"/>
          </a:xfrm>
          <a:custGeom>
            <a:avLst/>
            <a:gdLst/>
            <a:ahLst/>
            <a:cxnLst/>
            <a:rect l="l" t="t" r="r" b="b"/>
            <a:pathLst>
              <a:path w="104385" h="111202" extrusionOk="0">
                <a:moveTo>
                  <a:pt x="1" y="0"/>
                </a:moveTo>
                <a:lnTo>
                  <a:pt x="1" y="111201"/>
                </a:lnTo>
                <a:lnTo>
                  <a:pt x="83964" y="111201"/>
                </a:lnTo>
                <a:cubicBezTo>
                  <a:pt x="95251" y="111201"/>
                  <a:pt x="104384" y="102068"/>
                  <a:pt x="104384" y="90781"/>
                </a:cubicBezTo>
                <a:lnTo>
                  <a:pt x="1043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0" name="Google Shape;1430;p55"/>
          <p:cNvSpPr/>
          <p:nvPr/>
        </p:nvSpPr>
        <p:spPr>
          <a:xfrm>
            <a:off x="2313959" y="1864616"/>
            <a:ext cx="46737" cy="46624"/>
          </a:xfrm>
          <a:custGeom>
            <a:avLst/>
            <a:gdLst/>
            <a:ahLst/>
            <a:cxnLst/>
            <a:rect l="l" t="t" r="r" b="b"/>
            <a:pathLst>
              <a:path w="13636" h="13603" extrusionOk="0">
                <a:moveTo>
                  <a:pt x="6818" y="0"/>
                </a:moveTo>
                <a:cubicBezTo>
                  <a:pt x="3066" y="0"/>
                  <a:pt x="0" y="3034"/>
                  <a:pt x="0" y="6818"/>
                </a:cubicBezTo>
                <a:cubicBezTo>
                  <a:pt x="0" y="10569"/>
                  <a:pt x="3066" y="13603"/>
                  <a:pt x="6818" y="13603"/>
                </a:cubicBezTo>
                <a:cubicBezTo>
                  <a:pt x="10569" y="13603"/>
                  <a:pt x="13635" y="10569"/>
                  <a:pt x="13635" y="6818"/>
                </a:cubicBezTo>
                <a:cubicBezTo>
                  <a:pt x="13635" y="3034"/>
                  <a:pt x="10569" y="0"/>
                  <a:pt x="681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1" name="Google Shape;1431;p55"/>
          <p:cNvSpPr/>
          <p:nvPr/>
        </p:nvSpPr>
        <p:spPr>
          <a:xfrm>
            <a:off x="2313959" y="1771283"/>
            <a:ext cx="46737" cy="46628"/>
          </a:xfrm>
          <a:custGeom>
            <a:avLst/>
            <a:gdLst/>
            <a:ahLst/>
            <a:cxnLst/>
            <a:rect l="l" t="t" r="r" b="b"/>
            <a:pathLst>
              <a:path w="13636" h="13604" extrusionOk="0">
                <a:moveTo>
                  <a:pt x="6818" y="1"/>
                </a:moveTo>
                <a:cubicBezTo>
                  <a:pt x="3066" y="1"/>
                  <a:pt x="0" y="3067"/>
                  <a:pt x="0" y="6818"/>
                </a:cubicBezTo>
                <a:cubicBezTo>
                  <a:pt x="0" y="10569"/>
                  <a:pt x="3066" y="13603"/>
                  <a:pt x="6818" y="13603"/>
                </a:cubicBezTo>
                <a:cubicBezTo>
                  <a:pt x="10569" y="13603"/>
                  <a:pt x="13635" y="10569"/>
                  <a:pt x="13635" y="6818"/>
                </a:cubicBezTo>
                <a:cubicBezTo>
                  <a:pt x="13635" y="3067"/>
                  <a:pt x="10569" y="1"/>
                  <a:pt x="68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2" name="Google Shape;1432;p55"/>
          <p:cNvSpPr/>
          <p:nvPr/>
        </p:nvSpPr>
        <p:spPr>
          <a:xfrm>
            <a:off x="2407294" y="1864616"/>
            <a:ext cx="46737" cy="46624"/>
          </a:xfrm>
          <a:custGeom>
            <a:avLst/>
            <a:gdLst/>
            <a:ahLst/>
            <a:cxnLst/>
            <a:rect l="l" t="t" r="r" b="b"/>
            <a:pathLst>
              <a:path w="13636" h="13603" extrusionOk="0">
                <a:moveTo>
                  <a:pt x="6818" y="0"/>
                </a:moveTo>
                <a:cubicBezTo>
                  <a:pt x="3067" y="0"/>
                  <a:pt x="1" y="3034"/>
                  <a:pt x="1" y="6818"/>
                </a:cubicBezTo>
                <a:cubicBezTo>
                  <a:pt x="1" y="10569"/>
                  <a:pt x="3067" y="13603"/>
                  <a:pt x="6818" y="13603"/>
                </a:cubicBezTo>
                <a:cubicBezTo>
                  <a:pt x="10570" y="13603"/>
                  <a:pt x="13636" y="10569"/>
                  <a:pt x="13636" y="6818"/>
                </a:cubicBezTo>
                <a:cubicBezTo>
                  <a:pt x="13636" y="3034"/>
                  <a:pt x="10570" y="0"/>
                  <a:pt x="681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3" name="Google Shape;1433;p55"/>
          <p:cNvSpPr/>
          <p:nvPr/>
        </p:nvSpPr>
        <p:spPr>
          <a:xfrm>
            <a:off x="2407294" y="1771283"/>
            <a:ext cx="46737" cy="46628"/>
          </a:xfrm>
          <a:custGeom>
            <a:avLst/>
            <a:gdLst/>
            <a:ahLst/>
            <a:cxnLst/>
            <a:rect l="l" t="t" r="r" b="b"/>
            <a:pathLst>
              <a:path w="13636" h="13604" extrusionOk="0">
                <a:moveTo>
                  <a:pt x="6818" y="1"/>
                </a:moveTo>
                <a:cubicBezTo>
                  <a:pt x="3067" y="1"/>
                  <a:pt x="1" y="3067"/>
                  <a:pt x="1" y="6818"/>
                </a:cubicBezTo>
                <a:cubicBezTo>
                  <a:pt x="1" y="10569"/>
                  <a:pt x="3067" y="13603"/>
                  <a:pt x="6818" y="13603"/>
                </a:cubicBezTo>
                <a:cubicBezTo>
                  <a:pt x="10570" y="13603"/>
                  <a:pt x="13636" y="10569"/>
                  <a:pt x="13636" y="6818"/>
                </a:cubicBezTo>
                <a:cubicBezTo>
                  <a:pt x="13636" y="3067"/>
                  <a:pt x="10570" y="1"/>
                  <a:pt x="68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" name="Google Shape;1434;p55"/>
          <p:cNvSpPr/>
          <p:nvPr/>
        </p:nvSpPr>
        <p:spPr>
          <a:xfrm>
            <a:off x="2064136" y="1970925"/>
            <a:ext cx="99958" cy="46737"/>
          </a:xfrm>
          <a:custGeom>
            <a:avLst/>
            <a:gdLst/>
            <a:ahLst/>
            <a:cxnLst/>
            <a:rect l="l" t="t" r="r" b="b"/>
            <a:pathLst>
              <a:path w="40841" h="13636" extrusionOk="0">
                <a:moveTo>
                  <a:pt x="6818" y="1"/>
                </a:moveTo>
                <a:cubicBezTo>
                  <a:pt x="3034" y="1"/>
                  <a:pt x="1" y="3067"/>
                  <a:pt x="1" y="6818"/>
                </a:cubicBezTo>
                <a:cubicBezTo>
                  <a:pt x="1" y="10570"/>
                  <a:pt x="3034" y="13636"/>
                  <a:pt x="6818" y="13636"/>
                </a:cubicBezTo>
                <a:lnTo>
                  <a:pt x="34023" y="13636"/>
                </a:lnTo>
                <a:cubicBezTo>
                  <a:pt x="37807" y="13636"/>
                  <a:pt x="40841" y="10570"/>
                  <a:pt x="40841" y="6818"/>
                </a:cubicBezTo>
                <a:cubicBezTo>
                  <a:pt x="40841" y="3067"/>
                  <a:pt x="37807" y="1"/>
                  <a:pt x="3402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5" name="Google Shape;1435;p55"/>
          <p:cNvSpPr/>
          <p:nvPr/>
        </p:nvSpPr>
        <p:spPr>
          <a:xfrm>
            <a:off x="1940723" y="1771283"/>
            <a:ext cx="140096" cy="139983"/>
          </a:xfrm>
          <a:custGeom>
            <a:avLst/>
            <a:gdLst/>
            <a:ahLst/>
            <a:cxnLst/>
            <a:rect l="l" t="t" r="r" b="b"/>
            <a:pathLst>
              <a:path w="40874" h="40841" extrusionOk="0">
                <a:moveTo>
                  <a:pt x="20420" y="1"/>
                </a:moveTo>
                <a:cubicBezTo>
                  <a:pt x="16669" y="1"/>
                  <a:pt x="13635" y="3067"/>
                  <a:pt x="13635" y="6818"/>
                </a:cubicBezTo>
                <a:lnTo>
                  <a:pt x="13635" y="13603"/>
                </a:lnTo>
                <a:lnTo>
                  <a:pt x="6818" y="13603"/>
                </a:lnTo>
                <a:cubicBezTo>
                  <a:pt x="3067" y="13603"/>
                  <a:pt x="0" y="16669"/>
                  <a:pt x="0" y="20421"/>
                </a:cubicBezTo>
                <a:cubicBezTo>
                  <a:pt x="0" y="24172"/>
                  <a:pt x="3067" y="27238"/>
                  <a:pt x="6818" y="27238"/>
                </a:cubicBezTo>
                <a:lnTo>
                  <a:pt x="13635" y="27238"/>
                </a:lnTo>
                <a:lnTo>
                  <a:pt x="13635" y="34056"/>
                </a:lnTo>
                <a:cubicBezTo>
                  <a:pt x="13635" y="37807"/>
                  <a:pt x="16669" y="40841"/>
                  <a:pt x="20420" y="40841"/>
                </a:cubicBezTo>
                <a:cubicBezTo>
                  <a:pt x="24204" y="40841"/>
                  <a:pt x="27238" y="37807"/>
                  <a:pt x="27238" y="34056"/>
                </a:cubicBezTo>
                <a:lnTo>
                  <a:pt x="27238" y="27238"/>
                </a:lnTo>
                <a:lnTo>
                  <a:pt x="34055" y="27238"/>
                </a:lnTo>
                <a:cubicBezTo>
                  <a:pt x="37807" y="27238"/>
                  <a:pt x="40873" y="24172"/>
                  <a:pt x="40873" y="20421"/>
                </a:cubicBezTo>
                <a:cubicBezTo>
                  <a:pt x="40873" y="16669"/>
                  <a:pt x="37807" y="13603"/>
                  <a:pt x="34055" y="13603"/>
                </a:cubicBezTo>
                <a:lnTo>
                  <a:pt x="27238" y="13603"/>
                </a:lnTo>
                <a:lnTo>
                  <a:pt x="27238" y="6818"/>
                </a:lnTo>
                <a:cubicBezTo>
                  <a:pt x="27238" y="3067"/>
                  <a:pt x="24204" y="1"/>
                  <a:pt x="2042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36" name="Google Shape;1436;p55"/>
          <p:cNvGrpSpPr/>
          <p:nvPr/>
        </p:nvGrpSpPr>
        <p:grpSpPr>
          <a:xfrm rot="5400000">
            <a:off x="1971272" y="2110104"/>
            <a:ext cx="452369" cy="710855"/>
            <a:chOff x="1927825" y="238125"/>
            <a:chExt cx="3744775" cy="5219200"/>
          </a:xfrm>
        </p:grpSpPr>
        <p:sp>
          <p:nvSpPr>
            <p:cNvPr id="1437" name="Google Shape;1437;p55"/>
            <p:cNvSpPr/>
            <p:nvPr/>
          </p:nvSpPr>
          <p:spPr>
            <a:xfrm>
              <a:off x="1927825" y="238125"/>
              <a:ext cx="3744775" cy="5219200"/>
            </a:xfrm>
            <a:custGeom>
              <a:avLst/>
              <a:gdLst/>
              <a:ahLst/>
              <a:cxnLst/>
              <a:rect l="l" t="t" r="r" b="b"/>
              <a:pathLst>
                <a:path w="149791" h="208768" extrusionOk="0">
                  <a:moveTo>
                    <a:pt x="74896" y="0"/>
                  </a:moveTo>
                  <a:cubicBezTo>
                    <a:pt x="33599" y="0"/>
                    <a:pt x="0" y="33598"/>
                    <a:pt x="0" y="74895"/>
                  </a:cubicBezTo>
                  <a:lnTo>
                    <a:pt x="0" y="133872"/>
                  </a:lnTo>
                  <a:cubicBezTo>
                    <a:pt x="0" y="175169"/>
                    <a:pt x="33599" y="208767"/>
                    <a:pt x="74896" y="208767"/>
                  </a:cubicBezTo>
                  <a:cubicBezTo>
                    <a:pt x="116192" y="208767"/>
                    <a:pt x="149791" y="175169"/>
                    <a:pt x="149791" y="133872"/>
                  </a:cubicBezTo>
                  <a:lnTo>
                    <a:pt x="149791" y="74895"/>
                  </a:lnTo>
                  <a:cubicBezTo>
                    <a:pt x="149791" y="33598"/>
                    <a:pt x="116192" y="0"/>
                    <a:pt x="74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55"/>
            <p:cNvSpPr/>
            <p:nvPr/>
          </p:nvSpPr>
          <p:spPr>
            <a:xfrm>
              <a:off x="3800200" y="238125"/>
              <a:ext cx="1872400" cy="5219200"/>
            </a:xfrm>
            <a:custGeom>
              <a:avLst/>
              <a:gdLst/>
              <a:ahLst/>
              <a:cxnLst/>
              <a:rect l="l" t="t" r="r" b="b"/>
              <a:pathLst>
                <a:path w="74896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41297" y="208767"/>
                    <a:pt x="74896" y="175169"/>
                    <a:pt x="74896" y="133872"/>
                  </a:cubicBezTo>
                  <a:lnTo>
                    <a:pt x="74896" y="74895"/>
                  </a:lnTo>
                  <a:cubicBezTo>
                    <a:pt x="74896" y="33598"/>
                    <a:pt x="41297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5"/>
            <p:cNvSpPr/>
            <p:nvPr/>
          </p:nvSpPr>
          <p:spPr>
            <a:xfrm>
              <a:off x="3629775" y="238125"/>
              <a:ext cx="340900" cy="1319475"/>
            </a:xfrm>
            <a:custGeom>
              <a:avLst/>
              <a:gdLst/>
              <a:ahLst/>
              <a:cxnLst/>
              <a:rect l="l" t="t" r="r" b="b"/>
              <a:pathLst>
                <a:path w="13636" h="52779" extrusionOk="0">
                  <a:moveTo>
                    <a:pt x="6818" y="0"/>
                  </a:moveTo>
                  <a:cubicBezTo>
                    <a:pt x="3066" y="0"/>
                    <a:pt x="0" y="3034"/>
                    <a:pt x="0" y="6818"/>
                  </a:cubicBezTo>
                  <a:lnTo>
                    <a:pt x="0" y="45994"/>
                  </a:lnTo>
                  <a:cubicBezTo>
                    <a:pt x="0" y="49745"/>
                    <a:pt x="3066" y="52779"/>
                    <a:pt x="6818" y="52779"/>
                  </a:cubicBezTo>
                  <a:cubicBezTo>
                    <a:pt x="10569" y="52779"/>
                    <a:pt x="13635" y="49745"/>
                    <a:pt x="13635" y="45994"/>
                  </a:cubicBezTo>
                  <a:lnTo>
                    <a:pt x="13635" y="6818"/>
                  </a:lnTo>
                  <a:cubicBezTo>
                    <a:pt x="13635" y="3034"/>
                    <a:pt x="10569" y="0"/>
                    <a:pt x="68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5"/>
            <p:cNvSpPr/>
            <p:nvPr/>
          </p:nvSpPr>
          <p:spPr>
            <a:xfrm>
              <a:off x="3800200" y="238125"/>
              <a:ext cx="170475" cy="1319475"/>
            </a:xfrm>
            <a:custGeom>
              <a:avLst/>
              <a:gdLst/>
              <a:ahLst/>
              <a:cxnLst/>
              <a:rect l="l" t="t" r="r" b="b"/>
              <a:pathLst>
                <a:path w="6819" h="52779" extrusionOk="0">
                  <a:moveTo>
                    <a:pt x="1" y="0"/>
                  </a:moveTo>
                  <a:lnTo>
                    <a:pt x="1" y="52779"/>
                  </a:lnTo>
                  <a:cubicBezTo>
                    <a:pt x="3752" y="52779"/>
                    <a:pt x="6818" y="49745"/>
                    <a:pt x="6818" y="45994"/>
                  </a:cubicBezTo>
                  <a:lnTo>
                    <a:pt x="6818" y="6818"/>
                  </a:lnTo>
                  <a:cubicBezTo>
                    <a:pt x="6818" y="3034"/>
                    <a:pt x="3752" y="0"/>
                    <a:pt x="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55"/>
            <p:cNvSpPr/>
            <p:nvPr/>
          </p:nvSpPr>
          <p:spPr>
            <a:xfrm>
              <a:off x="3289700" y="1259125"/>
              <a:ext cx="1021025" cy="1361900"/>
            </a:xfrm>
            <a:custGeom>
              <a:avLst/>
              <a:gdLst/>
              <a:ahLst/>
              <a:cxnLst/>
              <a:rect l="l" t="t" r="r" b="b"/>
              <a:pathLst>
                <a:path w="40841" h="54476" extrusionOk="0">
                  <a:moveTo>
                    <a:pt x="20421" y="0"/>
                  </a:moveTo>
                  <a:cubicBezTo>
                    <a:pt x="9167" y="0"/>
                    <a:pt x="1" y="9166"/>
                    <a:pt x="1" y="20420"/>
                  </a:cubicBezTo>
                  <a:lnTo>
                    <a:pt x="1" y="34055"/>
                  </a:lnTo>
                  <a:cubicBezTo>
                    <a:pt x="1" y="45309"/>
                    <a:pt x="9167" y="54475"/>
                    <a:pt x="20421" y="54475"/>
                  </a:cubicBezTo>
                  <a:cubicBezTo>
                    <a:pt x="31674" y="54475"/>
                    <a:pt x="40841" y="45309"/>
                    <a:pt x="40841" y="34055"/>
                  </a:cubicBezTo>
                  <a:lnTo>
                    <a:pt x="40841" y="20420"/>
                  </a:lnTo>
                  <a:cubicBezTo>
                    <a:pt x="40841" y="9166"/>
                    <a:pt x="31674" y="0"/>
                    <a:pt x="204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55"/>
            <p:cNvSpPr/>
            <p:nvPr/>
          </p:nvSpPr>
          <p:spPr>
            <a:xfrm>
              <a:off x="3800200" y="1259125"/>
              <a:ext cx="510525" cy="1361900"/>
            </a:xfrm>
            <a:custGeom>
              <a:avLst/>
              <a:gdLst/>
              <a:ahLst/>
              <a:cxnLst/>
              <a:rect l="l" t="t" r="r" b="b"/>
              <a:pathLst>
                <a:path w="20421" h="54476" extrusionOk="0">
                  <a:moveTo>
                    <a:pt x="1" y="0"/>
                  </a:moveTo>
                  <a:lnTo>
                    <a:pt x="1" y="54475"/>
                  </a:lnTo>
                  <a:cubicBezTo>
                    <a:pt x="11254" y="54475"/>
                    <a:pt x="20421" y="45309"/>
                    <a:pt x="20421" y="34055"/>
                  </a:cubicBezTo>
                  <a:lnTo>
                    <a:pt x="20421" y="20420"/>
                  </a:lnTo>
                  <a:cubicBezTo>
                    <a:pt x="20421" y="9166"/>
                    <a:pt x="11254" y="0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43" name="Google Shape;1443;p55"/>
          <p:cNvSpPr/>
          <p:nvPr/>
        </p:nvSpPr>
        <p:spPr>
          <a:xfrm>
            <a:off x="2230811" y="1970925"/>
            <a:ext cx="99958" cy="46737"/>
          </a:xfrm>
          <a:custGeom>
            <a:avLst/>
            <a:gdLst/>
            <a:ahLst/>
            <a:cxnLst/>
            <a:rect l="l" t="t" r="r" b="b"/>
            <a:pathLst>
              <a:path w="40841" h="13636" extrusionOk="0">
                <a:moveTo>
                  <a:pt x="6818" y="1"/>
                </a:moveTo>
                <a:cubicBezTo>
                  <a:pt x="3034" y="1"/>
                  <a:pt x="1" y="3067"/>
                  <a:pt x="1" y="6818"/>
                </a:cubicBezTo>
                <a:cubicBezTo>
                  <a:pt x="1" y="10570"/>
                  <a:pt x="3034" y="13636"/>
                  <a:pt x="6818" y="13636"/>
                </a:cubicBezTo>
                <a:lnTo>
                  <a:pt x="34023" y="13636"/>
                </a:lnTo>
                <a:cubicBezTo>
                  <a:pt x="37807" y="13636"/>
                  <a:pt x="40841" y="10570"/>
                  <a:pt x="40841" y="6818"/>
                </a:cubicBezTo>
                <a:cubicBezTo>
                  <a:pt x="40841" y="3067"/>
                  <a:pt x="37807" y="1"/>
                  <a:pt x="3402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56"/>
          <p:cNvSpPr txBox="1">
            <a:spLocks noGrp="1"/>
          </p:cNvSpPr>
          <p:nvPr>
            <p:ph type="title"/>
          </p:nvPr>
        </p:nvSpPr>
        <p:spPr>
          <a:xfrm>
            <a:off x="889950" y="1407400"/>
            <a:ext cx="4484700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BULLET POINTS ARE VERY USEFUL</a:t>
            </a:r>
            <a:endParaRPr/>
          </a:p>
        </p:txBody>
      </p:sp>
      <p:sp>
        <p:nvSpPr>
          <p:cNvPr id="1449" name="Google Shape;1449;p56"/>
          <p:cNvSpPr txBox="1">
            <a:spLocks noGrp="1"/>
          </p:cNvSpPr>
          <p:nvPr>
            <p:ph type="body" idx="2"/>
          </p:nvPr>
        </p:nvSpPr>
        <p:spPr>
          <a:xfrm>
            <a:off x="889950" y="2867650"/>
            <a:ext cx="4360200" cy="10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</p:txBody>
      </p:sp>
      <p:sp>
        <p:nvSpPr>
          <p:cNvPr id="1450" name="Google Shape;1450;p56"/>
          <p:cNvSpPr txBox="1">
            <a:spLocks noGrp="1"/>
          </p:cNvSpPr>
          <p:nvPr>
            <p:ph type="subTitle" idx="1"/>
          </p:nvPr>
        </p:nvSpPr>
        <p:spPr>
          <a:xfrm>
            <a:off x="889950" y="2270875"/>
            <a:ext cx="4045200" cy="2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57"/>
          <p:cNvSpPr txBox="1">
            <a:spLocks noGrp="1"/>
          </p:cNvSpPr>
          <p:nvPr>
            <p:ph type="title"/>
          </p:nvPr>
        </p:nvSpPr>
        <p:spPr>
          <a:xfrm>
            <a:off x="3661425" y="1814600"/>
            <a:ext cx="4837800" cy="12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ALWAYS REINFORCES THE  MAIN CONCEPT</a:t>
            </a:r>
            <a:endParaRPr/>
          </a:p>
        </p:txBody>
      </p:sp>
      <p:sp>
        <p:nvSpPr>
          <p:cNvPr id="1456" name="Google Shape;1456;p57"/>
          <p:cNvSpPr txBox="1">
            <a:spLocks noGrp="1"/>
          </p:cNvSpPr>
          <p:nvPr>
            <p:ph type="subTitle" idx="1"/>
          </p:nvPr>
        </p:nvSpPr>
        <p:spPr>
          <a:xfrm>
            <a:off x="3661250" y="3094250"/>
            <a:ext cx="4837800" cy="40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Images reveal large amounts of data, so remember: use an image instead of a long text</a:t>
            </a:r>
            <a:endParaRPr/>
          </a:p>
        </p:txBody>
      </p:sp>
      <p:pic>
        <p:nvPicPr>
          <p:cNvPr id="1457" name="Google Shape;1457;p57"/>
          <p:cNvPicPr preferRelativeResize="0"/>
          <p:nvPr/>
        </p:nvPicPr>
        <p:blipFill rotWithShape="1">
          <a:blip r:embed="rId3">
            <a:alphaModFix/>
          </a:blip>
          <a:srcRect l="20243" t="9850" r="10475" b="10194"/>
          <a:stretch/>
        </p:blipFill>
        <p:spPr>
          <a:xfrm flipH="1">
            <a:off x="0" y="0"/>
            <a:ext cx="322678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58" name="Google Shape;1458;p57"/>
          <p:cNvSpPr/>
          <p:nvPr/>
        </p:nvSpPr>
        <p:spPr>
          <a:xfrm>
            <a:off x="25238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9" name="Google Shape;1459;p57"/>
          <p:cNvSpPr/>
          <p:nvPr/>
        </p:nvSpPr>
        <p:spPr>
          <a:xfrm>
            <a:off x="31135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0" name="Google Shape;1460;p57"/>
          <p:cNvSpPr/>
          <p:nvPr/>
        </p:nvSpPr>
        <p:spPr>
          <a:xfrm>
            <a:off x="37032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1" name="Google Shape;1461;p57"/>
          <p:cNvSpPr/>
          <p:nvPr/>
        </p:nvSpPr>
        <p:spPr>
          <a:xfrm>
            <a:off x="25238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2" name="Google Shape;1462;p57"/>
          <p:cNvSpPr/>
          <p:nvPr/>
        </p:nvSpPr>
        <p:spPr>
          <a:xfrm>
            <a:off x="31144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3" name="Google Shape;1463;p57"/>
          <p:cNvSpPr/>
          <p:nvPr/>
        </p:nvSpPr>
        <p:spPr>
          <a:xfrm>
            <a:off x="31144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4" name="Google Shape;1464;p57"/>
          <p:cNvSpPr/>
          <p:nvPr/>
        </p:nvSpPr>
        <p:spPr>
          <a:xfrm>
            <a:off x="25243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5" name="Google Shape;1465;p57"/>
          <p:cNvSpPr/>
          <p:nvPr/>
        </p:nvSpPr>
        <p:spPr>
          <a:xfrm>
            <a:off x="31145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6" name="Google Shape;1466;p57"/>
          <p:cNvSpPr/>
          <p:nvPr/>
        </p:nvSpPr>
        <p:spPr>
          <a:xfrm>
            <a:off x="37043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7" name="Google Shape;1467;p57"/>
          <p:cNvSpPr/>
          <p:nvPr/>
        </p:nvSpPr>
        <p:spPr>
          <a:xfrm rot="10800000">
            <a:off x="31164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8" name="Google Shape;1468;p57"/>
          <p:cNvSpPr/>
          <p:nvPr/>
        </p:nvSpPr>
        <p:spPr>
          <a:xfrm rot="10800000">
            <a:off x="31140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9" name="Google Shape;1469;p57"/>
          <p:cNvSpPr/>
          <p:nvPr/>
        </p:nvSpPr>
        <p:spPr>
          <a:xfrm rot="10800000">
            <a:off x="37056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0" name="Google Shape;1470;p57"/>
          <p:cNvSpPr/>
          <p:nvPr/>
        </p:nvSpPr>
        <p:spPr>
          <a:xfrm rot="10800000">
            <a:off x="31163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1" name="Google Shape;1471;p57"/>
          <p:cNvSpPr/>
          <p:nvPr/>
        </p:nvSpPr>
        <p:spPr>
          <a:xfrm rot="10800000">
            <a:off x="37055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2" name="Google Shape;1472;p57"/>
          <p:cNvSpPr/>
          <p:nvPr/>
        </p:nvSpPr>
        <p:spPr>
          <a:xfrm rot="10800000">
            <a:off x="31162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3" name="Google Shape;1473;p57"/>
          <p:cNvSpPr/>
          <p:nvPr/>
        </p:nvSpPr>
        <p:spPr>
          <a:xfrm rot="10800000">
            <a:off x="25259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4" name="Google Shape;1474;p57"/>
          <p:cNvSpPr/>
          <p:nvPr/>
        </p:nvSpPr>
        <p:spPr>
          <a:xfrm rot="10800000">
            <a:off x="37055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5" name="Google Shape;1475;p57"/>
          <p:cNvSpPr/>
          <p:nvPr/>
        </p:nvSpPr>
        <p:spPr>
          <a:xfrm rot="10800000">
            <a:off x="31162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6" name="Google Shape;1476;p57"/>
          <p:cNvSpPr/>
          <p:nvPr/>
        </p:nvSpPr>
        <p:spPr>
          <a:xfrm rot="10800000">
            <a:off x="25265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58"/>
          <p:cNvSpPr txBox="1">
            <a:spLocks noGrp="1"/>
          </p:cNvSpPr>
          <p:nvPr>
            <p:ph type="title"/>
          </p:nvPr>
        </p:nvSpPr>
        <p:spPr>
          <a:xfrm>
            <a:off x="2198250" y="1782600"/>
            <a:ext cx="4747500" cy="18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WORDS</a:t>
            </a:r>
            <a:endParaRPr/>
          </a:p>
        </p:txBody>
      </p:sp>
      <p:sp>
        <p:nvSpPr>
          <p:cNvPr id="1482" name="Google Shape;1482;p58"/>
          <p:cNvSpPr/>
          <p:nvPr/>
        </p:nvSpPr>
        <p:spPr>
          <a:xfrm rot="-5400000">
            <a:off x="8844042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3" name="Google Shape;1483;p58"/>
          <p:cNvSpPr/>
          <p:nvPr/>
        </p:nvSpPr>
        <p:spPr>
          <a:xfrm rot="-5400000">
            <a:off x="8241218" y="17685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4" name="Google Shape;1484;p58"/>
          <p:cNvSpPr/>
          <p:nvPr/>
        </p:nvSpPr>
        <p:spPr>
          <a:xfrm rot="-5400000">
            <a:off x="7638816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5" name="Google Shape;1485;p58"/>
          <p:cNvSpPr/>
          <p:nvPr/>
        </p:nvSpPr>
        <p:spPr>
          <a:xfrm rot="-5400000">
            <a:off x="7637875" y="117993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6" name="Google Shape;1486;p58"/>
          <p:cNvSpPr/>
          <p:nvPr/>
        </p:nvSpPr>
        <p:spPr>
          <a:xfrm rot="-5400000">
            <a:off x="8241433" y="-108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7" name="Google Shape;1487;p58"/>
          <p:cNvSpPr/>
          <p:nvPr/>
        </p:nvSpPr>
        <p:spPr>
          <a:xfrm rot="-5400000">
            <a:off x="7036221" y="-106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8" name="Google Shape;1488;p58"/>
          <p:cNvSpPr/>
          <p:nvPr/>
        </p:nvSpPr>
        <p:spPr>
          <a:xfrm rot="-5400000">
            <a:off x="8240209" y="1178852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9" name="Google Shape;1489;p58"/>
          <p:cNvSpPr/>
          <p:nvPr/>
        </p:nvSpPr>
        <p:spPr>
          <a:xfrm rot="-5400000">
            <a:off x="8842531" y="117977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0" name="Google Shape;1490;p58"/>
          <p:cNvSpPr/>
          <p:nvPr/>
        </p:nvSpPr>
        <p:spPr>
          <a:xfrm rot="-5400000">
            <a:off x="8241910" y="588710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1" name="Google Shape;1491;p58"/>
          <p:cNvSpPr/>
          <p:nvPr/>
        </p:nvSpPr>
        <p:spPr>
          <a:xfrm rot="-5400000">
            <a:off x="8843605" y="-288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2" name="Google Shape;1492;p58"/>
          <p:cNvSpPr/>
          <p:nvPr/>
        </p:nvSpPr>
        <p:spPr>
          <a:xfrm rot="-5400000">
            <a:off x="7638832" y="-207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3" name="Google Shape;1493;p58"/>
          <p:cNvSpPr/>
          <p:nvPr/>
        </p:nvSpPr>
        <p:spPr>
          <a:xfrm rot="-5400000">
            <a:off x="7637200" y="177070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4" name="Google Shape;1494;p58"/>
          <p:cNvSpPr/>
          <p:nvPr/>
        </p:nvSpPr>
        <p:spPr>
          <a:xfrm rot="-5400000">
            <a:off x="7036641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5" name="Google Shape;1495;p58"/>
          <p:cNvSpPr/>
          <p:nvPr/>
        </p:nvSpPr>
        <p:spPr>
          <a:xfrm>
            <a:off x="59" y="423849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58"/>
          <p:cNvSpPr/>
          <p:nvPr/>
        </p:nvSpPr>
        <p:spPr>
          <a:xfrm>
            <a:off x="589775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58"/>
          <p:cNvSpPr/>
          <p:nvPr/>
        </p:nvSpPr>
        <p:spPr>
          <a:xfrm>
            <a:off x="1179490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8" name="Google Shape;1498;p58"/>
          <p:cNvSpPr/>
          <p:nvPr/>
        </p:nvSpPr>
        <p:spPr>
          <a:xfrm>
            <a:off x="59" y="3636305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9" name="Google Shape;1499;p58"/>
          <p:cNvSpPr/>
          <p:nvPr/>
        </p:nvSpPr>
        <p:spPr>
          <a:xfrm>
            <a:off x="590661" y="303326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0" name="Google Shape;1500;p58"/>
          <p:cNvSpPr/>
          <p:nvPr/>
        </p:nvSpPr>
        <p:spPr>
          <a:xfrm>
            <a:off x="590687" y="363629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1" name="Google Shape;1501;p58"/>
          <p:cNvSpPr/>
          <p:nvPr/>
        </p:nvSpPr>
        <p:spPr>
          <a:xfrm>
            <a:off x="0" y="484152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2" name="Google Shape;1502;p58"/>
          <p:cNvSpPr/>
          <p:nvPr/>
        </p:nvSpPr>
        <p:spPr>
          <a:xfrm>
            <a:off x="590219" y="48414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3" name="Google Shape;1503;p58"/>
          <p:cNvSpPr/>
          <p:nvPr/>
        </p:nvSpPr>
        <p:spPr>
          <a:xfrm>
            <a:off x="1179981" y="484150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p58"/>
          <p:cNvSpPr/>
          <p:nvPr/>
        </p:nvSpPr>
        <p:spPr>
          <a:xfrm>
            <a:off x="1768979" y="48397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60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MODEL</a:t>
            </a:r>
            <a:endParaRPr/>
          </a:p>
        </p:txBody>
      </p:sp>
      <p:sp>
        <p:nvSpPr>
          <p:cNvPr id="1516" name="Google Shape;1516;p60"/>
          <p:cNvSpPr txBox="1">
            <a:spLocks noGrp="1"/>
          </p:cNvSpPr>
          <p:nvPr>
            <p:ph type="title" idx="2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17" name="Google Shape;1517;p60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2" name="Google Shape;1522;p61"/>
          <p:cNvGrpSpPr/>
          <p:nvPr/>
        </p:nvGrpSpPr>
        <p:grpSpPr>
          <a:xfrm>
            <a:off x="660210" y="1687128"/>
            <a:ext cx="2650385" cy="2430091"/>
            <a:chOff x="1597885" y="1496253"/>
            <a:chExt cx="2650385" cy="2430091"/>
          </a:xfrm>
        </p:grpSpPr>
        <p:sp>
          <p:nvSpPr>
            <p:cNvPr id="1523" name="Google Shape;1523;p61"/>
            <p:cNvSpPr/>
            <p:nvPr/>
          </p:nvSpPr>
          <p:spPr>
            <a:xfrm>
              <a:off x="1597885" y="1496253"/>
              <a:ext cx="2650385" cy="2430091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24" name="Google Shape;1524;p61"/>
            <p:cNvGrpSpPr/>
            <p:nvPr/>
          </p:nvGrpSpPr>
          <p:grpSpPr>
            <a:xfrm>
              <a:off x="1696153" y="1496829"/>
              <a:ext cx="2518317" cy="2426205"/>
              <a:chOff x="6036094" y="3716980"/>
              <a:chExt cx="529860" cy="510468"/>
            </a:xfrm>
          </p:grpSpPr>
          <p:sp>
            <p:nvSpPr>
              <p:cNvPr id="1525" name="Google Shape;1525;p61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61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61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61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61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61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61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61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Google Shape;1533;p61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Google Shape;1534;p61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35" name="Google Shape;1535;p61"/>
          <p:cNvGrpSpPr/>
          <p:nvPr/>
        </p:nvGrpSpPr>
        <p:grpSpPr>
          <a:xfrm>
            <a:off x="3473025" y="1686969"/>
            <a:ext cx="2664452" cy="2430420"/>
            <a:chOff x="4624163" y="1495131"/>
            <a:chExt cx="2664452" cy="2430420"/>
          </a:xfrm>
        </p:grpSpPr>
        <p:sp>
          <p:nvSpPr>
            <p:cNvPr id="1536" name="Google Shape;1536;p61"/>
            <p:cNvSpPr/>
            <p:nvPr/>
          </p:nvSpPr>
          <p:spPr>
            <a:xfrm>
              <a:off x="4624163" y="1495131"/>
              <a:ext cx="2664452" cy="2430420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7" name="Google Shape;1537;p61"/>
            <p:cNvGrpSpPr/>
            <p:nvPr/>
          </p:nvGrpSpPr>
          <p:grpSpPr>
            <a:xfrm>
              <a:off x="4707350" y="1495570"/>
              <a:ext cx="2218506" cy="2206722"/>
              <a:chOff x="6669657" y="3716715"/>
              <a:chExt cx="466779" cy="464290"/>
            </a:xfrm>
          </p:grpSpPr>
          <p:sp>
            <p:nvSpPr>
              <p:cNvPr id="1538" name="Google Shape;1538;p61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61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61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61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61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61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61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61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61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61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61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61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61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51" name="Google Shape;1551;p6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SIZE</a:t>
            </a:r>
            <a:endParaRPr/>
          </a:p>
        </p:txBody>
      </p:sp>
      <p:sp>
        <p:nvSpPr>
          <p:cNvPr id="1552" name="Google Shape;1552;p61"/>
          <p:cNvSpPr/>
          <p:nvPr/>
        </p:nvSpPr>
        <p:spPr>
          <a:xfrm rot="10800000" flipH="1">
            <a:off x="904051" y="23188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p61"/>
          <p:cNvSpPr/>
          <p:nvPr/>
        </p:nvSpPr>
        <p:spPr>
          <a:xfrm rot="10800000" flipH="1">
            <a:off x="1703851" y="36870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61"/>
          <p:cNvSpPr/>
          <p:nvPr/>
        </p:nvSpPr>
        <p:spPr>
          <a:xfrm rot="10800000" flipH="1">
            <a:off x="2455376" y="20254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5" name="Google Shape;1555;p61"/>
          <p:cNvSpPr/>
          <p:nvPr/>
        </p:nvSpPr>
        <p:spPr>
          <a:xfrm rot="10800000" flipH="1">
            <a:off x="3972489" y="18746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6" name="Google Shape;1556;p61"/>
          <p:cNvSpPr/>
          <p:nvPr/>
        </p:nvSpPr>
        <p:spPr>
          <a:xfrm rot="10800000" flipH="1">
            <a:off x="5372139" y="339152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7" name="Google Shape;1557;p61"/>
          <p:cNvSpPr/>
          <p:nvPr/>
        </p:nvSpPr>
        <p:spPr>
          <a:xfrm rot="10800000" flipH="1">
            <a:off x="4751614" y="30881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8" name="Google Shape;1558;p61"/>
          <p:cNvSpPr/>
          <p:nvPr/>
        </p:nvSpPr>
        <p:spPr>
          <a:xfrm rot="10800000" flipH="1">
            <a:off x="3583076" y="280029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9" name="Google Shape;1559;p61"/>
          <p:cNvSpPr/>
          <p:nvPr/>
        </p:nvSpPr>
        <p:spPr>
          <a:xfrm rot="10800000" flipH="1">
            <a:off x="2827701" y="23007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0" name="Google Shape;1560;p61"/>
          <p:cNvSpPr/>
          <p:nvPr/>
        </p:nvSpPr>
        <p:spPr>
          <a:xfrm rot="10800000" flipH="1">
            <a:off x="6357139" y="1975252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1" name="Google Shape;1561;p61"/>
          <p:cNvSpPr txBox="1"/>
          <p:nvPr/>
        </p:nvSpPr>
        <p:spPr>
          <a:xfrm>
            <a:off x="6609400" y="1880688"/>
            <a:ext cx="15651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62" name="Google Shape;1562;p61"/>
          <p:cNvSpPr txBox="1"/>
          <p:nvPr/>
        </p:nvSpPr>
        <p:spPr>
          <a:xfrm>
            <a:off x="6618250" y="2303248"/>
            <a:ext cx="21216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</a:t>
            </a: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63" name="Google Shape;1563;p61"/>
          <p:cNvSpPr/>
          <p:nvPr/>
        </p:nvSpPr>
        <p:spPr>
          <a:xfrm rot="10800000" flipH="1">
            <a:off x="6357139" y="30508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4" name="Google Shape;1564;p61"/>
          <p:cNvSpPr txBox="1"/>
          <p:nvPr/>
        </p:nvSpPr>
        <p:spPr>
          <a:xfrm>
            <a:off x="6609400" y="2956313"/>
            <a:ext cx="15651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JUPITER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65" name="Google Shape;1565;p61"/>
          <p:cNvSpPr txBox="1"/>
          <p:nvPr/>
        </p:nvSpPr>
        <p:spPr>
          <a:xfrm>
            <a:off x="6618250" y="3378873"/>
            <a:ext cx="21216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It’s the biggest planet in the Solar System</a:t>
            </a: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66" name="Google Shape;1566;p61"/>
          <p:cNvSpPr/>
          <p:nvPr/>
        </p:nvSpPr>
        <p:spPr>
          <a:xfrm rot="10800000" flipH="1">
            <a:off x="1359951" y="32827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7" name="Google Shape;1567;p61"/>
          <p:cNvSpPr/>
          <p:nvPr/>
        </p:nvSpPr>
        <p:spPr>
          <a:xfrm rot="10800000" flipH="1">
            <a:off x="1321614" y="22071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8" name="Google Shape;1568;p61"/>
          <p:cNvSpPr/>
          <p:nvPr/>
        </p:nvSpPr>
        <p:spPr>
          <a:xfrm rot="10800000" flipH="1">
            <a:off x="2493739" y="23398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9" name="Google Shape;1569;p61"/>
          <p:cNvSpPr/>
          <p:nvPr/>
        </p:nvSpPr>
        <p:spPr>
          <a:xfrm rot="10800000" flipH="1">
            <a:off x="3973401" y="25044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0" name="Google Shape;1570;p61"/>
          <p:cNvSpPr/>
          <p:nvPr/>
        </p:nvSpPr>
        <p:spPr>
          <a:xfrm rot="10800000" flipH="1">
            <a:off x="5317901" y="28002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1" name="Google Shape;1571;p61"/>
          <p:cNvSpPr/>
          <p:nvPr/>
        </p:nvSpPr>
        <p:spPr>
          <a:xfrm rot="10800000" flipH="1">
            <a:off x="5118026" y="3572552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6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COMPETITORS</a:t>
            </a:r>
            <a:endParaRPr/>
          </a:p>
        </p:txBody>
      </p:sp>
      <p:sp>
        <p:nvSpPr>
          <p:cNvPr id="1577" name="Google Shape;1577;p62"/>
          <p:cNvSpPr txBox="1"/>
          <p:nvPr/>
        </p:nvSpPr>
        <p:spPr>
          <a:xfrm>
            <a:off x="2395251" y="1336861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MARS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78" name="Google Shape;1578;p62"/>
          <p:cNvSpPr txBox="1"/>
          <p:nvPr/>
        </p:nvSpPr>
        <p:spPr>
          <a:xfrm>
            <a:off x="2395251" y="1702591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Despite being red, Mars is a cold place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79" name="Google Shape;1579;p62"/>
          <p:cNvSpPr txBox="1"/>
          <p:nvPr/>
        </p:nvSpPr>
        <p:spPr>
          <a:xfrm>
            <a:off x="3902501" y="2467149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JUPITER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80" name="Google Shape;1580;p62"/>
          <p:cNvSpPr txBox="1"/>
          <p:nvPr/>
        </p:nvSpPr>
        <p:spPr>
          <a:xfrm>
            <a:off x="3902501" y="2832870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Jupiter is a gas giant and the biggest planet 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81" name="Google Shape;1581;p62"/>
          <p:cNvSpPr txBox="1"/>
          <p:nvPr/>
        </p:nvSpPr>
        <p:spPr>
          <a:xfrm>
            <a:off x="5409751" y="3611237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82" name="Google Shape;1582;p62"/>
          <p:cNvSpPr txBox="1"/>
          <p:nvPr/>
        </p:nvSpPr>
        <p:spPr>
          <a:xfrm>
            <a:off x="5409751" y="3976950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 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1583" name="Google Shape;1583;p62"/>
          <p:cNvGrpSpPr/>
          <p:nvPr/>
        </p:nvGrpSpPr>
        <p:grpSpPr>
          <a:xfrm>
            <a:off x="1573949" y="1336847"/>
            <a:ext cx="687136" cy="702504"/>
            <a:chOff x="1247700" y="238125"/>
            <a:chExt cx="5105025" cy="5219200"/>
          </a:xfrm>
        </p:grpSpPr>
        <p:sp>
          <p:nvSpPr>
            <p:cNvPr id="1584" name="Google Shape;1584;p62"/>
            <p:cNvSpPr/>
            <p:nvPr/>
          </p:nvSpPr>
          <p:spPr>
            <a:xfrm>
              <a:off x="2949650" y="1372475"/>
              <a:ext cx="1701150" cy="1701950"/>
            </a:xfrm>
            <a:custGeom>
              <a:avLst/>
              <a:gdLst/>
              <a:ahLst/>
              <a:cxnLst/>
              <a:rect l="l" t="t" r="r" b="b"/>
              <a:pathLst>
                <a:path w="68046" h="68078" extrusionOk="0">
                  <a:moveTo>
                    <a:pt x="0" y="0"/>
                  </a:moveTo>
                  <a:lnTo>
                    <a:pt x="0" y="68078"/>
                  </a:lnTo>
                  <a:lnTo>
                    <a:pt x="68045" y="68078"/>
                  </a:lnTo>
                  <a:lnTo>
                    <a:pt x="68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62"/>
            <p:cNvSpPr/>
            <p:nvPr/>
          </p:nvSpPr>
          <p:spPr>
            <a:xfrm>
              <a:off x="3800200" y="1372475"/>
              <a:ext cx="850600" cy="1701950"/>
            </a:xfrm>
            <a:custGeom>
              <a:avLst/>
              <a:gdLst/>
              <a:ahLst/>
              <a:cxnLst/>
              <a:rect l="l" t="t" r="r" b="b"/>
              <a:pathLst>
                <a:path w="34024" h="68078" extrusionOk="0">
                  <a:moveTo>
                    <a:pt x="1" y="0"/>
                  </a:moveTo>
                  <a:lnTo>
                    <a:pt x="1" y="68078"/>
                  </a:lnTo>
                  <a:lnTo>
                    <a:pt x="34023" y="68078"/>
                  </a:lnTo>
                  <a:lnTo>
                    <a:pt x="340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62"/>
            <p:cNvSpPr/>
            <p:nvPr/>
          </p:nvSpPr>
          <p:spPr>
            <a:xfrm>
              <a:off x="1247700" y="2053400"/>
              <a:ext cx="5105025" cy="3403925"/>
            </a:xfrm>
            <a:custGeom>
              <a:avLst/>
              <a:gdLst/>
              <a:ahLst/>
              <a:cxnLst/>
              <a:rect l="l" t="t" r="r" b="b"/>
              <a:pathLst>
                <a:path w="204201" h="136157" extrusionOk="0">
                  <a:moveTo>
                    <a:pt x="6785" y="1"/>
                  </a:moveTo>
                  <a:cubicBezTo>
                    <a:pt x="3034" y="1"/>
                    <a:pt x="0" y="3067"/>
                    <a:pt x="0" y="6818"/>
                  </a:cubicBezTo>
                  <a:lnTo>
                    <a:pt x="0" y="129339"/>
                  </a:lnTo>
                  <a:cubicBezTo>
                    <a:pt x="0" y="133122"/>
                    <a:pt x="3034" y="136156"/>
                    <a:pt x="6785" y="136156"/>
                  </a:cubicBezTo>
                  <a:lnTo>
                    <a:pt x="197416" y="136156"/>
                  </a:lnTo>
                  <a:cubicBezTo>
                    <a:pt x="201167" y="136156"/>
                    <a:pt x="204201" y="133122"/>
                    <a:pt x="204201" y="129339"/>
                  </a:cubicBezTo>
                  <a:lnTo>
                    <a:pt x="204201" y="6818"/>
                  </a:lnTo>
                  <a:cubicBezTo>
                    <a:pt x="204201" y="3067"/>
                    <a:pt x="201167" y="1"/>
                    <a:pt x="197416" y="1"/>
                  </a:cubicBezTo>
                  <a:lnTo>
                    <a:pt x="170178" y="1"/>
                  </a:lnTo>
                  <a:cubicBezTo>
                    <a:pt x="166427" y="1"/>
                    <a:pt x="163361" y="3067"/>
                    <a:pt x="163361" y="6818"/>
                  </a:cubicBezTo>
                  <a:lnTo>
                    <a:pt x="163361" y="27238"/>
                  </a:lnTo>
                  <a:lnTo>
                    <a:pt x="149758" y="27238"/>
                  </a:lnTo>
                  <a:lnTo>
                    <a:pt x="149758" y="6818"/>
                  </a:lnTo>
                  <a:cubicBezTo>
                    <a:pt x="149758" y="3067"/>
                    <a:pt x="146692" y="1"/>
                    <a:pt x="142941" y="1"/>
                  </a:cubicBezTo>
                  <a:lnTo>
                    <a:pt x="115703" y="1"/>
                  </a:lnTo>
                  <a:cubicBezTo>
                    <a:pt x="111952" y="1"/>
                    <a:pt x="108918" y="3067"/>
                    <a:pt x="108918" y="6818"/>
                  </a:cubicBezTo>
                  <a:lnTo>
                    <a:pt x="108918" y="27238"/>
                  </a:lnTo>
                  <a:lnTo>
                    <a:pt x="95283" y="27238"/>
                  </a:lnTo>
                  <a:lnTo>
                    <a:pt x="95283" y="6818"/>
                  </a:lnTo>
                  <a:cubicBezTo>
                    <a:pt x="95283" y="3067"/>
                    <a:pt x="92249" y="1"/>
                    <a:pt x="88498" y="1"/>
                  </a:cubicBezTo>
                  <a:lnTo>
                    <a:pt x="61260" y="1"/>
                  </a:lnTo>
                  <a:cubicBezTo>
                    <a:pt x="57509" y="1"/>
                    <a:pt x="54443" y="3067"/>
                    <a:pt x="54443" y="6818"/>
                  </a:cubicBezTo>
                  <a:lnTo>
                    <a:pt x="54443" y="27238"/>
                  </a:lnTo>
                  <a:lnTo>
                    <a:pt x="40840" y="27238"/>
                  </a:lnTo>
                  <a:lnTo>
                    <a:pt x="40840" y="6818"/>
                  </a:lnTo>
                  <a:cubicBezTo>
                    <a:pt x="40840" y="3067"/>
                    <a:pt x="37774" y="1"/>
                    <a:pt x="340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62"/>
            <p:cNvSpPr/>
            <p:nvPr/>
          </p:nvSpPr>
          <p:spPr>
            <a:xfrm>
              <a:off x="3800200" y="2053400"/>
              <a:ext cx="2552525" cy="3403925"/>
            </a:xfrm>
            <a:custGeom>
              <a:avLst/>
              <a:gdLst/>
              <a:ahLst/>
              <a:cxnLst/>
              <a:rect l="l" t="t" r="r" b="b"/>
              <a:pathLst>
                <a:path w="102101" h="136157" extrusionOk="0">
                  <a:moveTo>
                    <a:pt x="13603" y="1"/>
                  </a:moveTo>
                  <a:cubicBezTo>
                    <a:pt x="9852" y="1"/>
                    <a:pt x="6818" y="3067"/>
                    <a:pt x="6818" y="6818"/>
                  </a:cubicBezTo>
                  <a:lnTo>
                    <a:pt x="6818" y="27238"/>
                  </a:lnTo>
                  <a:lnTo>
                    <a:pt x="1" y="27238"/>
                  </a:lnTo>
                  <a:lnTo>
                    <a:pt x="1" y="136156"/>
                  </a:lnTo>
                  <a:lnTo>
                    <a:pt x="95316" y="136156"/>
                  </a:lnTo>
                  <a:cubicBezTo>
                    <a:pt x="99067" y="136156"/>
                    <a:pt x="102101" y="133122"/>
                    <a:pt x="102101" y="129339"/>
                  </a:cubicBezTo>
                  <a:lnTo>
                    <a:pt x="102101" y="6818"/>
                  </a:lnTo>
                  <a:cubicBezTo>
                    <a:pt x="102101" y="3067"/>
                    <a:pt x="99067" y="1"/>
                    <a:pt x="95316" y="1"/>
                  </a:cubicBezTo>
                  <a:lnTo>
                    <a:pt x="68078" y="1"/>
                  </a:lnTo>
                  <a:cubicBezTo>
                    <a:pt x="64327" y="1"/>
                    <a:pt x="61261" y="3067"/>
                    <a:pt x="61261" y="6818"/>
                  </a:cubicBezTo>
                  <a:lnTo>
                    <a:pt x="61261" y="27238"/>
                  </a:lnTo>
                  <a:lnTo>
                    <a:pt x="47658" y="27238"/>
                  </a:lnTo>
                  <a:lnTo>
                    <a:pt x="47658" y="6818"/>
                  </a:lnTo>
                  <a:cubicBezTo>
                    <a:pt x="47658" y="3067"/>
                    <a:pt x="44592" y="1"/>
                    <a:pt x="408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62"/>
            <p:cNvSpPr/>
            <p:nvPr/>
          </p:nvSpPr>
          <p:spPr>
            <a:xfrm>
              <a:off x="2595725" y="238325"/>
              <a:ext cx="2409000" cy="1361700"/>
            </a:xfrm>
            <a:custGeom>
              <a:avLst/>
              <a:gdLst/>
              <a:ahLst/>
              <a:cxnLst/>
              <a:rect l="l" t="t" r="r" b="b"/>
              <a:pathLst>
                <a:path w="96360" h="54468" extrusionOk="0">
                  <a:moveTo>
                    <a:pt x="48180" y="0"/>
                  </a:moveTo>
                  <a:cubicBezTo>
                    <a:pt x="46434" y="0"/>
                    <a:pt x="44689" y="661"/>
                    <a:pt x="43352" y="1982"/>
                  </a:cubicBezTo>
                  <a:lnTo>
                    <a:pt x="2512" y="42822"/>
                  </a:lnTo>
                  <a:cubicBezTo>
                    <a:pt x="587" y="44779"/>
                    <a:pt x="0" y="47715"/>
                    <a:pt x="1044" y="50259"/>
                  </a:cubicBezTo>
                  <a:cubicBezTo>
                    <a:pt x="2088" y="52804"/>
                    <a:pt x="4567" y="54467"/>
                    <a:pt x="7339" y="54467"/>
                  </a:cubicBezTo>
                  <a:lnTo>
                    <a:pt x="89020" y="54467"/>
                  </a:lnTo>
                  <a:cubicBezTo>
                    <a:pt x="91792" y="54467"/>
                    <a:pt x="94271" y="52804"/>
                    <a:pt x="95315" y="50259"/>
                  </a:cubicBezTo>
                  <a:cubicBezTo>
                    <a:pt x="96359" y="47715"/>
                    <a:pt x="95772" y="44779"/>
                    <a:pt x="93847" y="42822"/>
                  </a:cubicBezTo>
                  <a:lnTo>
                    <a:pt x="53007" y="1982"/>
                  </a:lnTo>
                  <a:cubicBezTo>
                    <a:pt x="51670" y="661"/>
                    <a:pt x="49925" y="0"/>
                    <a:pt x="48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62"/>
            <p:cNvSpPr/>
            <p:nvPr/>
          </p:nvSpPr>
          <p:spPr>
            <a:xfrm>
              <a:off x="1927825" y="3415275"/>
              <a:ext cx="1021850" cy="1361100"/>
            </a:xfrm>
            <a:custGeom>
              <a:avLst/>
              <a:gdLst/>
              <a:ahLst/>
              <a:cxnLst/>
              <a:rect l="l" t="t" r="r" b="b"/>
              <a:pathLst>
                <a:path w="40874" h="54444" extrusionOk="0">
                  <a:moveTo>
                    <a:pt x="20420" y="1"/>
                  </a:moveTo>
                  <a:cubicBezTo>
                    <a:pt x="9167" y="1"/>
                    <a:pt x="0" y="9167"/>
                    <a:pt x="0" y="20421"/>
                  </a:cubicBezTo>
                  <a:lnTo>
                    <a:pt x="0" y="47659"/>
                  </a:lnTo>
                  <a:cubicBezTo>
                    <a:pt x="0" y="51410"/>
                    <a:pt x="3067" y="54444"/>
                    <a:pt x="6818" y="54444"/>
                  </a:cubicBezTo>
                  <a:lnTo>
                    <a:pt x="34055" y="54444"/>
                  </a:lnTo>
                  <a:cubicBezTo>
                    <a:pt x="37807" y="54444"/>
                    <a:pt x="40873" y="51410"/>
                    <a:pt x="40873" y="47659"/>
                  </a:cubicBezTo>
                  <a:lnTo>
                    <a:pt x="40873" y="20421"/>
                  </a:lnTo>
                  <a:cubicBezTo>
                    <a:pt x="40873" y="9167"/>
                    <a:pt x="31707" y="1"/>
                    <a:pt x="2042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62"/>
            <p:cNvSpPr/>
            <p:nvPr/>
          </p:nvSpPr>
          <p:spPr>
            <a:xfrm>
              <a:off x="4650775" y="3415275"/>
              <a:ext cx="1021825" cy="1361100"/>
            </a:xfrm>
            <a:custGeom>
              <a:avLst/>
              <a:gdLst/>
              <a:ahLst/>
              <a:cxnLst/>
              <a:rect l="l" t="t" r="r" b="b"/>
              <a:pathLst>
                <a:path w="40873" h="54444" extrusionOk="0">
                  <a:moveTo>
                    <a:pt x="20453" y="1"/>
                  </a:moveTo>
                  <a:cubicBezTo>
                    <a:pt x="9166" y="1"/>
                    <a:pt x="0" y="9167"/>
                    <a:pt x="0" y="20421"/>
                  </a:cubicBezTo>
                  <a:lnTo>
                    <a:pt x="0" y="47659"/>
                  </a:lnTo>
                  <a:cubicBezTo>
                    <a:pt x="0" y="51410"/>
                    <a:pt x="3066" y="54444"/>
                    <a:pt x="6818" y="54444"/>
                  </a:cubicBezTo>
                  <a:lnTo>
                    <a:pt x="34055" y="54444"/>
                  </a:lnTo>
                  <a:cubicBezTo>
                    <a:pt x="37807" y="54444"/>
                    <a:pt x="40873" y="51410"/>
                    <a:pt x="40873" y="47659"/>
                  </a:cubicBezTo>
                  <a:lnTo>
                    <a:pt x="40873" y="20421"/>
                  </a:lnTo>
                  <a:cubicBezTo>
                    <a:pt x="40873" y="9167"/>
                    <a:pt x="31707" y="1"/>
                    <a:pt x="2045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62"/>
            <p:cNvSpPr/>
            <p:nvPr/>
          </p:nvSpPr>
          <p:spPr>
            <a:xfrm>
              <a:off x="3289700" y="3415275"/>
              <a:ext cx="1021025" cy="2042050"/>
            </a:xfrm>
            <a:custGeom>
              <a:avLst/>
              <a:gdLst/>
              <a:ahLst/>
              <a:cxnLst/>
              <a:rect l="l" t="t" r="r" b="b"/>
              <a:pathLst>
                <a:path w="40841" h="81682" extrusionOk="0">
                  <a:moveTo>
                    <a:pt x="20421" y="1"/>
                  </a:moveTo>
                  <a:cubicBezTo>
                    <a:pt x="9134" y="1"/>
                    <a:pt x="1" y="9135"/>
                    <a:pt x="1" y="20421"/>
                  </a:cubicBezTo>
                  <a:lnTo>
                    <a:pt x="1" y="81681"/>
                  </a:lnTo>
                  <a:lnTo>
                    <a:pt x="40841" y="81681"/>
                  </a:lnTo>
                  <a:lnTo>
                    <a:pt x="40841" y="20421"/>
                  </a:lnTo>
                  <a:cubicBezTo>
                    <a:pt x="40841" y="9135"/>
                    <a:pt x="31707" y="1"/>
                    <a:pt x="204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62"/>
            <p:cNvSpPr/>
            <p:nvPr/>
          </p:nvSpPr>
          <p:spPr>
            <a:xfrm>
              <a:off x="3800200" y="3415275"/>
              <a:ext cx="510525" cy="2042050"/>
            </a:xfrm>
            <a:custGeom>
              <a:avLst/>
              <a:gdLst/>
              <a:ahLst/>
              <a:cxnLst/>
              <a:rect l="l" t="t" r="r" b="b"/>
              <a:pathLst>
                <a:path w="20421" h="81682" extrusionOk="0">
                  <a:moveTo>
                    <a:pt x="1" y="1"/>
                  </a:moveTo>
                  <a:lnTo>
                    <a:pt x="1" y="81681"/>
                  </a:lnTo>
                  <a:lnTo>
                    <a:pt x="20421" y="81681"/>
                  </a:lnTo>
                  <a:lnTo>
                    <a:pt x="20421" y="20421"/>
                  </a:lnTo>
                  <a:cubicBezTo>
                    <a:pt x="20421" y="9135"/>
                    <a:pt x="11287" y="1"/>
                    <a:pt x="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62"/>
            <p:cNvSpPr/>
            <p:nvPr/>
          </p:nvSpPr>
          <p:spPr>
            <a:xfrm>
              <a:off x="3800200" y="238125"/>
              <a:ext cx="1204525" cy="1361900"/>
            </a:xfrm>
            <a:custGeom>
              <a:avLst/>
              <a:gdLst/>
              <a:ahLst/>
              <a:cxnLst/>
              <a:rect l="l" t="t" r="r" b="b"/>
              <a:pathLst>
                <a:path w="48181" h="54476" extrusionOk="0">
                  <a:moveTo>
                    <a:pt x="1" y="0"/>
                  </a:moveTo>
                  <a:lnTo>
                    <a:pt x="1" y="54475"/>
                  </a:lnTo>
                  <a:lnTo>
                    <a:pt x="40841" y="54475"/>
                  </a:lnTo>
                  <a:cubicBezTo>
                    <a:pt x="43613" y="54475"/>
                    <a:pt x="46092" y="52812"/>
                    <a:pt x="47136" y="50267"/>
                  </a:cubicBezTo>
                  <a:cubicBezTo>
                    <a:pt x="48180" y="47723"/>
                    <a:pt x="47593" y="44787"/>
                    <a:pt x="45668" y="42830"/>
                  </a:cubicBezTo>
                  <a:lnTo>
                    <a:pt x="4828" y="1990"/>
                  </a:lnTo>
                  <a:cubicBezTo>
                    <a:pt x="3491" y="652"/>
                    <a:pt x="1729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4" name="Google Shape;1594;p62"/>
          <p:cNvGrpSpPr/>
          <p:nvPr/>
        </p:nvGrpSpPr>
        <p:grpSpPr>
          <a:xfrm>
            <a:off x="3131845" y="2467144"/>
            <a:ext cx="687126" cy="659735"/>
            <a:chOff x="1140050" y="238100"/>
            <a:chExt cx="5436125" cy="5219425"/>
          </a:xfrm>
        </p:grpSpPr>
        <p:sp>
          <p:nvSpPr>
            <p:cNvPr id="1595" name="Google Shape;1595;p62"/>
            <p:cNvSpPr/>
            <p:nvPr/>
          </p:nvSpPr>
          <p:spPr>
            <a:xfrm>
              <a:off x="1140050" y="4014675"/>
              <a:ext cx="1493200" cy="1442850"/>
            </a:xfrm>
            <a:custGeom>
              <a:avLst/>
              <a:gdLst/>
              <a:ahLst/>
              <a:cxnLst/>
              <a:rect l="l" t="t" r="r" b="b"/>
              <a:pathLst>
                <a:path w="59728" h="57714" extrusionOk="0">
                  <a:moveTo>
                    <a:pt x="20975" y="1"/>
                  </a:moveTo>
                  <a:lnTo>
                    <a:pt x="8058" y="12918"/>
                  </a:lnTo>
                  <a:cubicBezTo>
                    <a:pt x="1" y="20943"/>
                    <a:pt x="1" y="33958"/>
                    <a:pt x="8058" y="41982"/>
                  </a:cubicBezTo>
                  <a:lnTo>
                    <a:pt x="17746" y="51670"/>
                  </a:lnTo>
                  <a:cubicBezTo>
                    <a:pt x="21758" y="55699"/>
                    <a:pt x="27018" y="57713"/>
                    <a:pt x="32278" y="57713"/>
                  </a:cubicBezTo>
                  <a:cubicBezTo>
                    <a:pt x="37538" y="57713"/>
                    <a:pt x="42798" y="55699"/>
                    <a:pt x="46810" y="51670"/>
                  </a:cubicBezTo>
                  <a:lnTo>
                    <a:pt x="59728" y="38753"/>
                  </a:lnTo>
                  <a:lnTo>
                    <a:pt x="2097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62"/>
            <p:cNvSpPr/>
            <p:nvPr/>
          </p:nvSpPr>
          <p:spPr>
            <a:xfrm>
              <a:off x="1462175" y="4499075"/>
              <a:ext cx="1171075" cy="958450"/>
            </a:xfrm>
            <a:custGeom>
              <a:avLst/>
              <a:gdLst/>
              <a:ahLst/>
              <a:cxnLst/>
              <a:rect l="l" t="t" r="r" b="b"/>
              <a:pathLst>
                <a:path w="46843" h="38338" extrusionOk="0">
                  <a:moveTo>
                    <a:pt x="27466" y="1"/>
                  </a:moveTo>
                  <a:lnTo>
                    <a:pt x="0" y="27467"/>
                  </a:lnTo>
                  <a:lnTo>
                    <a:pt x="4861" y="32294"/>
                  </a:lnTo>
                  <a:cubicBezTo>
                    <a:pt x="8873" y="36323"/>
                    <a:pt x="14133" y="38337"/>
                    <a:pt x="19393" y="38337"/>
                  </a:cubicBezTo>
                  <a:cubicBezTo>
                    <a:pt x="24653" y="38337"/>
                    <a:pt x="29913" y="36323"/>
                    <a:pt x="33925" y="32294"/>
                  </a:cubicBezTo>
                  <a:lnTo>
                    <a:pt x="46843" y="19377"/>
                  </a:lnTo>
                  <a:lnTo>
                    <a:pt x="274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62"/>
            <p:cNvSpPr/>
            <p:nvPr/>
          </p:nvSpPr>
          <p:spPr>
            <a:xfrm>
              <a:off x="1661975" y="3611000"/>
              <a:ext cx="1374950" cy="1376600"/>
            </a:xfrm>
            <a:custGeom>
              <a:avLst/>
              <a:gdLst/>
              <a:ahLst/>
              <a:cxnLst/>
              <a:rect l="l" t="t" r="r" b="b"/>
              <a:pathLst>
                <a:path w="54998" h="55064" extrusionOk="0">
                  <a:moveTo>
                    <a:pt x="16245" y="1"/>
                  </a:moveTo>
                  <a:lnTo>
                    <a:pt x="98" y="16148"/>
                  </a:lnTo>
                  <a:lnTo>
                    <a:pt x="0" y="22508"/>
                  </a:lnTo>
                  <a:lnTo>
                    <a:pt x="32522" y="55063"/>
                  </a:lnTo>
                  <a:lnTo>
                    <a:pt x="38851" y="54900"/>
                  </a:lnTo>
                  <a:lnTo>
                    <a:pt x="54997" y="38753"/>
                  </a:lnTo>
                  <a:lnTo>
                    <a:pt x="1624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62"/>
            <p:cNvSpPr/>
            <p:nvPr/>
          </p:nvSpPr>
          <p:spPr>
            <a:xfrm>
              <a:off x="2068075" y="4095400"/>
              <a:ext cx="968850" cy="892200"/>
            </a:xfrm>
            <a:custGeom>
              <a:avLst/>
              <a:gdLst/>
              <a:ahLst/>
              <a:cxnLst/>
              <a:rect l="l" t="t" r="r" b="b"/>
              <a:pathLst>
                <a:path w="38754" h="35688" extrusionOk="0">
                  <a:moveTo>
                    <a:pt x="19377" y="1"/>
                  </a:moveTo>
                  <a:lnTo>
                    <a:pt x="1" y="19377"/>
                  </a:lnTo>
                  <a:lnTo>
                    <a:pt x="16278" y="35687"/>
                  </a:lnTo>
                  <a:lnTo>
                    <a:pt x="22607" y="35524"/>
                  </a:lnTo>
                  <a:lnTo>
                    <a:pt x="38753" y="19377"/>
                  </a:lnTo>
                  <a:lnTo>
                    <a:pt x="1937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62"/>
            <p:cNvSpPr/>
            <p:nvPr/>
          </p:nvSpPr>
          <p:spPr>
            <a:xfrm>
              <a:off x="2547600" y="238100"/>
              <a:ext cx="4028575" cy="3862225"/>
            </a:xfrm>
            <a:custGeom>
              <a:avLst/>
              <a:gdLst/>
              <a:ahLst/>
              <a:cxnLst/>
              <a:rect l="l" t="t" r="r" b="b"/>
              <a:pathLst>
                <a:path w="161143" h="154489" extrusionOk="0">
                  <a:moveTo>
                    <a:pt x="141906" y="1"/>
                  </a:moveTo>
                  <a:cubicBezTo>
                    <a:pt x="122575" y="1"/>
                    <a:pt x="85014" y="12389"/>
                    <a:pt x="83018" y="13571"/>
                  </a:cubicBezTo>
                  <a:cubicBezTo>
                    <a:pt x="81746" y="14354"/>
                    <a:pt x="78288" y="16441"/>
                    <a:pt x="38166" y="66317"/>
                  </a:cubicBezTo>
                  <a:cubicBezTo>
                    <a:pt x="13440" y="97078"/>
                    <a:pt x="3784" y="109571"/>
                    <a:pt x="0" y="115345"/>
                  </a:cubicBezTo>
                  <a:lnTo>
                    <a:pt x="39144" y="154489"/>
                  </a:lnTo>
                  <a:cubicBezTo>
                    <a:pt x="44918" y="150705"/>
                    <a:pt x="57444" y="141017"/>
                    <a:pt x="88172" y="116323"/>
                  </a:cubicBezTo>
                  <a:cubicBezTo>
                    <a:pt x="138048" y="76201"/>
                    <a:pt x="140103" y="72776"/>
                    <a:pt x="140918" y="71471"/>
                  </a:cubicBezTo>
                  <a:cubicBezTo>
                    <a:pt x="142386" y="68992"/>
                    <a:pt x="161143" y="11646"/>
                    <a:pt x="151976" y="2513"/>
                  </a:cubicBezTo>
                  <a:cubicBezTo>
                    <a:pt x="150196" y="726"/>
                    <a:pt x="146585" y="1"/>
                    <a:pt x="141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62"/>
            <p:cNvSpPr/>
            <p:nvPr/>
          </p:nvSpPr>
          <p:spPr>
            <a:xfrm>
              <a:off x="3036900" y="300900"/>
              <a:ext cx="3539275" cy="3799425"/>
            </a:xfrm>
            <a:custGeom>
              <a:avLst/>
              <a:gdLst/>
              <a:ahLst/>
              <a:cxnLst/>
              <a:rect l="l" t="t" r="r" b="b"/>
              <a:pathLst>
                <a:path w="141571" h="151977" extrusionOk="0">
                  <a:moveTo>
                    <a:pt x="132404" y="1"/>
                  </a:moveTo>
                  <a:lnTo>
                    <a:pt x="0" y="132405"/>
                  </a:lnTo>
                  <a:lnTo>
                    <a:pt x="0" y="132405"/>
                  </a:lnTo>
                  <a:lnTo>
                    <a:pt x="19572" y="151977"/>
                  </a:lnTo>
                  <a:cubicBezTo>
                    <a:pt x="25346" y="148193"/>
                    <a:pt x="37872" y="138505"/>
                    <a:pt x="68600" y="113811"/>
                  </a:cubicBezTo>
                  <a:cubicBezTo>
                    <a:pt x="118476" y="73689"/>
                    <a:pt x="120531" y="70264"/>
                    <a:pt x="121346" y="68959"/>
                  </a:cubicBezTo>
                  <a:cubicBezTo>
                    <a:pt x="122814" y="66480"/>
                    <a:pt x="141571" y="9134"/>
                    <a:pt x="13240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62"/>
            <p:cNvSpPr/>
            <p:nvPr/>
          </p:nvSpPr>
          <p:spPr>
            <a:xfrm>
              <a:off x="1422225" y="4014675"/>
              <a:ext cx="1211025" cy="1211050"/>
            </a:xfrm>
            <a:custGeom>
              <a:avLst/>
              <a:gdLst/>
              <a:ahLst/>
              <a:cxnLst/>
              <a:rect l="l" t="t" r="r" b="b"/>
              <a:pathLst>
                <a:path w="48441" h="48442" extrusionOk="0">
                  <a:moveTo>
                    <a:pt x="9688" y="1"/>
                  </a:moveTo>
                  <a:lnTo>
                    <a:pt x="0" y="9689"/>
                  </a:lnTo>
                  <a:lnTo>
                    <a:pt x="38752" y="48441"/>
                  </a:lnTo>
                  <a:lnTo>
                    <a:pt x="48441" y="38753"/>
                  </a:lnTo>
                  <a:lnTo>
                    <a:pt x="96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62"/>
            <p:cNvSpPr/>
            <p:nvPr/>
          </p:nvSpPr>
          <p:spPr>
            <a:xfrm>
              <a:off x="1906625" y="4499075"/>
              <a:ext cx="726625" cy="726650"/>
            </a:xfrm>
            <a:custGeom>
              <a:avLst/>
              <a:gdLst/>
              <a:ahLst/>
              <a:cxnLst/>
              <a:rect l="l" t="t" r="r" b="b"/>
              <a:pathLst>
                <a:path w="29065" h="29066" extrusionOk="0">
                  <a:moveTo>
                    <a:pt x="9688" y="1"/>
                  </a:moveTo>
                  <a:lnTo>
                    <a:pt x="0" y="9689"/>
                  </a:lnTo>
                  <a:lnTo>
                    <a:pt x="19376" y="29065"/>
                  </a:lnTo>
                  <a:lnTo>
                    <a:pt x="29065" y="19377"/>
                  </a:lnTo>
                  <a:lnTo>
                    <a:pt x="96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62"/>
            <p:cNvSpPr/>
            <p:nvPr/>
          </p:nvSpPr>
          <p:spPr>
            <a:xfrm>
              <a:off x="1625275" y="2733950"/>
              <a:ext cx="2338875" cy="2238550"/>
            </a:xfrm>
            <a:custGeom>
              <a:avLst/>
              <a:gdLst/>
              <a:ahLst/>
              <a:cxnLst/>
              <a:rect l="l" t="t" r="r" b="b"/>
              <a:pathLst>
                <a:path w="93555" h="89542" extrusionOk="0">
                  <a:moveTo>
                    <a:pt x="22557" y="0"/>
                  </a:moveTo>
                  <a:cubicBezTo>
                    <a:pt x="17297" y="0"/>
                    <a:pt x="12037" y="2006"/>
                    <a:pt x="8025" y="6018"/>
                  </a:cubicBezTo>
                  <a:cubicBezTo>
                    <a:pt x="0" y="14043"/>
                    <a:pt x="0" y="27058"/>
                    <a:pt x="8025" y="35083"/>
                  </a:cubicBezTo>
                  <a:lnTo>
                    <a:pt x="56465" y="83523"/>
                  </a:lnTo>
                  <a:cubicBezTo>
                    <a:pt x="60478" y="87536"/>
                    <a:pt x="65738" y="89542"/>
                    <a:pt x="70998" y="89542"/>
                  </a:cubicBezTo>
                  <a:cubicBezTo>
                    <a:pt x="76257" y="89542"/>
                    <a:pt x="81517" y="87536"/>
                    <a:pt x="85530" y="83523"/>
                  </a:cubicBezTo>
                  <a:cubicBezTo>
                    <a:pt x="93554" y="75499"/>
                    <a:pt x="93554" y="62483"/>
                    <a:pt x="85530" y="54459"/>
                  </a:cubicBezTo>
                  <a:lnTo>
                    <a:pt x="37089" y="6018"/>
                  </a:lnTo>
                  <a:cubicBezTo>
                    <a:pt x="33077" y="2006"/>
                    <a:pt x="27817" y="0"/>
                    <a:pt x="225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62"/>
            <p:cNvSpPr/>
            <p:nvPr/>
          </p:nvSpPr>
          <p:spPr>
            <a:xfrm>
              <a:off x="2430975" y="3490325"/>
              <a:ext cx="1533175" cy="1482175"/>
            </a:xfrm>
            <a:custGeom>
              <a:avLst/>
              <a:gdLst/>
              <a:ahLst/>
              <a:cxnLst/>
              <a:rect l="l" t="t" r="r" b="b"/>
              <a:pathLst>
                <a:path w="61327" h="59287" extrusionOk="0">
                  <a:moveTo>
                    <a:pt x="29065" y="0"/>
                  </a:moveTo>
                  <a:lnTo>
                    <a:pt x="1" y="29064"/>
                  </a:lnTo>
                  <a:lnTo>
                    <a:pt x="24237" y="53268"/>
                  </a:lnTo>
                  <a:cubicBezTo>
                    <a:pt x="28250" y="57281"/>
                    <a:pt x="33510" y="59287"/>
                    <a:pt x="38770" y="59287"/>
                  </a:cubicBezTo>
                  <a:cubicBezTo>
                    <a:pt x="44029" y="59287"/>
                    <a:pt x="49289" y="57281"/>
                    <a:pt x="53302" y="53268"/>
                  </a:cubicBezTo>
                  <a:cubicBezTo>
                    <a:pt x="61326" y="45244"/>
                    <a:pt x="61326" y="32228"/>
                    <a:pt x="53302" y="24204"/>
                  </a:cubicBezTo>
                  <a:lnTo>
                    <a:pt x="2906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5" name="Google Shape;1605;p62"/>
          <p:cNvGrpSpPr/>
          <p:nvPr/>
        </p:nvGrpSpPr>
        <p:grpSpPr>
          <a:xfrm>
            <a:off x="4856150" y="3663097"/>
            <a:ext cx="412283" cy="702504"/>
            <a:chOff x="2268700" y="238125"/>
            <a:chExt cx="3063025" cy="5219200"/>
          </a:xfrm>
        </p:grpSpPr>
        <p:sp>
          <p:nvSpPr>
            <p:cNvPr id="1606" name="Google Shape;1606;p62"/>
            <p:cNvSpPr/>
            <p:nvPr/>
          </p:nvSpPr>
          <p:spPr>
            <a:xfrm>
              <a:off x="2949650" y="238125"/>
              <a:ext cx="1701150" cy="1701950"/>
            </a:xfrm>
            <a:custGeom>
              <a:avLst/>
              <a:gdLst/>
              <a:ahLst/>
              <a:cxnLst/>
              <a:rect l="l" t="t" r="r" b="b"/>
              <a:pathLst>
                <a:path w="68046" h="68078" extrusionOk="0">
                  <a:moveTo>
                    <a:pt x="34023" y="0"/>
                  </a:moveTo>
                  <a:cubicBezTo>
                    <a:pt x="15266" y="0"/>
                    <a:pt x="0" y="15266"/>
                    <a:pt x="0" y="34023"/>
                  </a:cubicBezTo>
                  <a:cubicBezTo>
                    <a:pt x="0" y="52812"/>
                    <a:pt x="15266" y="68078"/>
                    <a:pt x="34023" y="68078"/>
                  </a:cubicBezTo>
                  <a:cubicBezTo>
                    <a:pt x="52779" y="68078"/>
                    <a:pt x="68045" y="52812"/>
                    <a:pt x="68045" y="34023"/>
                  </a:cubicBezTo>
                  <a:cubicBezTo>
                    <a:pt x="68045" y="15266"/>
                    <a:pt x="52779" y="0"/>
                    <a:pt x="340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62"/>
            <p:cNvSpPr/>
            <p:nvPr/>
          </p:nvSpPr>
          <p:spPr>
            <a:xfrm>
              <a:off x="3800200" y="238125"/>
              <a:ext cx="850600" cy="1701950"/>
            </a:xfrm>
            <a:custGeom>
              <a:avLst/>
              <a:gdLst/>
              <a:ahLst/>
              <a:cxnLst/>
              <a:rect l="l" t="t" r="r" b="b"/>
              <a:pathLst>
                <a:path w="34024" h="68078" extrusionOk="0">
                  <a:moveTo>
                    <a:pt x="1" y="0"/>
                  </a:moveTo>
                  <a:lnTo>
                    <a:pt x="1" y="68078"/>
                  </a:lnTo>
                  <a:cubicBezTo>
                    <a:pt x="18757" y="68078"/>
                    <a:pt x="34023" y="52812"/>
                    <a:pt x="34023" y="34023"/>
                  </a:cubicBezTo>
                  <a:cubicBezTo>
                    <a:pt x="34023" y="15266"/>
                    <a:pt x="18757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62"/>
            <p:cNvSpPr/>
            <p:nvPr/>
          </p:nvSpPr>
          <p:spPr>
            <a:xfrm>
              <a:off x="2855050" y="2280125"/>
              <a:ext cx="1876475" cy="1361900"/>
            </a:xfrm>
            <a:custGeom>
              <a:avLst/>
              <a:gdLst/>
              <a:ahLst/>
              <a:cxnLst/>
              <a:rect l="l" t="t" r="r" b="b"/>
              <a:pathLst>
                <a:path w="75059" h="54476" extrusionOk="0">
                  <a:moveTo>
                    <a:pt x="5154" y="0"/>
                  </a:moveTo>
                  <a:cubicBezTo>
                    <a:pt x="4632" y="1044"/>
                    <a:pt x="4306" y="2186"/>
                    <a:pt x="4339" y="3425"/>
                  </a:cubicBezTo>
                  <a:cubicBezTo>
                    <a:pt x="4828" y="15266"/>
                    <a:pt x="4110" y="28086"/>
                    <a:pt x="2316" y="40873"/>
                  </a:cubicBezTo>
                  <a:cubicBezTo>
                    <a:pt x="1696" y="45440"/>
                    <a:pt x="914" y="49974"/>
                    <a:pt x="0" y="54475"/>
                  </a:cubicBezTo>
                  <a:lnTo>
                    <a:pt x="75058" y="54475"/>
                  </a:lnTo>
                  <a:cubicBezTo>
                    <a:pt x="74112" y="49974"/>
                    <a:pt x="73362" y="45440"/>
                    <a:pt x="72710" y="40873"/>
                  </a:cubicBezTo>
                  <a:cubicBezTo>
                    <a:pt x="70948" y="28086"/>
                    <a:pt x="70198" y="15266"/>
                    <a:pt x="70687" y="3425"/>
                  </a:cubicBezTo>
                  <a:cubicBezTo>
                    <a:pt x="70753" y="2186"/>
                    <a:pt x="70459" y="1044"/>
                    <a:pt x="699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62"/>
            <p:cNvSpPr/>
            <p:nvPr/>
          </p:nvSpPr>
          <p:spPr>
            <a:xfrm>
              <a:off x="3800200" y="2280125"/>
              <a:ext cx="931325" cy="1361900"/>
            </a:xfrm>
            <a:custGeom>
              <a:avLst/>
              <a:gdLst/>
              <a:ahLst/>
              <a:cxnLst/>
              <a:rect l="l" t="t" r="r" b="b"/>
              <a:pathLst>
                <a:path w="37253" h="54476" extrusionOk="0">
                  <a:moveTo>
                    <a:pt x="1" y="0"/>
                  </a:moveTo>
                  <a:lnTo>
                    <a:pt x="1" y="54475"/>
                  </a:lnTo>
                  <a:lnTo>
                    <a:pt x="37252" y="54475"/>
                  </a:lnTo>
                  <a:cubicBezTo>
                    <a:pt x="36306" y="49974"/>
                    <a:pt x="35556" y="45440"/>
                    <a:pt x="34904" y="40873"/>
                  </a:cubicBezTo>
                  <a:cubicBezTo>
                    <a:pt x="33142" y="28086"/>
                    <a:pt x="32392" y="15266"/>
                    <a:pt x="32881" y="3425"/>
                  </a:cubicBezTo>
                  <a:cubicBezTo>
                    <a:pt x="32947" y="2186"/>
                    <a:pt x="32653" y="1044"/>
                    <a:pt x="320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62"/>
            <p:cNvSpPr/>
            <p:nvPr/>
          </p:nvSpPr>
          <p:spPr>
            <a:xfrm>
              <a:off x="2585925" y="3301925"/>
              <a:ext cx="2414700" cy="1348050"/>
            </a:xfrm>
            <a:custGeom>
              <a:avLst/>
              <a:gdLst/>
              <a:ahLst/>
              <a:cxnLst/>
              <a:rect l="l" t="t" r="r" b="b"/>
              <a:pathLst>
                <a:path w="96588" h="53922" extrusionOk="0">
                  <a:moveTo>
                    <a:pt x="13081" y="1"/>
                  </a:moveTo>
                  <a:cubicBezTo>
                    <a:pt x="12461" y="4568"/>
                    <a:pt x="11679" y="9102"/>
                    <a:pt x="10765" y="13603"/>
                  </a:cubicBezTo>
                  <a:cubicBezTo>
                    <a:pt x="8482" y="24661"/>
                    <a:pt x="5383" y="35393"/>
                    <a:pt x="1436" y="45049"/>
                  </a:cubicBezTo>
                  <a:cubicBezTo>
                    <a:pt x="1" y="48539"/>
                    <a:pt x="1664" y="52519"/>
                    <a:pt x="5155" y="53921"/>
                  </a:cubicBezTo>
                  <a:lnTo>
                    <a:pt x="91434" y="53921"/>
                  </a:lnTo>
                  <a:cubicBezTo>
                    <a:pt x="94924" y="52519"/>
                    <a:pt x="96588" y="48539"/>
                    <a:pt x="95153" y="45049"/>
                  </a:cubicBezTo>
                  <a:cubicBezTo>
                    <a:pt x="91173" y="35393"/>
                    <a:pt x="88074" y="24661"/>
                    <a:pt x="85823" y="13603"/>
                  </a:cubicBezTo>
                  <a:cubicBezTo>
                    <a:pt x="84877" y="9102"/>
                    <a:pt x="84127" y="4568"/>
                    <a:pt x="8347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62"/>
            <p:cNvSpPr/>
            <p:nvPr/>
          </p:nvSpPr>
          <p:spPr>
            <a:xfrm>
              <a:off x="3800200" y="3301925"/>
              <a:ext cx="1200425" cy="1348050"/>
            </a:xfrm>
            <a:custGeom>
              <a:avLst/>
              <a:gdLst/>
              <a:ahLst/>
              <a:cxnLst/>
              <a:rect l="l" t="t" r="r" b="b"/>
              <a:pathLst>
                <a:path w="48017" h="53922" extrusionOk="0">
                  <a:moveTo>
                    <a:pt x="1" y="1"/>
                  </a:moveTo>
                  <a:lnTo>
                    <a:pt x="1" y="53921"/>
                  </a:lnTo>
                  <a:lnTo>
                    <a:pt x="42863" y="53921"/>
                  </a:lnTo>
                  <a:cubicBezTo>
                    <a:pt x="46353" y="52519"/>
                    <a:pt x="48017" y="48539"/>
                    <a:pt x="46582" y="45049"/>
                  </a:cubicBezTo>
                  <a:cubicBezTo>
                    <a:pt x="42602" y="35393"/>
                    <a:pt x="39503" y="24661"/>
                    <a:pt x="37252" y="13603"/>
                  </a:cubicBezTo>
                  <a:cubicBezTo>
                    <a:pt x="36306" y="9102"/>
                    <a:pt x="35556" y="4568"/>
                    <a:pt x="349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62"/>
            <p:cNvSpPr/>
            <p:nvPr/>
          </p:nvSpPr>
          <p:spPr>
            <a:xfrm>
              <a:off x="2268700" y="4322925"/>
              <a:ext cx="3063025" cy="1134400"/>
            </a:xfrm>
            <a:custGeom>
              <a:avLst/>
              <a:gdLst/>
              <a:ahLst/>
              <a:cxnLst/>
              <a:rect l="l" t="t" r="r" b="b"/>
              <a:pathLst>
                <a:path w="122521" h="45376" extrusionOk="0">
                  <a:moveTo>
                    <a:pt x="20420" y="1"/>
                  </a:moveTo>
                  <a:cubicBezTo>
                    <a:pt x="9167" y="1"/>
                    <a:pt x="0" y="9167"/>
                    <a:pt x="0" y="20421"/>
                  </a:cubicBezTo>
                  <a:lnTo>
                    <a:pt x="0" y="38558"/>
                  </a:lnTo>
                  <a:cubicBezTo>
                    <a:pt x="0" y="42341"/>
                    <a:pt x="3034" y="45375"/>
                    <a:pt x="6785" y="45375"/>
                  </a:cubicBezTo>
                  <a:lnTo>
                    <a:pt x="115736" y="45375"/>
                  </a:lnTo>
                  <a:cubicBezTo>
                    <a:pt x="119487" y="45375"/>
                    <a:pt x="122521" y="42341"/>
                    <a:pt x="122521" y="38558"/>
                  </a:cubicBezTo>
                  <a:lnTo>
                    <a:pt x="122521" y="20421"/>
                  </a:lnTo>
                  <a:cubicBezTo>
                    <a:pt x="122521" y="9167"/>
                    <a:pt x="113354" y="1"/>
                    <a:pt x="102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62"/>
            <p:cNvSpPr/>
            <p:nvPr/>
          </p:nvSpPr>
          <p:spPr>
            <a:xfrm>
              <a:off x="3800200" y="4322925"/>
              <a:ext cx="1531525" cy="1134400"/>
            </a:xfrm>
            <a:custGeom>
              <a:avLst/>
              <a:gdLst/>
              <a:ahLst/>
              <a:cxnLst/>
              <a:rect l="l" t="t" r="r" b="b"/>
              <a:pathLst>
                <a:path w="61261" h="45376" extrusionOk="0">
                  <a:moveTo>
                    <a:pt x="1" y="1"/>
                  </a:moveTo>
                  <a:lnTo>
                    <a:pt x="1" y="45375"/>
                  </a:lnTo>
                  <a:lnTo>
                    <a:pt x="54476" y="45375"/>
                  </a:lnTo>
                  <a:cubicBezTo>
                    <a:pt x="58227" y="45375"/>
                    <a:pt x="61261" y="42341"/>
                    <a:pt x="61261" y="38558"/>
                  </a:cubicBezTo>
                  <a:lnTo>
                    <a:pt x="61261" y="20421"/>
                  </a:lnTo>
                  <a:cubicBezTo>
                    <a:pt x="61261" y="9167"/>
                    <a:pt x="52094" y="1"/>
                    <a:pt x="408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62"/>
            <p:cNvSpPr/>
            <p:nvPr/>
          </p:nvSpPr>
          <p:spPr>
            <a:xfrm>
              <a:off x="2608750" y="1826700"/>
              <a:ext cx="2382925" cy="794325"/>
            </a:xfrm>
            <a:custGeom>
              <a:avLst/>
              <a:gdLst/>
              <a:ahLst/>
              <a:cxnLst/>
              <a:rect l="l" t="t" r="r" b="b"/>
              <a:pathLst>
                <a:path w="95317" h="31773" extrusionOk="0">
                  <a:moveTo>
                    <a:pt x="15887" y="0"/>
                  </a:moveTo>
                  <a:cubicBezTo>
                    <a:pt x="7112" y="0"/>
                    <a:pt x="1" y="7112"/>
                    <a:pt x="1" y="15886"/>
                  </a:cubicBezTo>
                  <a:cubicBezTo>
                    <a:pt x="1" y="24661"/>
                    <a:pt x="7112" y="31772"/>
                    <a:pt x="15887" y="31772"/>
                  </a:cubicBezTo>
                  <a:lnTo>
                    <a:pt x="79430" y="31772"/>
                  </a:lnTo>
                  <a:cubicBezTo>
                    <a:pt x="88205" y="31772"/>
                    <a:pt x="95316" y="24661"/>
                    <a:pt x="95316" y="15886"/>
                  </a:cubicBezTo>
                  <a:cubicBezTo>
                    <a:pt x="95316" y="7112"/>
                    <a:pt x="88205" y="0"/>
                    <a:pt x="794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62"/>
            <p:cNvSpPr/>
            <p:nvPr/>
          </p:nvSpPr>
          <p:spPr>
            <a:xfrm>
              <a:off x="3800200" y="1826700"/>
              <a:ext cx="1191475" cy="794325"/>
            </a:xfrm>
            <a:custGeom>
              <a:avLst/>
              <a:gdLst/>
              <a:ahLst/>
              <a:cxnLst/>
              <a:rect l="l" t="t" r="r" b="b"/>
              <a:pathLst>
                <a:path w="47659" h="31773" extrusionOk="0">
                  <a:moveTo>
                    <a:pt x="1" y="0"/>
                  </a:moveTo>
                  <a:lnTo>
                    <a:pt x="1" y="31772"/>
                  </a:lnTo>
                  <a:lnTo>
                    <a:pt x="31772" y="31772"/>
                  </a:lnTo>
                  <a:cubicBezTo>
                    <a:pt x="40547" y="31772"/>
                    <a:pt x="47658" y="24661"/>
                    <a:pt x="47658" y="15886"/>
                  </a:cubicBezTo>
                  <a:cubicBezTo>
                    <a:pt x="47658" y="7112"/>
                    <a:pt x="40547" y="0"/>
                    <a:pt x="317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6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MODEL</a:t>
            </a:r>
            <a:endParaRPr/>
          </a:p>
        </p:txBody>
      </p:sp>
      <p:sp>
        <p:nvSpPr>
          <p:cNvPr id="1621" name="Google Shape;1621;p63"/>
          <p:cNvSpPr txBox="1">
            <a:spLocks noGrp="1"/>
          </p:cNvSpPr>
          <p:nvPr>
            <p:ph type="subTitle" idx="1"/>
          </p:nvPr>
        </p:nvSpPr>
        <p:spPr>
          <a:xfrm>
            <a:off x="1900403" y="1421044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</a:t>
            </a:r>
            <a:endParaRPr/>
          </a:p>
        </p:txBody>
      </p:sp>
      <p:sp>
        <p:nvSpPr>
          <p:cNvPr id="1622" name="Google Shape;1622;p63"/>
          <p:cNvSpPr txBox="1">
            <a:spLocks noGrp="1"/>
          </p:cNvSpPr>
          <p:nvPr>
            <p:ph type="subTitle" idx="2"/>
          </p:nvPr>
        </p:nvSpPr>
        <p:spPr>
          <a:xfrm>
            <a:off x="1994903" y="2886851"/>
            <a:ext cx="1899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MARKETING</a:t>
            </a:r>
            <a:endParaRPr/>
          </a:p>
        </p:txBody>
      </p:sp>
      <p:sp>
        <p:nvSpPr>
          <p:cNvPr id="1623" name="Google Shape;1623;p63"/>
          <p:cNvSpPr txBox="1">
            <a:spLocks noGrp="1"/>
          </p:cNvSpPr>
          <p:nvPr>
            <p:ph type="subTitle" idx="5"/>
          </p:nvPr>
        </p:nvSpPr>
        <p:spPr>
          <a:xfrm>
            <a:off x="1900403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1624" name="Google Shape;1624;p63"/>
          <p:cNvSpPr txBox="1">
            <a:spLocks noGrp="1"/>
          </p:cNvSpPr>
          <p:nvPr>
            <p:ph type="subTitle" idx="3"/>
          </p:nvPr>
        </p:nvSpPr>
        <p:spPr>
          <a:xfrm>
            <a:off x="5127397" y="2886851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ASSESSMENT</a:t>
            </a:r>
            <a:endParaRPr/>
          </a:p>
        </p:txBody>
      </p:sp>
      <p:sp>
        <p:nvSpPr>
          <p:cNvPr id="1625" name="Google Shape;1625;p63"/>
          <p:cNvSpPr txBox="1">
            <a:spLocks noGrp="1"/>
          </p:cNvSpPr>
          <p:nvPr>
            <p:ph type="subTitle" idx="7"/>
          </p:nvPr>
        </p:nvSpPr>
        <p:spPr>
          <a:xfrm>
            <a:off x="5127397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</a:t>
            </a:r>
            <a:endParaRPr/>
          </a:p>
        </p:txBody>
      </p:sp>
      <p:sp>
        <p:nvSpPr>
          <p:cNvPr id="1626" name="Google Shape;1626;p63"/>
          <p:cNvSpPr txBox="1">
            <a:spLocks noGrp="1"/>
          </p:cNvSpPr>
          <p:nvPr>
            <p:ph type="subTitle" idx="4"/>
          </p:nvPr>
        </p:nvSpPr>
        <p:spPr>
          <a:xfrm>
            <a:off x="5099197" y="1421044"/>
            <a:ext cx="2144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TECHNOLOGY</a:t>
            </a:r>
            <a:endParaRPr/>
          </a:p>
        </p:txBody>
      </p:sp>
      <p:sp>
        <p:nvSpPr>
          <p:cNvPr id="1627" name="Google Shape;1627;p63"/>
          <p:cNvSpPr txBox="1">
            <a:spLocks noGrp="1"/>
          </p:cNvSpPr>
          <p:nvPr>
            <p:ph type="subTitle" idx="6"/>
          </p:nvPr>
        </p:nvSpPr>
        <p:spPr>
          <a:xfrm>
            <a:off x="1900403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a planet with a beautiful name</a:t>
            </a:r>
            <a:endParaRPr/>
          </a:p>
        </p:txBody>
      </p:sp>
      <p:sp>
        <p:nvSpPr>
          <p:cNvPr id="1628" name="Google Shape;1628;p63"/>
          <p:cNvSpPr txBox="1">
            <a:spLocks noGrp="1"/>
          </p:cNvSpPr>
          <p:nvPr>
            <p:ph type="subTitle" idx="8"/>
          </p:nvPr>
        </p:nvSpPr>
        <p:spPr>
          <a:xfrm>
            <a:off x="5127397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a giant and the biggest planet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6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MILESTONES</a:t>
            </a:r>
            <a:endParaRPr/>
          </a:p>
        </p:txBody>
      </p:sp>
      <p:sp>
        <p:nvSpPr>
          <p:cNvPr id="1634" name="Google Shape;1634;p64"/>
          <p:cNvSpPr txBox="1">
            <a:spLocks noGrp="1"/>
          </p:cNvSpPr>
          <p:nvPr>
            <p:ph type="subTitle" idx="4294967295"/>
          </p:nvPr>
        </p:nvSpPr>
        <p:spPr>
          <a:xfrm>
            <a:off x="655150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Saturn has several rings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35" name="Google Shape;1635;p64"/>
          <p:cNvSpPr txBox="1">
            <a:spLocks noGrp="1"/>
          </p:cNvSpPr>
          <p:nvPr>
            <p:ph type="subTitle" idx="4294967295"/>
          </p:nvPr>
        </p:nvSpPr>
        <p:spPr>
          <a:xfrm>
            <a:off x="71385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2004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6" name="Google Shape;1636;p64"/>
          <p:cNvSpPr txBox="1">
            <a:spLocks noGrp="1"/>
          </p:cNvSpPr>
          <p:nvPr>
            <p:ph type="subTitle" idx="4294967295"/>
          </p:nvPr>
        </p:nvSpPr>
        <p:spPr>
          <a:xfrm>
            <a:off x="2302625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2008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7" name="Google Shape;1637;p64"/>
          <p:cNvSpPr txBox="1">
            <a:spLocks noGrp="1"/>
          </p:cNvSpPr>
          <p:nvPr>
            <p:ph type="subTitle" idx="4294967295"/>
          </p:nvPr>
        </p:nvSpPr>
        <p:spPr>
          <a:xfrm>
            <a:off x="389280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2012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8" name="Google Shape;1638;p64"/>
          <p:cNvSpPr txBox="1">
            <a:spLocks noGrp="1"/>
          </p:cNvSpPr>
          <p:nvPr>
            <p:ph type="subTitle" idx="4294967295"/>
          </p:nvPr>
        </p:nvSpPr>
        <p:spPr>
          <a:xfrm>
            <a:off x="5482275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2016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9" name="Google Shape;1639;p64"/>
          <p:cNvSpPr txBox="1">
            <a:spLocks noGrp="1"/>
          </p:cNvSpPr>
          <p:nvPr>
            <p:ph type="subTitle" idx="4294967295"/>
          </p:nvPr>
        </p:nvSpPr>
        <p:spPr>
          <a:xfrm>
            <a:off x="707175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2020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40" name="Google Shape;1640;p64"/>
          <p:cNvSpPr txBox="1">
            <a:spLocks noGrp="1"/>
          </p:cNvSpPr>
          <p:nvPr>
            <p:ph type="subTitle" idx="4294967295"/>
          </p:nvPr>
        </p:nvSpPr>
        <p:spPr>
          <a:xfrm>
            <a:off x="2274686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Venus is terribly hot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1" name="Google Shape;1641;p64"/>
          <p:cNvSpPr txBox="1">
            <a:spLocks noGrp="1"/>
          </p:cNvSpPr>
          <p:nvPr>
            <p:ph type="subTitle" idx="4294967295"/>
          </p:nvPr>
        </p:nvSpPr>
        <p:spPr>
          <a:xfrm>
            <a:off x="3854872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Mars is actually cold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2" name="Google Shape;1642;p64"/>
          <p:cNvSpPr txBox="1">
            <a:spLocks noGrp="1"/>
          </p:cNvSpPr>
          <p:nvPr>
            <p:ph type="subTitle" idx="4294967295"/>
          </p:nvPr>
        </p:nvSpPr>
        <p:spPr>
          <a:xfrm>
            <a:off x="5463321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Neptune is the farthest one 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3" name="Google Shape;1643;p64"/>
          <p:cNvSpPr txBox="1">
            <a:spLocks noGrp="1"/>
          </p:cNvSpPr>
          <p:nvPr>
            <p:ph type="subTitle" idx="4294967295"/>
          </p:nvPr>
        </p:nvSpPr>
        <p:spPr>
          <a:xfrm>
            <a:off x="7091145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Jupiter is </a:t>
            </a:r>
            <a:r>
              <a:rPr lang="en" sz="1400"/>
              <a:t>the biggest planet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4" name="Google Shape;1644;p64"/>
          <p:cNvSpPr/>
          <p:nvPr/>
        </p:nvSpPr>
        <p:spPr>
          <a:xfrm rot="5400000">
            <a:off x="1165141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5" name="Google Shape;1645;p64"/>
          <p:cNvSpPr/>
          <p:nvPr/>
        </p:nvSpPr>
        <p:spPr>
          <a:xfrm rot="5400000">
            <a:off x="2784605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6" name="Google Shape;1646;p64"/>
          <p:cNvSpPr/>
          <p:nvPr/>
        </p:nvSpPr>
        <p:spPr>
          <a:xfrm rot="5400000">
            <a:off x="4374105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7" name="Google Shape;1647;p64"/>
          <p:cNvSpPr/>
          <p:nvPr/>
        </p:nvSpPr>
        <p:spPr>
          <a:xfrm rot="5400000">
            <a:off x="5963617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8" name="Google Shape;1648;p64"/>
          <p:cNvSpPr/>
          <p:nvPr/>
        </p:nvSpPr>
        <p:spPr>
          <a:xfrm rot="5400000">
            <a:off x="7553100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p64"/>
          <p:cNvSpPr/>
          <p:nvPr/>
        </p:nvSpPr>
        <p:spPr>
          <a:xfrm rot="5400000">
            <a:off x="165697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0" name="Google Shape;1650;p64"/>
          <p:cNvSpPr/>
          <p:nvPr/>
        </p:nvSpPr>
        <p:spPr>
          <a:xfrm rot="5400000">
            <a:off x="194060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1" name="Google Shape;1651;p64"/>
          <p:cNvSpPr/>
          <p:nvPr/>
        </p:nvSpPr>
        <p:spPr>
          <a:xfrm rot="5400000">
            <a:off x="221524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2" name="Google Shape;1652;p64"/>
          <p:cNvSpPr/>
          <p:nvPr/>
        </p:nvSpPr>
        <p:spPr>
          <a:xfrm rot="5400000">
            <a:off x="25078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3" name="Google Shape;1653;p64"/>
          <p:cNvSpPr/>
          <p:nvPr/>
        </p:nvSpPr>
        <p:spPr>
          <a:xfrm rot="5400000">
            <a:off x="32614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4" name="Google Shape;1654;p64"/>
          <p:cNvSpPr/>
          <p:nvPr/>
        </p:nvSpPr>
        <p:spPr>
          <a:xfrm rot="5400000">
            <a:off x="354509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5" name="Google Shape;1655;p64"/>
          <p:cNvSpPr/>
          <p:nvPr/>
        </p:nvSpPr>
        <p:spPr>
          <a:xfrm rot="5400000">
            <a:off x="381972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6" name="Google Shape;1656;p64"/>
          <p:cNvSpPr/>
          <p:nvPr/>
        </p:nvSpPr>
        <p:spPr>
          <a:xfrm rot="5400000">
            <a:off x="411235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7" name="Google Shape;1657;p64"/>
          <p:cNvSpPr/>
          <p:nvPr/>
        </p:nvSpPr>
        <p:spPr>
          <a:xfrm rot="5400000">
            <a:off x="485097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8" name="Google Shape;1658;p64"/>
          <p:cNvSpPr/>
          <p:nvPr/>
        </p:nvSpPr>
        <p:spPr>
          <a:xfrm rot="5400000">
            <a:off x="513460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9" name="Google Shape;1659;p64"/>
          <p:cNvSpPr/>
          <p:nvPr/>
        </p:nvSpPr>
        <p:spPr>
          <a:xfrm rot="5400000">
            <a:off x="540924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0" name="Google Shape;1660;p64"/>
          <p:cNvSpPr/>
          <p:nvPr/>
        </p:nvSpPr>
        <p:spPr>
          <a:xfrm rot="5400000">
            <a:off x="57018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1" name="Google Shape;1661;p64"/>
          <p:cNvSpPr/>
          <p:nvPr/>
        </p:nvSpPr>
        <p:spPr>
          <a:xfrm rot="5400000">
            <a:off x="64404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2" name="Google Shape;1662;p64"/>
          <p:cNvSpPr/>
          <p:nvPr/>
        </p:nvSpPr>
        <p:spPr>
          <a:xfrm rot="5400000">
            <a:off x="672409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3" name="Google Shape;1663;p64"/>
          <p:cNvSpPr/>
          <p:nvPr/>
        </p:nvSpPr>
        <p:spPr>
          <a:xfrm rot="5400000">
            <a:off x="699872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4" name="Google Shape;1664;p64"/>
          <p:cNvSpPr/>
          <p:nvPr/>
        </p:nvSpPr>
        <p:spPr>
          <a:xfrm rot="5400000">
            <a:off x="729135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Google Shape;1669;p6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PREDICTED GROWTH</a:t>
            </a:r>
            <a:endParaRPr/>
          </a:p>
        </p:txBody>
      </p:sp>
      <p:sp>
        <p:nvSpPr>
          <p:cNvPr id="1670" name="Google Shape;1670;p65"/>
          <p:cNvSpPr txBox="1"/>
          <p:nvPr/>
        </p:nvSpPr>
        <p:spPr>
          <a:xfrm>
            <a:off x="2086050" y="4132775"/>
            <a:ext cx="49719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To modify this graph, click on it, follow the link, change the data and paste the resulting graph here, replacing this one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1671" name="Google Shape;1671;p65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r="8113"/>
          <a:stretch/>
        </p:blipFill>
        <p:spPr>
          <a:xfrm>
            <a:off x="1007200" y="1196075"/>
            <a:ext cx="4241525" cy="2701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2" name="Google Shape;1672;p65"/>
          <p:cNvSpPr txBox="1"/>
          <p:nvPr/>
        </p:nvSpPr>
        <p:spPr>
          <a:xfrm>
            <a:off x="5423850" y="2373350"/>
            <a:ext cx="22068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sp>
        <p:nvSpPr>
          <p:cNvPr id="1673" name="Google Shape;1673;p65"/>
          <p:cNvSpPr txBox="1"/>
          <p:nvPr/>
        </p:nvSpPr>
        <p:spPr>
          <a:xfrm>
            <a:off x="5404700" y="2650925"/>
            <a:ext cx="2732100" cy="9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>
                <a:solidFill>
                  <a:srgbClr val="F2F2F2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 and the smallest one in the Solar System—it’s only a bit larger than the Moon</a:t>
            </a:r>
            <a:endParaRPr sz="17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6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INVESTMENT</a:t>
            </a:r>
            <a:endParaRPr/>
          </a:p>
        </p:txBody>
      </p:sp>
      <p:sp>
        <p:nvSpPr>
          <p:cNvPr id="1679" name="Google Shape;1679;p66"/>
          <p:cNvSpPr txBox="1"/>
          <p:nvPr/>
        </p:nvSpPr>
        <p:spPr>
          <a:xfrm>
            <a:off x="1265525" y="2346151"/>
            <a:ext cx="3018600" cy="4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Expected income for next year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680" name="Google Shape;1680;p66"/>
          <p:cNvSpPr txBox="1">
            <a:spLocks noGrp="1"/>
          </p:cNvSpPr>
          <p:nvPr>
            <p:ph type="subTitle" idx="4294967295"/>
          </p:nvPr>
        </p:nvSpPr>
        <p:spPr>
          <a:xfrm>
            <a:off x="1760225" y="1474875"/>
            <a:ext cx="2029200" cy="38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500">
                <a:latin typeface="Press Start 2P"/>
                <a:ea typeface="Press Start 2P"/>
                <a:cs typeface="Press Start 2P"/>
                <a:sym typeface="Press Start 2P"/>
              </a:rPr>
              <a:t>SATURN</a:t>
            </a:r>
            <a:endParaRPr sz="150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81" name="Google Shape;1681;p66"/>
          <p:cNvSpPr txBox="1"/>
          <p:nvPr/>
        </p:nvSpPr>
        <p:spPr>
          <a:xfrm>
            <a:off x="4859875" y="2346151"/>
            <a:ext cx="3018600" cy="4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New employees next year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682" name="Google Shape;1682;p66"/>
          <p:cNvSpPr txBox="1">
            <a:spLocks noGrp="1"/>
          </p:cNvSpPr>
          <p:nvPr>
            <p:ph type="subTitle" idx="4294967295"/>
          </p:nvPr>
        </p:nvSpPr>
        <p:spPr>
          <a:xfrm>
            <a:off x="5354575" y="1499925"/>
            <a:ext cx="2029200" cy="38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500">
                <a:latin typeface="Press Start 2P"/>
                <a:ea typeface="Press Start 2P"/>
                <a:cs typeface="Press Start 2P"/>
                <a:sym typeface="Press Start 2P"/>
              </a:rPr>
              <a:t>NEPTUNE</a:t>
            </a:r>
            <a:endParaRPr sz="150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83" name="Google Shape;1683;p66"/>
          <p:cNvSpPr txBox="1">
            <a:spLocks noGrp="1"/>
          </p:cNvSpPr>
          <p:nvPr>
            <p:ph type="title" idx="4294967295"/>
          </p:nvPr>
        </p:nvSpPr>
        <p:spPr>
          <a:xfrm>
            <a:off x="1396475" y="2010200"/>
            <a:ext cx="2756700" cy="33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$55,000</a:t>
            </a:r>
            <a:endParaRPr sz="2000"/>
          </a:p>
        </p:txBody>
      </p:sp>
      <p:sp>
        <p:nvSpPr>
          <p:cNvPr id="1684" name="Google Shape;1684;p66"/>
          <p:cNvSpPr txBox="1">
            <a:spLocks noGrp="1"/>
          </p:cNvSpPr>
          <p:nvPr>
            <p:ph type="title" idx="4294967295"/>
          </p:nvPr>
        </p:nvSpPr>
        <p:spPr>
          <a:xfrm>
            <a:off x="4990825" y="2010200"/>
            <a:ext cx="2756700" cy="33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175</a:t>
            </a:r>
            <a:endParaRPr sz="2000"/>
          </a:p>
        </p:txBody>
      </p:sp>
      <p:grpSp>
        <p:nvGrpSpPr>
          <p:cNvPr id="1685" name="Google Shape;1685;p66"/>
          <p:cNvGrpSpPr/>
          <p:nvPr/>
        </p:nvGrpSpPr>
        <p:grpSpPr>
          <a:xfrm>
            <a:off x="5841683" y="2948361"/>
            <a:ext cx="1054985" cy="1054984"/>
            <a:chOff x="1358225" y="1657769"/>
            <a:chExt cx="1282500" cy="1282500"/>
          </a:xfrm>
        </p:grpSpPr>
        <p:sp>
          <p:nvSpPr>
            <p:cNvPr id="1686" name="Google Shape;1686;p66"/>
            <p:cNvSpPr/>
            <p:nvPr/>
          </p:nvSpPr>
          <p:spPr>
            <a:xfrm>
              <a:off x="1358225" y="1657769"/>
              <a:ext cx="1282500" cy="1282500"/>
            </a:xfrm>
            <a:prstGeom prst="pie">
              <a:avLst>
                <a:gd name="adj1" fmla="val 16215443"/>
                <a:gd name="adj2" fmla="val 2159983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66"/>
            <p:cNvSpPr/>
            <p:nvPr/>
          </p:nvSpPr>
          <p:spPr>
            <a:xfrm>
              <a:off x="1502375" y="1805681"/>
              <a:ext cx="994200" cy="9942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88" name="Google Shape;1688;p66"/>
          <p:cNvGrpSpPr/>
          <p:nvPr/>
        </p:nvGrpSpPr>
        <p:grpSpPr>
          <a:xfrm>
            <a:off x="2247333" y="2948361"/>
            <a:ext cx="1054985" cy="1054984"/>
            <a:chOff x="7993800" y="2872600"/>
            <a:chExt cx="1282500" cy="1282500"/>
          </a:xfrm>
        </p:grpSpPr>
        <p:sp>
          <p:nvSpPr>
            <p:cNvPr id="1689" name="Google Shape;1689;p66"/>
            <p:cNvSpPr/>
            <p:nvPr/>
          </p:nvSpPr>
          <p:spPr>
            <a:xfrm>
              <a:off x="7993800" y="2872600"/>
              <a:ext cx="1282500" cy="1282500"/>
            </a:xfrm>
            <a:prstGeom prst="pie">
              <a:avLst>
                <a:gd name="adj1" fmla="val 5437002"/>
                <a:gd name="adj2" fmla="val 16156575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66"/>
            <p:cNvSpPr/>
            <p:nvPr/>
          </p:nvSpPr>
          <p:spPr>
            <a:xfrm>
              <a:off x="8137950" y="3016763"/>
              <a:ext cx="994200" cy="9942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1" name="Google Shape;1691;p66"/>
          <p:cNvSpPr txBox="1"/>
          <p:nvPr/>
        </p:nvSpPr>
        <p:spPr>
          <a:xfrm>
            <a:off x="3199120" y="3431328"/>
            <a:ext cx="8427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50%</a:t>
            </a:r>
            <a:endParaRPr sz="1200" b="1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92" name="Google Shape;1692;p66"/>
          <p:cNvSpPr txBox="1"/>
          <p:nvPr/>
        </p:nvSpPr>
        <p:spPr>
          <a:xfrm>
            <a:off x="5064794" y="3431328"/>
            <a:ext cx="8427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25%</a:t>
            </a:r>
            <a:endParaRPr sz="1200" b="1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1294</Words>
  <Application>Microsoft Office PowerPoint</Application>
  <PresentationFormat>On-screen Show (16:9)</PresentationFormat>
  <Paragraphs>203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8" baseType="lpstr">
      <vt:lpstr>Arial</vt:lpstr>
      <vt:lpstr>Press Start 2P</vt:lpstr>
      <vt:lpstr>Roboto</vt:lpstr>
      <vt:lpstr>Lato</vt:lpstr>
      <vt:lpstr>Arvo</vt:lpstr>
      <vt:lpstr>Aptos</vt:lpstr>
      <vt:lpstr>Maven Pro</vt:lpstr>
      <vt:lpstr>Muli</vt:lpstr>
      <vt:lpstr>Fira Sans Condensed Medium</vt:lpstr>
      <vt:lpstr>Maven Pro SemiBold</vt:lpstr>
      <vt:lpstr>Super Pixel Vintage Gaming by Slidesgo</vt:lpstr>
      <vt:lpstr>GAME PROG</vt:lpstr>
      <vt:lpstr>Back Story</vt:lpstr>
      <vt:lpstr>Karakter Utama</vt:lpstr>
      <vt:lpstr>Karakter Utama</vt:lpstr>
      <vt:lpstr>Karakter Utama</vt:lpstr>
      <vt:lpstr>Grassland</vt:lpstr>
      <vt:lpstr>Snow Mountain</vt:lpstr>
      <vt:lpstr>—SOMEONE FAMOUS</vt:lpstr>
      <vt:lpstr>INTRODUCTION</vt:lpstr>
      <vt:lpstr>OUR COMPANY</vt:lpstr>
      <vt:lpstr>PRODUCT OVERVIEW</vt:lpstr>
      <vt:lpstr>THEM</vt:lpstr>
      <vt:lpstr>PROBLEM VS SOLUTION</vt:lpstr>
      <vt:lpstr>THE PROBLEM</vt:lpstr>
      <vt:lpstr>THE SOLUTION</vt:lpstr>
      <vt:lpstr>OUR TEAM</vt:lpstr>
      <vt:lpstr>OUR PRODUCTS</vt:lpstr>
      <vt:lpstr>OUR PLANS</vt:lpstr>
      <vt:lpstr>PRODUCT DEMO</vt:lpstr>
      <vt:lpstr>MARKET &amp; COMPETITION</vt:lpstr>
      <vt:lpstr>OUR TRACTION</vt:lpstr>
      <vt:lpstr>1,453,000</vt:lpstr>
      <vt:lpstr>CASE STUDY</vt:lpstr>
      <vt:lpstr>—JOHN SMITH</vt:lpstr>
      <vt:lpstr>OUR AWARDS</vt:lpstr>
      <vt:lpstr>OUR TARGET</vt:lpstr>
      <vt:lpstr>BULLET POINTS ARE VERY USEFUL</vt:lpstr>
      <vt:lpstr>A PICTURE ALWAYS REINFORCES THE  MAIN CONCEPT</vt:lpstr>
      <vt:lpstr>A PICTURE IS WORTH A THOUSAND WORDS</vt:lpstr>
      <vt:lpstr>BUSINESS MODEL</vt:lpstr>
      <vt:lpstr>MARKET SIZE</vt:lpstr>
      <vt:lpstr>OUR COMPETITORS</vt:lpstr>
      <vt:lpstr>BUSINESS MODEL</vt:lpstr>
      <vt:lpstr>OUR MILESTONES</vt:lpstr>
      <vt:lpstr>PREDICTED GROWTH</vt:lpstr>
      <vt:lpstr>OUR INVESTMENT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12</cp:revision>
  <dcterms:modified xsi:type="dcterms:W3CDTF">2025-03-11T02:38:58Z</dcterms:modified>
</cp:coreProperties>
</file>