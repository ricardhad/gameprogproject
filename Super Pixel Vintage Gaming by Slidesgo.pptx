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25"/>
  </p:notesMasterIdLst>
  <p:sldIdLst>
    <p:sldId id="256" r:id="rId2"/>
    <p:sldId id="257" r:id="rId3"/>
    <p:sldId id="317" r:id="rId4"/>
    <p:sldId id="258" r:id="rId5"/>
    <p:sldId id="304" r:id="rId6"/>
    <p:sldId id="292" r:id="rId7"/>
    <p:sldId id="305" r:id="rId8"/>
    <p:sldId id="306" r:id="rId9"/>
    <p:sldId id="293" r:id="rId10"/>
    <p:sldId id="307" r:id="rId11"/>
    <p:sldId id="294" r:id="rId12"/>
    <p:sldId id="308" r:id="rId13"/>
    <p:sldId id="309" r:id="rId14"/>
    <p:sldId id="311" r:id="rId15"/>
    <p:sldId id="268" r:id="rId16"/>
    <p:sldId id="295" r:id="rId17"/>
    <p:sldId id="312" r:id="rId18"/>
    <p:sldId id="313" r:id="rId19"/>
    <p:sldId id="314" r:id="rId20"/>
    <p:sldId id="315" r:id="rId21"/>
    <p:sldId id="316" r:id="rId22"/>
    <p:sldId id="261" r:id="rId23"/>
    <p:sldId id="282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6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922A69DF-5A70-DFA6-3DC0-539A42DBF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B1EB3109-B6AB-448E-2D4F-58E4A85A3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B0469AC8-6339-EFE7-8844-08A5E9D9A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81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8D5C2B39-7D67-0C9F-D10E-FAC319DE9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44FAA87-EB8D-B683-D13D-0A5B6A390C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49CA25D5-EE55-2ECA-B300-EB3463AE9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91713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E1B55CC-F934-29AE-0494-25FD9979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1D4914BC-99D0-0C9D-ADEB-CD202746A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241DF32A-9478-F042-7B07-CB9959B0C5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4437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CD3F5E77-2113-46DE-F65B-BD63F33C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BE868ACB-B2BD-2157-CD46-06B2DAA0B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0002E6ED-B383-0DB3-C965-D9D3D1D98A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25006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1E0E02F3-2B7D-83B7-6702-E35FDE539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1EE6E9C-7BEC-FFEB-5AED-52042D31BC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CF6C75C-A35B-8DC8-4583-D08C69341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7562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E67D535-C7CB-D847-0CBB-2B52D947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47248592-8DDB-AAA3-03E3-B0D5A88E7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B2BB98EE-FB11-8D1A-08F1-FDB83B5EA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7872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544EC06-C16F-F1BA-C147-D091FD3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B801026-2026-28B2-5356-D5475AF14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9F46113-280B-C329-6078-4BEA95D96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7694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D25447CF-0EEF-E2D8-744F-3FFE836E9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24E18BD-7692-D3EC-B396-BCD80C91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A8066A6-E53A-CF7F-C3D8-1E0C6034F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84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C1C5061-0FD4-49D1-1F88-04980887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E885ADE-C341-711C-696B-3128964220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544A047C-0CFF-77D0-AC9F-19414D355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93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9780098-DB07-098E-C96B-10553FA35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31F21322-B919-B2C2-2F61-B7F3F3E616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9D268F1-28C1-B440-85D6-9674EFF331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938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gif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2.gif"/><Relationship Id="rId4" Type="http://schemas.openxmlformats.org/officeDocument/2006/relationships/image" Target="../media/image21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6.gif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14923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GAME PROG</a:t>
            </a:r>
            <a:endParaRPr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373819" y="2097535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PIXEL GUARDIAN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Story</a:t>
            </a:r>
            <a:endParaRPr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2396446"/>
            <a:ext cx="7709100" cy="1093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Dunia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Crystallia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terdiri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empat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besar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:</a:t>
            </a:r>
          </a:p>
          <a:p>
            <a:pPr marL="158750" indent="0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b="1" dirty="0">
                <a:latin typeface="Bahnschrift" panose="020B0502040204020203" pitchFamily="34" charset="0"/>
                <a:cs typeface="LilyUPC" panose="020B0502040204020203" pitchFamily="34" charset="-34"/>
              </a:rPr>
              <a:t>Ruby Kingdom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tanah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pejuang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cepat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terampil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—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tempat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asal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sang Samurai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pemanah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b="1" dirty="0">
                <a:latin typeface="Bahnschrift" panose="020B0502040204020203" pitchFamily="34" charset="0"/>
                <a:cs typeface="LilyUPC" panose="020B0502040204020203" pitchFamily="34" charset="-34"/>
              </a:rPr>
              <a:t>Emerald Kingdom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wilayah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ksatria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berhati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mulia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kekuatan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besar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—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rumah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bagi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sang Knight.</a:t>
            </a:r>
          </a:p>
          <a:p>
            <a:pPr marL="158750" indent="0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b="1" dirty="0">
                <a:latin typeface="Bahnschrift" panose="020B0502040204020203" pitchFamily="34" charset="0"/>
                <a:cs typeface="LilyUPC" panose="020B0502040204020203" pitchFamily="34" charset="-34"/>
              </a:rPr>
              <a:t>Saphire Kingdom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sihir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pengetahuan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—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tempat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lahirnya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sang Wizard.</a:t>
            </a:r>
          </a:p>
          <a:p>
            <a:pPr marL="158750" indent="0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Dan yang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kini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menjadi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ancaman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utama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: Obsidian Kingdom,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dikenal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sebagai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Kerajaan J —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yang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dulunya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damai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kini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menjadi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pusat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kegelapan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</a:t>
            </a:r>
          </a:p>
          <a:p>
            <a:pPr marL="158750" indent="0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Ketika </a:t>
            </a:r>
            <a:r>
              <a:rPr lang="en-ID" b="1" dirty="0">
                <a:latin typeface="Bahnschrift" panose="020B0502040204020203" pitchFamily="34" charset="0"/>
                <a:cs typeface="LilyUPC" panose="020B0502040204020203" pitchFamily="34" charset="-34"/>
              </a:rPr>
              <a:t>Obsidian Kingdom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memulai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ekspansi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kekuatan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jahatnya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dengan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memanggil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makhluk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dunia lain,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tiga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lainnya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memutuskan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untuk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mengirimkan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pahlawan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terbaik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mereka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Mereka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bukan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hanya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lambang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kekuatan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tapi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juga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simbol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harapan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untuk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dunia.</a:t>
            </a:r>
          </a:p>
          <a:p>
            <a:pPr marL="158750" indent="0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Ketiga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karakter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utama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harus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bekerja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sama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untuk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menembus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pertahanan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Obsidian Kingdom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menghadapi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penguasa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barunya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Selama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perjalanan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pemain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dapat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berinteraksi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dengan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NPC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berbagai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wilayah.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Keberhasilan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dalam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interaksi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ini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meningkatkan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level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pertemanan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antar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ketiga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pahlawan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membuka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kemampuan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unik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percakapan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rahasia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mengarahkan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cerita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salah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satu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tiga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ending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berbeda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539925"/>
            <a:ext cx="7273637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Back Story</a:t>
            </a:r>
            <a:br>
              <a:rPr lang="en-ID" dirty="0"/>
            </a:br>
            <a:r>
              <a:rPr lang="en-ID" dirty="0"/>
              <a:t>Obsidian Kingdom</a:t>
            </a:r>
            <a:endParaRPr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46635" y="2396446"/>
            <a:ext cx="7709100" cy="1093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 algn="just">
              <a:buNone/>
            </a:pP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	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Semuanya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bermula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ketika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putra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mahkota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Obsidian Kingdom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menyaksikan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rakyatnya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meregang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nyawa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akibat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wabah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mematikan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 Tak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kuasa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menerima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kehilangan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bertekad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mempelajari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dark magic —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sihir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terlarang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yang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dijauhi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semua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kerajaan.Ketika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sang raja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mengetahui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niat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anaknya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menjatuhkan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hukuman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berat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: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mengasingkan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anaknya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tempat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jauh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di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luar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batas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</a:t>
            </a:r>
          </a:p>
          <a:p>
            <a:pPr marL="158750" indent="0" algn="just">
              <a:buNone/>
            </a:pP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	Di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pengasingan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pangeran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menemukan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sisa-sisa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dunia lain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membuka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pintu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dimensi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gelap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 Di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sanalah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dirasuki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oleh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entitas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jahat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, yang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perlahan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menggerogoti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jiwanya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.</a:t>
            </a:r>
          </a:p>
          <a:p>
            <a:pPr marL="158750" indent="0" algn="just">
              <a:buNone/>
            </a:pPr>
            <a:endParaRPr lang="en-ID" dirty="0">
              <a:latin typeface="Bahnschrift" panose="020B0502040204020203" pitchFamily="34" charset="0"/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	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kembali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—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bukan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sebagai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putra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raja,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tapi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sebagai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penguasa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baru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Obsidian Kingdom.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Dengan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kekuatan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sihir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kegelapan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pasukan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dari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dunia lain,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ia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mengambil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alih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kerajaan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dan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memulai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rencana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besar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yang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bisa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mengguncang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keseimbangan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</a:t>
            </a:r>
            <a:r>
              <a:rPr lang="en-ID" dirty="0" err="1">
                <a:latin typeface="Bahnschrift" panose="020B0502040204020203" pitchFamily="34" charset="0"/>
                <a:cs typeface="LilyUPC" panose="020B0502040204020203" pitchFamily="34" charset="-34"/>
              </a:rPr>
              <a:t>seluruh</a:t>
            </a:r>
            <a:r>
              <a:rPr lang="en-ID" dirty="0">
                <a:latin typeface="Bahnschrift" panose="020B0502040204020203" pitchFamily="34" charset="0"/>
                <a:cs typeface="LilyUPC" panose="020B0502040204020203" pitchFamily="34" charset="-34"/>
              </a:rPr>
              <a:t> dunia.</a:t>
            </a: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dirty="0"/>
              <a:t>1. Emerald Kingdom – </a:t>
            </a:r>
            <a:r>
              <a:rPr lang="en-ID" dirty="0" err="1"/>
              <a:t>Benteng</a:t>
            </a:r>
            <a:r>
              <a:rPr lang="en-ID" dirty="0"/>
              <a:t> Cahaya dan </a:t>
            </a:r>
            <a:r>
              <a:rPr lang="en-ID" dirty="0" err="1"/>
              <a:t>Keadilan</a:t>
            </a:r>
            <a:endParaRPr lang="en-ID" b="1" dirty="0"/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knight</a:t>
            </a:r>
            <a:endParaRPr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/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Lore:</a:t>
            </a:r>
          </a:p>
          <a:p>
            <a:pPr algn="just">
              <a:buNone/>
            </a:pPr>
            <a:r>
              <a:rPr lang="en-ID" dirty="0" err="1">
                <a:latin typeface="Bahnschrift" panose="020B0502040204020203" pitchFamily="34" charset="0"/>
              </a:rPr>
              <a:t>Terletak</a:t>
            </a:r>
            <a:r>
              <a:rPr lang="en-ID" dirty="0">
                <a:latin typeface="Bahnschrift" panose="020B0502040204020203" pitchFamily="34" charset="0"/>
              </a:rPr>
              <a:t> di </a:t>
            </a:r>
            <a:r>
              <a:rPr lang="en-ID" dirty="0" err="1">
                <a:latin typeface="Bahnschrift" panose="020B0502040204020203" pitchFamily="34" charset="0"/>
              </a:rPr>
              <a:t>dataran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luas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perbukitan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zamrud</a:t>
            </a:r>
            <a:r>
              <a:rPr lang="en-ID" dirty="0">
                <a:latin typeface="Bahnschrift" panose="020B0502040204020203" pitchFamily="34" charset="0"/>
              </a:rPr>
              <a:t>, Emerald Kingdom </a:t>
            </a:r>
            <a:r>
              <a:rPr lang="en-ID" dirty="0" err="1">
                <a:latin typeface="Bahnschrift" panose="020B0502040204020203" pitchFamily="34" charset="0"/>
              </a:rPr>
              <a:t>terkenal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dengan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kesatria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berhati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murni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sistem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hukum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kuat</a:t>
            </a:r>
            <a:r>
              <a:rPr lang="en-ID" dirty="0">
                <a:latin typeface="Bahnschrift" panose="020B0502040204020203" pitchFamily="34" charset="0"/>
              </a:rPr>
              <a:t>. Masyarakat di </a:t>
            </a:r>
            <a:r>
              <a:rPr lang="en-ID" dirty="0" err="1">
                <a:latin typeface="Bahnschrift" panose="020B0502040204020203" pitchFamily="34" charset="0"/>
              </a:rPr>
              <a:t>sini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menjunjung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tinggi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nilai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i="1" dirty="0" err="1">
                <a:latin typeface="Bahnschrift" panose="020B0502040204020203" pitchFamily="34" charset="0"/>
              </a:rPr>
              <a:t>keadilan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i="1" dirty="0" err="1">
                <a:latin typeface="Bahnschrift" panose="020B0502040204020203" pitchFamily="34" charset="0"/>
              </a:rPr>
              <a:t>pengorbanan</a:t>
            </a:r>
            <a:r>
              <a:rPr lang="en-ID" dirty="0">
                <a:latin typeface="Bahnschrift" panose="020B0502040204020203" pitchFamily="34" charset="0"/>
              </a:rPr>
              <a:t>, dan </a:t>
            </a:r>
            <a:r>
              <a:rPr lang="en-ID" i="1" dirty="0" err="1">
                <a:latin typeface="Bahnschrift" panose="020B0502040204020203" pitchFamily="34" charset="0"/>
              </a:rPr>
              <a:t>tanggung</a:t>
            </a:r>
            <a:r>
              <a:rPr lang="en-ID" i="1" dirty="0">
                <a:latin typeface="Bahnschrift" panose="020B0502040204020203" pitchFamily="34" charset="0"/>
              </a:rPr>
              <a:t> </a:t>
            </a:r>
            <a:r>
              <a:rPr lang="en-ID" i="1" dirty="0" err="1">
                <a:latin typeface="Bahnschrift" panose="020B0502040204020203" pitchFamily="34" charset="0"/>
              </a:rPr>
              <a:t>jawab</a:t>
            </a:r>
            <a:r>
              <a:rPr lang="en-ID" i="1" dirty="0">
                <a:latin typeface="Bahnschrift" panose="020B0502040204020203" pitchFamily="34" charset="0"/>
              </a:rPr>
              <a:t> moral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adalah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penjaga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tradisi</a:t>
            </a:r>
            <a:r>
              <a:rPr lang="en-ID" dirty="0">
                <a:latin typeface="Bahnschrift" panose="020B0502040204020203" pitchFamily="34" charset="0"/>
              </a:rPr>
              <a:t> dan </a:t>
            </a:r>
            <a:r>
              <a:rPr lang="en-ID" dirty="0" err="1">
                <a:latin typeface="Bahnschrift" panose="020B0502040204020203" pitchFamily="34" charset="0"/>
              </a:rPr>
              <a:t>pelindung</a:t>
            </a:r>
            <a:r>
              <a:rPr lang="en-ID" dirty="0">
                <a:latin typeface="Bahnschrift" panose="020B0502040204020203" pitchFamily="34" charset="0"/>
              </a:rPr>
              <a:t> rakyat </a:t>
            </a:r>
            <a:r>
              <a:rPr lang="en-ID" dirty="0" err="1">
                <a:latin typeface="Bahnschrift" panose="020B0502040204020203" pitchFamily="34" charset="0"/>
              </a:rPr>
              <a:t>kecil</a:t>
            </a:r>
            <a:r>
              <a:rPr lang="en-ID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Alasan </a:t>
            </a:r>
            <a:r>
              <a:rPr lang="en-ID" b="1" dirty="0" err="1">
                <a:latin typeface="Bahnschrift" panose="020B0502040204020203" pitchFamily="34" charset="0"/>
              </a:rPr>
              <a:t>Bergabung</a:t>
            </a:r>
            <a:r>
              <a:rPr lang="en-ID" b="1" dirty="0">
                <a:latin typeface="Bahnschrift" panose="020B0502040204020203" pitchFamily="34" charset="0"/>
              </a:rPr>
              <a:t>:</a:t>
            </a:r>
          </a:p>
          <a:p>
            <a:pPr algn="just"/>
            <a:r>
              <a:rPr lang="en-ID" dirty="0">
                <a:latin typeface="Bahnschrift" panose="020B0502040204020203" pitchFamily="34" charset="0"/>
              </a:rPr>
              <a:t>Emerald Kingdom </a:t>
            </a:r>
            <a:r>
              <a:rPr lang="en-ID" dirty="0" err="1">
                <a:latin typeface="Bahnschrift" panose="020B0502040204020203" pitchFamily="34" charset="0"/>
              </a:rPr>
              <a:t>adalah</a:t>
            </a:r>
            <a:r>
              <a:rPr lang="en-ID" dirty="0">
                <a:latin typeface="Bahnschrift" panose="020B0502040204020203" pitchFamily="34" charset="0"/>
              </a:rPr>
              <a:t> yang </a:t>
            </a:r>
            <a:r>
              <a:rPr lang="en-ID" dirty="0" err="1">
                <a:latin typeface="Bahnschrift" panose="020B0502040204020203" pitchFamily="34" charset="0"/>
              </a:rPr>
              <a:t>pertama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menerima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kabar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krisis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dari</a:t>
            </a:r>
            <a:r>
              <a:rPr lang="en-ID" dirty="0">
                <a:latin typeface="Bahnschrift" panose="020B0502040204020203" pitchFamily="34" charset="0"/>
              </a:rPr>
              <a:t> Obsidian Kingdom, </a:t>
            </a:r>
            <a:r>
              <a:rPr lang="en-ID" dirty="0" err="1">
                <a:latin typeface="Bahnschrift" panose="020B0502040204020203" pitchFamily="34" charset="0"/>
              </a:rPr>
              <a:t>karena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perbatasannya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berbatasan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langsung</a:t>
            </a:r>
            <a:r>
              <a:rPr lang="en-ID" dirty="0">
                <a:latin typeface="Bahnschrift" panose="020B0502040204020203" pitchFamily="34" charset="0"/>
              </a:rPr>
              <a:t>. </a:t>
            </a:r>
            <a:r>
              <a:rPr lang="en-ID" dirty="0" err="1">
                <a:latin typeface="Bahnschrift" panose="020B0502040204020203" pitchFamily="34" charset="0"/>
              </a:rPr>
              <a:t>Menyadari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bahwa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ancaman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ini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bisa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memicu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perang</a:t>
            </a:r>
            <a:r>
              <a:rPr lang="en-ID" dirty="0">
                <a:latin typeface="Bahnschrift" panose="020B0502040204020203" pitchFamily="34" charset="0"/>
              </a:rPr>
              <a:t> dunia,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menawarkan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diplomasi</a:t>
            </a:r>
            <a:r>
              <a:rPr lang="en-ID" dirty="0">
                <a:latin typeface="Bahnschrift" panose="020B0502040204020203" pitchFamily="34" charset="0"/>
              </a:rPr>
              <a:t>. Tapi </a:t>
            </a:r>
            <a:r>
              <a:rPr lang="en-ID" dirty="0" err="1">
                <a:latin typeface="Bahnschrift" panose="020B0502040204020203" pitchFamily="34" charset="0"/>
              </a:rPr>
              <a:t>setelah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gagal</a:t>
            </a:r>
            <a:r>
              <a:rPr lang="en-ID" dirty="0">
                <a:latin typeface="Bahnschrift" panose="020B0502040204020203" pitchFamily="34" charset="0"/>
              </a:rPr>
              <a:t>, </a:t>
            </a:r>
            <a:r>
              <a:rPr lang="en-ID" dirty="0" err="1">
                <a:latin typeface="Bahnschrift" panose="020B0502040204020203" pitchFamily="34" charset="0"/>
              </a:rPr>
              <a:t>mereka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memilih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mengirim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kesatria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pilihan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sebagai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bentuk</a:t>
            </a:r>
            <a:r>
              <a:rPr lang="en-ID" dirty="0">
                <a:latin typeface="Bahnschrift" panose="020B0502040204020203" pitchFamily="34" charset="0"/>
              </a:rPr>
              <a:t> </a:t>
            </a:r>
            <a:r>
              <a:rPr lang="en-ID" dirty="0" err="1">
                <a:latin typeface="Bahnschrift" panose="020B0502040204020203" pitchFamily="34" charset="0"/>
              </a:rPr>
              <a:t>pertahanan</a:t>
            </a:r>
            <a:r>
              <a:rPr lang="en-ID" dirty="0">
                <a:latin typeface="Bahnschrift" panose="020B0502040204020203" pitchFamily="34" charset="0"/>
              </a:rPr>
              <a:t> moral dunia.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6D482EF7-EE01-106E-3DA0-BA22CF4B0793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Richard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01BE692-F629-8F76-6F76-B2D0EB356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61" y="3276783"/>
            <a:ext cx="1308227" cy="153158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889" y="3279477"/>
            <a:ext cx="1609610" cy="1609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5096184-CD6C-B06C-8521-56637F19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E4EF28C-8E35-6F1A-4683-F3EBCE93538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: </a:t>
            </a:r>
            <a:r>
              <a:rPr lang="en-US" b="1" dirty="0"/>
              <a:t>The Brave Knight</a:t>
            </a:r>
            <a:r>
              <a:rPr lang="en-US" dirty="0"/>
              <a:t> (Knight)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7A17F618-39E8-4256-7051-B4A9175A1AE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20072" y="1725492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knight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F0620FE-1300-F6D4-19DA-E642270A8E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7794" y="1045092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099AB732-71CF-5C44-B72E-31FED4C2C9ED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2507583" y="1228891"/>
            <a:ext cx="6504199" cy="23690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Kepribadian</a:t>
            </a:r>
            <a:r>
              <a:rPr lang="en-ID" b="1" dirty="0">
                <a:latin typeface="Bahnschrift" panose="020B0502040204020203" pitchFamily="34" charset="0"/>
              </a:rPr>
              <a:t>: </a:t>
            </a:r>
            <a:r>
              <a:rPr lang="en-ID" b="1" dirty="0" err="1">
                <a:latin typeface="Bahnschrift" panose="020B0502040204020203" pitchFamily="34" charset="0"/>
              </a:rPr>
              <a:t>Tulus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optimis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kadang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terlalu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percaya</a:t>
            </a:r>
            <a:r>
              <a:rPr lang="en-ID" b="1" dirty="0">
                <a:latin typeface="Bahnschrift" panose="020B0502040204020203" pitchFamily="34" charset="0"/>
              </a:rPr>
              <a:t> pada orang lain. </a:t>
            </a:r>
            <a:r>
              <a:rPr lang="en-ID" b="1" dirty="0" err="1">
                <a:latin typeface="Bahnschrift" panose="020B0502040204020203" pitchFamily="34" charset="0"/>
              </a:rPr>
              <a:t>Pemimpin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alami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dengan</a:t>
            </a:r>
            <a:r>
              <a:rPr lang="en-ID" b="1" dirty="0">
                <a:latin typeface="Bahnschrift" panose="020B0502040204020203" pitchFamily="34" charset="0"/>
              </a:rPr>
              <a:t> rasa </a:t>
            </a:r>
            <a:r>
              <a:rPr lang="en-ID" b="1" dirty="0" err="1">
                <a:latin typeface="Bahnschrift" panose="020B0502040204020203" pitchFamily="34" charset="0"/>
              </a:rPr>
              <a:t>keadilan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tinggi</a:t>
            </a:r>
            <a:r>
              <a:rPr lang="en-ID" b="1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endParaRPr lang="en-ID" b="1" dirty="0">
              <a:latin typeface="Bahnschrift" panose="020B0502040204020203" pitchFamily="34" charset="0"/>
            </a:endParaRPr>
          </a:p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Kelebihan</a:t>
            </a:r>
            <a:r>
              <a:rPr lang="en-ID" b="1" dirty="0">
                <a:latin typeface="Bahnschrift" panose="020B0502040204020203" pitchFamily="34" charset="0"/>
              </a:rPr>
              <a:t>: </a:t>
            </a:r>
            <a:r>
              <a:rPr lang="en-ID" b="1" dirty="0" err="1">
                <a:latin typeface="Bahnschrift" panose="020B0502040204020203" pitchFamily="34" charset="0"/>
              </a:rPr>
              <a:t>Pertahanan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kuat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kemampuan</a:t>
            </a:r>
            <a:r>
              <a:rPr lang="en-ID" b="1" dirty="0">
                <a:latin typeface="Bahnschrift" panose="020B0502040204020203" pitchFamily="34" charset="0"/>
              </a:rPr>
              <a:t> crowd control, dan moral boost </a:t>
            </a:r>
            <a:r>
              <a:rPr lang="en-ID" b="1" dirty="0" err="1">
                <a:latin typeface="Bahnschrift" panose="020B0502040204020203" pitchFamily="34" charset="0"/>
              </a:rPr>
              <a:t>ke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tim.</a:t>
            </a:r>
            <a:endParaRPr lang="en-ID" b="1" dirty="0">
              <a:latin typeface="Bahnschrift" panose="020B0502040204020203" pitchFamily="34" charset="0"/>
            </a:endParaRPr>
          </a:p>
          <a:p>
            <a:pPr algn="just">
              <a:buNone/>
            </a:pPr>
            <a:endParaRPr lang="en-ID" b="1" dirty="0">
              <a:latin typeface="Bahnschrift" panose="020B0502040204020203" pitchFamily="34" charset="0"/>
            </a:endParaRPr>
          </a:p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Dilema</a:t>
            </a:r>
            <a:r>
              <a:rPr lang="en-ID" b="1" dirty="0">
                <a:latin typeface="Bahnschrift" panose="020B0502040204020203" pitchFamily="34" charset="0"/>
              </a:rPr>
              <a:t>: </a:t>
            </a:r>
            <a:r>
              <a:rPr lang="en-ID" b="1" dirty="0" err="1">
                <a:latin typeface="Bahnschrift" panose="020B0502040204020203" pitchFamily="34" charset="0"/>
              </a:rPr>
              <a:t>Selalu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berusaha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mencari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jalan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damai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meski</a:t>
            </a:r>
            <a:r>
              <a:rPr lang="en-ID" b="1" dirty="0">
                <a:latin typeface="Bahnschrift" panose="020B0502040204020203" pitchFamily="34" charset="0"/>
              </a:rPr>
              <a:t> dunia </a:t>
            </a:r>
            <a:r>
              <a:rPr lang="en-ID" b="1" dirty="0" err="1">
                <a:latin typeface="Bahnschrift" panose="020B0502040204020203" pitchFamily="34" charset="0"/>
              </a:rPr>
              <a:t>terus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menolaknya</a:t>
            </a:r>
            <a:r>
              <a:rPr lang="en-ID" b="1" dirty="0">
                <a:latin typeface="Bahnschrift" panose="020B0502040204020203" pitchFamily="34" charset="0"/>
              </a:rPr>
              <a:t> — </a:t>
            </a:r>
            <a:r>
              <a:rPr lang="en-ID" b="1" dirty="0" err="1">
                <a:latin typeface="Bahnschrift" panose="020B0502040204020203" pitchFamily="34" charset="0"/>
              </a:rPr>
              <a:t>hingga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ia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harus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memilih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antara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prinsip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realita</a:t>
            </a:r>
            <a:r>
              <a:rPr lang="en-ID" b="1" dirty="0">
                <a:latin typeface="Bahnschrift" panose="020B0502040204020203" pitchFamily="34" charset="0"/>
              </a:rPr>
              <a:t>.</a:t>
            </a:r>
            <a:endParaRPr lang="en-ID" dirty="0">
              <a:latin typeface="Bahnschrift" panose="020B0502040204020203" pitchFamily="34" charset="0"/>
            </a:endParaRP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FF14D021-E172-21F1-3921-DC83A4E3BD6D}"/>
              </a:ext>
            </a:extLst>
          </p:cNvPr>
          <p:cNvSpPr txBox="1">
            <a:spLocks/>
          </p:cNvSpPr>
          <p:nvPr/>
        </p:nvSpPr>
        <p:spPr>
          <a:xfrm>
            <a:off x="580867" y="2120892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Richard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3FDD2E8A-35F9-FCBE-DB5D-380F0D7DD0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30313" y="2388941"/>
            <a:ext cx="2365513" cy="2719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2785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D9FD826E-0F90-AC00-5045-B31A5149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59FD592-AEDE-CB13-1C18-682669EEFB9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dirty="0"/>
              <a:t>2. Ruby Kingdom – Tanah Api dan </a:t>
            </a:r>
            <a:r>
              <a:rPr lang="en-ID" dirty="0" err="1"/>
              <a:t>Disiplin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F2E51140-63E7-9796-5297-92C1A7826524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02896BC-419A-6B35-98F0-0A2FD1D8C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D0A3BAAE-F2B1-D870-A89E-8900291C34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5"/>
            <a:ext cx="6604742" cy="23690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Lore:</a:t>
            </a:r>
          </a:p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Ruby Kingdom </a:t>
            </a:r>
            <a:r>
              <a:rPr lang="en-ID" b="1" dirty="0" err="1">
                <a:latin typeface="Bahnschrift" panose="020B0502040204020203" pitchFamily="34" charset="0"/>
              </a:rPr>
              <a:t>terletak</a:t>
            </a:r>
            <a:r>
              <a:rPr lang="en-ID" b="1" dirty="0">
                <a:latin typeface="Bahnschrift" panose="020B0502040204020203" pitchFamily="34" charset="0"/>
              </a:rPr>
              <a:t> di </a:t>
            </a:r>
            <a:r>
              <a:rPr lang="en-ID" b="1" dirty="0" err="1">
                <a:latin typeface="Bahnschrift" panose="020B0502040204020203" pitchFamily="34" charset="0"/>
              </a:rPr>
              <a:t>dataran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tinggi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vulkanik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hutan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lebat</a:t>
            </a:r>
            <a:r>
              <a:rPr lang="en-ID" b="1" dirty="0">
                <a:latin typeface="Bahnschrift" panose="020B0502040204020203" pitchFamily="34" charset="0"/>
              </a:rPr>
              <a:t> di </a:t>
            </a:r>
            <a:r>
              <a:rPr lang="en-ID" b="1" dirty="0" err="1">
                <a:latin typeface="Bahnschrift" panose="020B0502040204020203" pitchFamily="34" charset="0"/>
              </a:rPr>
              <a:t>selatan</a:t>
            </a:r>
            <a:r>
              <a:rPr lang="en-ID" b="1" dirty="0">
                <a:latin typeface="Bahnschrift" panose="020B0502040204020203" pitchFamily="34" charset="0"/>
              </a:rPr>
              <a:t>. </a:t>
            </a:r>
            <a:r>
              <a:rPr lang="en-ID" b="1" dirty="0" err="1">
                <a:latin typeface="Bahnschrift" panose="020B0502040204020203" pitchFamily="34" charset="0"/>
              </a:rPr>
              <a:t>Dikenal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sebagai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kerajaan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petarung</a:t>
            </a:r>
            <a:r>
              <a:rPr lang="en-ID" b="1" dirty="0">
                <a:latin typeface="Bahnschrift" panose="020B0502040204020203" pitchFamily="34" charset="0"/>
              </a:rPr>
              <a:t> yang </a:t>
            </a:r>
            <a:r>
              <a:rPr lang="en-ID" b="1" dirty="0" err="1">
                <a:latin typeface="Bahnschrift" panose="020B0502040204020203" pitchFamily="34" charset="0"/>
              </a:rPr>
              <a:t>menghargai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kehormatan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ketenangan</a:t>
            </a:r>
            <a:r>
              <a:rPr lang="en-ID" b="1" dirty="0">
                <a:latin typeface="Bahnschrift" panose="020B0502040204020203" pitchFamily="34" charset="0"/>
              </a:rPr>
              <a:t>, dan </a:t>
            </a:r>
            <a:r>
              <a:rPr lang="en-ID" b="1" dirty="0" err="1">
                <a:latin typeface="Bahnschrift" panose="020B0502040204020203" pitchFamily="34" charset="0"/>
              </a:rPr>
              <a:t>kecepatan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dalam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bertindak</a:t>
            </a:r>
            <a:r>
              <a:rPr lang="en-ID" b="1" dirty="0">
                <a:latin typeface="Bahnschrift" panose="020B0502040204020203" pitchFamily="34" charset="0"/>
              </a:rPr>
              <a:t>. </a:t>
            </a:r>
            <a:r>
              <a:rPr lang="en-ID" b="1" dirty="0" err="1">
                <a:latin typeface="Bahnschrift" panose="020B0502040204020203" pitchFamily="34" charset="0"/>
              </a:rPr>
              <a:t>Mereka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mengandalkan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teknik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bela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diri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kuno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senjata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tradisional</a:t>
            </a:r>
            <a:r>
              <a:rPr lang="en-ID" b="1" dirty="0">
                <a:latin typeface="Bahnschrift" panose="020B0502040204020203" pitchFamily="34" charset="0"/>
              </a:rPr>
              <a:t>. </a:t>
            </a:r>
            <a:r>
              <a:rPr lang="en-ID" b="1" dirty="0" err="1">
                <a:latin typeface="Bahnschrift" panose="020B0502040204020203" pitchFamily="34" charset="0"/>
              </a:rPr>
              <a:t>Budaya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mereka</a:t>
            </a:r>
            <a:r>
              <a:rPr lang="en-ID" b="1" dirty="0">
                <a:latin typeface="Bahnschrift" panose="020B0502040204020203" pitchFamily="34" charset="0"/>
              </a:rPr>
              <a:t> sangat </a:t>
            </a:r>
            <a:r>
              <a:rPr lang="en-ID" b="1" dirty="0" err="1">
                <a:latin typeface="Bahnschrift" panose="020B0502040204020203" pitchFamily="34" charset="0"/>
              </a:rPr>
              <a:t>terikat</a:t>
            </a:r>
            <a:r>
              <a:rPr lang="en-ID" b="1" dirty="0">
                <a:latin typeface="Bahnschrift" panose="020B0502040204020203" pitchFamily="34" charset="0"/>
              </a:rPr>
              <a:t> pada </a:t>
            </a:r>
            <a:r>
              <a:rPr lang="en-ID" b="1" dirty="0" err="1">
                <a:latin typeface="Bahnschrift" panose="020B0502040204020203" pitchFamily="34" charset="0"/>
              </a:rPr>
              <a:t>kedisiplinan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pengendalian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diri</a:t>
            </a:r>
            <a:r>
              <a:rPr lang="en-ID" b="1" dirty="0">
                <a:latin typeface="Bahnschrift" panose="020B0502040204020203" pitchFamily="34" charset="0"/>
              </a:rPr>
              <a:t>, dan </a:t>
            </a:r>
            <a:r>
              <a:rPr lang="en-ID" b="1" dirty="0" err="1">
                <a:latin typeface="Bahnschrift" panose="020B0502040204020203" pitchFamily="34" charset="0"/>
              </a:rPr>
              <a:t>kesetiaan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terhadap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kehormatan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keluarga</a:t>
            </a:r>
            <a:r>
              <a:rPr lang="en-ID" b="1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r>
              <a:rPr lang="en-ID" b="1" dirty="0">
                <a:latin typeface="Bahnschrift" panose="020B0502040204020203" pitchFamily="34" charset="0"/>
              </a:rPr>
              <a:t>Alasan </a:t>
            </a:r>
            <a:r>
              <a:rPr lang="en-ID" b="1" dirty="0" err="1">
                <a:latin typeface="Bahnschrift" panose="020B0502040204020203" pitchFamily="34" charset="0"/>
              </a:rPr>
              <a:t>Bergabung</a:t>
            </a:r>
            <a:r>
              <a:rPr lang="en-ID" b="1" dirty="0">
                <a:latin typeface="Bahnschrift" panose="020B0502040204020203" pitchFamily="34" charset="0"/>
              </a:rPr>
              <a:t>:</a:t>
            </a:r>
          </a:p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Walau</a:t>
            </a:r>
            <a:r>
              <a:rPr lang="en-ID" b="1" dirty="0">
                <a:latin typeface="Bahnschrift" panose="020B0502040204020203" pitchFamily="34" charset="0"/>
              </a:rPr>
              <a:t> Ruby Kingdom sangat </a:t>
            </a:r>
            <a:r>
              <a:rPr lang="en-ID" b="1" dirty="0" err="1">
                <a:latin typeface="Bahnschrift" panose="020B0502040204020203" pitchFamily="34" charset="0"/>
              </a:rPr>
              <a:t>tertutup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terhadap</a:t>
            </a:r>
            <a:r>
              <a:rPr lang="en-ID" b="1" dirty="0">
                <a:latin typeface="Bahnschrift" panose="020B0502040204020203" pitchFamily="34" charset="0"/>
              </a:rPr>
              <a:t> dunia </a:t>
            </a:r>
            <a:r>
              <a:rPr lang="en-ID" b="1" dirty="0" err="1">
                <a:latin typeface="Bahnschrift" panose="020B0502040204020203" pitchFamily="34" charset="0"/>
              </a:rPr>
              <a:t>luar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mereka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menyadari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bahwa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ancaman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dari</a:t>
            </a:r>
            <a:r>
              <a:rPr lang="en-ID" b="1" dirty="0">
                <a:latin typeface="Bahnschrift" panose="020B0502040204020203" pitchFamily="34" charset="0"/>
              </a:rPr>
              <a:t> Obsidian Kingdom </a:t>
            </a:r>
            <a:r>
              <a:rPr lang="en-ID" b="1" dirty="0" err="1">
                <a:latin typeface="Bahnschrift" panose="020B0502040204020203" pitchFamily="34" charset="0"/>
              </a:rPr>
              <a:t>akan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menghancurkan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keseimbangan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alam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menghancurkan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siklus</a:t>
            </a:r>
            <a:r>
              <a:rPr lang="en-ID" b="1" dirty="0">
                <a:latin typeface="Bahnschrift" panose="020B0502040204020203" pitchFamily="34" charset="0"/>
              </a:rPr>
              <a:t> spiritual yang </a:t>
            </a:r>
            <a:r>
              <a:rPr lang="en-ID" b="1" dirty="0" err="1">
                <a:latin typeface="Bahnschrift" panose="020B0502040204020203" pitchFamily="34" charset="0"/>
              </a:rPr>
              <a:t>mereka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lindungi</a:t>
            </a:r>
            <a:r>
              <a:rPr lang="en-ID" b="1" dirty="0">
                <a:latin typeface="Bahnschrift" panose="020B0502040204020203" pitchFamily="34" charset="0"/>
              </a:rPr>
              <a:t>. Demi </a:t>
            </a:r>
            <a:r>
              <a:rPr lang="en-ID" b="1" dirty="0" err="1">
                <a:latin typeface="Bahnschrift" panose="020B0502040204020203" pitchFamily="34" charset="0"/>
              </a:rPr>
              <a:t>menjaga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kesucian</a:t>
            </a:r>
            <a:r>
              <a:rPr lang="en-ID" b="1" dirty="0">
                <a:latin typeface="Bahnschrift" panose="020B0502040204020203" pitchFamily="34" charset="0"/>
              </a:rPr>
              <a:t> dunia, </a:t>
            </a:r>
            <a:r>
              <a:rPr lang="en-ID" b="1" dirty="0" err="1">
                <a:latin typeface="Bahnschrift" panose="020B0502040204020203" pitchFamily="34" charset="0"/>
              </a:rPr>
              <a:t>mereka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mengirim</a:t>
            </a:r>
            <a:r>
              <a:rPr lang="en-ID" b="1" dirty="0">
                <a:latin typeface="Bahnschrift" panose="020B0502040204020203" pitchFamily="34" charset="0"/>
              </a:rPr>
              <a:t> samurai </a:t>
            </a:r>
            <a:r>
              <a:rPr lang="en-ID" b="1" dirty="0" err="1">
                <a:latin typeface="Bahnschrift" panose="020B0502040204020203" pitchFamily="34" charset="0"/>
              </a:rPr>
              <a:t>pemanah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terbaik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mereka</a:t>
            </a:r>
            <a:r>
              <a:rPr lang="en-ID" b="1" dirty="0">
                <a:latin typeface="Bahnschrift" panose="020B0502040204020203" pitchFamily="34" charset="0"/>
              </a:rPr>
              <a:t> — </a:t>
            </a:r>
            <a:r>
              <a:rPr lang="en-ID" b="1" dirty="0" err="1">
                <a:latin typeface="Bahnschrift" panose="020B0502040204020203" pitchFamily="34" charset="0"/>
              </a:rPr>
              <a:t>simbol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dari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keputusan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cepat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tegas</a:t>
            </a:r>
            <a:r>
              <a:rPr lang="en-ID" b="1" dirty="0">
                <a:latin typeface="Bahnschrift" panose="020B0502040204020203" pitchFamily="34" charset="0"/>
              </a:rPr>
              <a:t>.</a:t>
            </a:r>
            <a:endParaRPr lang="en-ID" dirty="0">
              <a:latin typeface="Bahnschrift" panose="020B0502040204020203" pitchFamily="34" charset="0"/>
            </a:endParaRP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FED002E9-BD29-FB71-20EA-8AD770184692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</a:t>
            </a:r>
            <a:endParaRPr lang="en-ID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10F40C-CC8E-CE1C-D93D-DD876635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30" y="3178390"/>
            <a:ext cx="1710697" cy="171069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9EAAA25-A222-DC7D-0445-998FDE729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30" y="3178390"/>
            <a:ext cx="1710697" cy="17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583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FD6DB23F-128C-CC1F-45A8-A3247336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093359DC-5458-1EA4-3084-C6C20ECBDCC0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: </a:t>
            </a:r>
            <a:r>
              <a:rPr lang="en-US" b="1" dirty="0"/>
              <a:t>The </a:t>
            </a:r>
            <a:r>
              <a:rPr lang="en-US" b="1" dirty="0" err="1"/>
              <a:t>Persitent</a:t>
            </a:r>
            <a:r>
              <a:rPr lang="en-US" b="1" dirty="0"/>
              <a:t> Samurai </a:t>
            </a:r>
            <a:r>
              <a:rPr lang="en-US" dirty="0"/>
              <a:t>(Archer)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E00C154-8DFA-FC72-CF53-E37A4C0A0F0E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82524" y="1733822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E3679B5-9EDD-F6FD-AABD-AA597A1FD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246" y="1053422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E9B1777F-00C0-3A55-B162-51A748AF8BF7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Kepribadian</a:t>
            </a:r>
            <a:r>
              <a:rPr lang="en-ID" b="1" dirty="0">
                <a:latin typeface="Bahnschrift" panose="020B0502040204020203" pitchFamily="34" charset="0"/>
              </a:rPr>
              <a:t>: </a:t>
            </a:r>
            <a:r>
              <a:rPr lang="en-ID" b="1" dirty="0" err="1">
                <a:latin typeface="Bahnschrift" panose="020B0502040204020203" pitchFamily="34" charset="0"/>
              </a:rPr>
              <a:t>Pendiam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reflektif</a:t>
            </a:r>
            <a:r>
              <a:rPr lang="en-ID" b="1" dirty="0">
                <a:latin typeface="Bahnschrift" panose="020B0502040204020203" pitchFamily="34" charset="0"/>
              </a:rPr>
              <a:t>, sangat </a:t>
            </a:r>
            <a:r>
              <a:rPr lang="en-ID" b="1" dirty="0" err="1">
                <a:latin typeface="Bahnschrift" panose="020B0502040204020203" pitchFamily="34" charset="0"/>
              </a:rPr>
              <a:t>logis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tajam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dalam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mengamati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situasi</a:t>
            </a:r>
            <a:r>
              <a:rPr lang="en-ID" b="1" dirty="0">
                <a:latin typeface="Bahnschrift" panose="020B0502040204020203" pitchFamily="34" charset="0"/>
              </a:rPr>
              <a:t>. Tidak </a:t>
            </a:r>
            <a:r>
              <a:rPr lang="en-ID" b="1" dirty="0" err="1">
                <a:latin typeface="Bahnschrift" panose="020B0502040204020203" pitchFamily="34" charset="0"/>
              </a:rPr>
              <a:t>mudah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percaya</a:t>
            </a:r>
            <a:r>
              <a:rPr lang="en-ID" b="1" dirty="0">
                <a:latin typeface="Bahnschrift" panose="020B0502040204020203" pitchFamily="34" charset="0"/>
              </a:rPr>
              <a:t>, </a:t>
            </a:r>
            <a:r>
              <a:rPr lang="en-ID" b="1" dirty="0" err="1">
                <a:latin typeface="Bahnschrift" panose="020B0502040204020203" pitchFamily="34" charset="0"/>
              </a:rPr>
              <a:t>tapi</a:t>
            </a:r>
            <a:r>
              <a:rPr lang="en-ID" b="1" dirty="0">
                <a:latin typeface="Bahnschrift" panose="020B0502040204020203" pitchFamily="34" charset="0"/>
              </a:rPr>
              <a:t> sangat </a:t>
            </a:r>
            <a:r>
              <a:rPr lang="en-ID" b="1" dirty="0" err="1">
                <a:latin typeface="Bahnschrift" panose="020B0502040204020203" pitchFamily="34" charset="0"/>
              </a:rPr>
              <a:t>setia</a:t>
            </a:r>
            <a:r>
              <a:rPr lang="en-ID" b="1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endParaRPr lang="en-ID" b="1" dirty="0">
              <a:latin typeface="Bahnschrift" panose="020B0502040204020203" pitchFamily="34" charset="0"/>
            </a:endParaRPr>
          </a:p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Kelebihan</a:t>
            </a:r>
            <a:r>
              <a:rPr lang="en-ID" b="1" dirty="0">
                <a:latin typeface="Bahnschrift" panose="020B0502040204020203" pitchFamily="34" charset="0"/>
              </a:rPr>
              <a:t>: Strategi dan </a:t>
            </a:r>
            <a:r>
              <a:rPr lang="en-ID" b="1" dirty="0" err="1">
                <a:latin typeface="Bahnschrift" panose="020B0502040204020203" pitchFamily="34" charset="0"/>
              </a:rPr>
              <a:t>pengintaian</a:t>
            </a:r>
            <a:r>
              <a:rPr lang="en-ID" b="1" dirty="0">
                <a:latin typeface="Bahnschrift" panose="020B0502040204020203" pitchFamily="34" charset="0"/>
              </a:rPr>
              <a:t>. Ahli </a:t>
            </a:r>
            <a:r>
              <a:rPr lang="en-ID" b="1" dirty="0" err="1">
                <a:latin typeface="Bahnschrift" panose="020B0502040204020203" pitchFamily="34" charset="0"/>
              </a:rPr>
              <a:t>dalam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serangan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jarak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jauh</a:t>
            </a:r>
            <a:r>
              <a:rPr lang="en-ID" b="1" dirty="0">
                <a:latin typeface="Bahnschrift" panose="020B0502040204020203" pitchFamily="34" charset="0"/>
              </a:rPr>
              <a:t>, dan </a:t>
            </a:r>
            <a:r>
              <a:rPr lang="en-ID" b="1" dirty="0" err="1">
                <a:latin typeface="Bahnschrift" panose="020B0502040204020203" pitchFamily="34" charset="0"/>
              </a:rPr>
              <a:t>dapat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memprediksi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gerakan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musuh</a:t>
            </a:r>
            <a:r>
              <a:rPr lang="en-ID" b="1" dirty="0">
                <a:latin typeface="Bahnschrift" panose="020B0502040204020203" pitchFamily="34" charset="0"/>
              </a:rPr>
              <a:t>.</a:t>
            </a:r>
          </a:p>
          <a:p>
            <a:pPr algn="just">
              <a:buNone/>
            </a:pPr>
            <a:endParaRPr lang="en-ID" b="1" dirty="0">
              <a:latin typeface="Bahnschrift" panose="020B0502040204020203" pitchFamily="34" charset="0"/>
            </a:endParaRPr>
          </a:p>
          <a:p>
            <a:pPr algn="just">
              <a:buNone/>
            </a:pPr>
            <a:r>
              <a:rPr lang="en-ID" b="1" dirty="0" err="1">
                <a:latin typeface="Bahnschrift" panose="020B0502040204020203" pitchFamily="34" charset="0"/>
              </a:rPr>
              <a:t>Dilema</a:t>
            </a:r>
            <a:r>
              <a:rPr lang="en-ID" b="1" dirty="0">
                <a:latin typeface="Bahnschrift" panose="020B0502040204020203" pitchFamily="34" charset="0"/>
              </a:rPr>
              <a:t>: </a:t>
            </a:r>
            <a:r>
              <a:rPr lang="en-ID" b="1" dirty="0" err="1">
                <a:latin typeface="Bahnschrift" panose="020B0502040204020203" pitchFamily="34" charset="0"/>
              </a:rPr>
              <a:t>Terjebak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antara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kehormatan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klan</a:t>
            </a:r>
            <a:r>
              <a:rPr lang="en-ID" b="1" dirty="0">
                <a:latin typeface="Bahnschrift" panose="020B0502040204020203" pitchFamily="34" charset="0"/>
              </a:rPr>
              <a:t> dan </a:t>
            </a:r>
            <a:r>
              <a:rPr lang="en-ID" b="1" dirty="0" err="1">
                <a:latin typeface="Bahnschrift" panose="020B0502040204020203" pitchFamily="34" charset="0"/>
              </a:rPr>
              <a:t>pentingnya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mempercayai</a:t>
            </a:r>
            <a:r>
              <a:rPr lang="en-ID" b="1" dirty="0">
                <a:latin typeface="Bahnschrift" panose="020B0502040204020203" pitchFamily="34" charset="0"/>
              </a:rPr>
              <a:t> dua orang </a:t>
            </a:r>
            <a:r>
              <a:rPr lang="en-ID" b="1" dirty="0" err="1">
                <a:latin typeface="Bahnschrift" panose="020B0502040204020203" pitchFamily="34" charset="0"/>
              </a:rPr>
              <a:t>asing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dari</a:t>
            </a:r>
            <a:r>
              <a:rPr lang="en-ID" b="1" dirty="0">
                <a:latin typeface="Bahnschrift" panose="020B0502040204020203" pitchFamily="34" charset="0"/>
              </a:rPr>
              <a:t> </a:t>
            </a:r>
            <a:r>
              <a:rPr lang="en-ID" b="1" dirty="0" err="1">
                <a:latin typeface="Bahnschrift" panose="020B0502040204020203" pitchFamily="34" charset="0"/>
              </a:rPr>
              <a:t>kerajaan</a:t>
            </a:r>
            <a:r>
              <a:rPr lang="en-ID" b="1" dirty="0">
                <a:latin typeface="Bahnschrift" panose="020B0502040204020203" pitchFamily="34" charset="0"/>
              </a:rPr>
              <a:t> lain.</a:t>
            </a:r>
            <a:endParaRPr lang="en-ID" dirty="0">
              <a:latin typeface="Bahnschrift" panose="020B0502040204020203" pitchFamily="34" charset="0"/>
            </a:endParaRP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11639FF2-F5CC-9776-DF3E-3871C8B0A827}"/>
              </a:ext>
            </a:extLst>
          </p:cNvPr>
          <p:cNvSpPr txBox="1">
            <a:spLocks/>
          </p:cNvSpPr>
          <p:nvPr/>
        </p:nvSpPr>
        <p:spPr>
          <a:xfrm>
            <a:off x="443319" y="2129222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</a:t>
            </a:r>
            <a:endParaRPr lang="en-ID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F30729F-9B25-C4B3-DCB9-5765C3476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9290" y="2433918"/>
            <a:ext cx="1985727" cy="2698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6572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35D97B24-87D2-2500-17A8-BEE5FCD39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6AD0C5B-EF23-D1C3-9FAF-5FD5D13579AA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E4D8D7A-08AB-ACD6-F4B6-CFBA9A0B8F3F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0E9B353B-F547-6AD9-F367-BD6DC370ED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5A9251F1-FF71-3789-5021-E9A6B2DFB5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>
              <a:buNone/>
            </a:pPr>
            <a:r>
              <a:rPr lang="en-ID" b="1" dirty="0"/>
              <a:t>Lore:</a:t>
            </a:r>
          </a:p>
          <a:p>
            <a:pPr algn="just">
              <a:buNone/>
            </a:pPr>
            <a:r>
              <a:rPr lang="en-ID" dirty="0"/>
              <a:t>Saphire Kingdom </a:t>
            </a:r>
            <a:r>
              <a:rPr lang="en-ID" dirty="0" err="1"/>
              <a:t>berada</a:t>
            </a:r>
            <a:r>
              <a:rPr lang="en-ID" dirty="0"/>
              <a:t> di wilayah </a:t>
            </a:r>
            <a:r>
              <a:rPr lang="en-ID" dirty="0" err="1"/>
              <a:t>pantai</a:t>
            </a:r>
            <a:r>
              <a:rPr lang="en-ID" dirty="0"/>
              <a:t> barat yang </a:t>
            </a:r>
            <a:r>
              <a:rPr lang="en-ID" dirty="0" err="1"/>
              <a:t>diselimuti</a:t>
            </a:r>
            <a:r>
              <a:rPr lang="en-ID" dirty="0"/>
              <a:t> </a:t>
            </a:r>
            <a:r>
              <a:rPr lang="en-ID" dirty="0" err="1"/>
              <a:t>kabut</a:t>
            </a:r>
            <a:r>
              <a:rPr lang="en-ID" dirty="0"/>
              <a:t> dan </a:t>
            </a:r>
            <a:r>
              <a:rPr lang="en-ID" dirty="0" err="1"/>
              <a:t>danau-danau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, </a:t>
            </a:r>
            <a:r>
              <a:rPr lang="en-ID" dirty="0" err="1"/>
              <a:t>magitek</a:t>
            </a:r>
            <a:r>
              <a:rPr lang="en-ID" dirty="0"/>
              <a:t>, dan </a:t>
            </a:r>
            <a:r>
              <a:rPr lang="en-ID" dirty="0" err="1"/>
              <a:t>spiritualitas</a:t>
            </a:r>
            <a:r>
              <a:rPr lang="en-ID" dirty="0"/>
              <a:t>. Para </a:t>
            </a:r>
            <a:r>
              <a:rPr lang="en-ID" dirty="0" err="1"/>
              <a:t>penyihir</a:t>
            </a:r>
            <a:r>
              <a:rPr lang="en-ID" dirty="0"/>
              <a:t> dan </a:t>
            </a:r>
            <a:r>
              <a:rPr lang="en-ID" dirty="0" err="1"/>
              <a:t>cendekiawan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keseimbangan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dijaga</a:t>
            </a:r>
            <a:r>
              <a:rPr lang="en-ID" dirty="0"/>
              <a:t>, dan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kehidupan</a:t>
            </a:r>
            <a:r>
              <a:rPr lang="en-ID" dirty="0"/>
              <a:t>,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</a:p>
          <a:p>
            <a:pPr algn="just">
              <a:buNone/>
            </a:pPr>
            <a:r>
              <a:rPr lang="en-ID" b="1" dirty="0"/>
              <a:t>Alasan </a:t>
            </a:r>
            <a:r>
              <a:rPr lang="en-ID" b="1" dirty="0" err="1"/>
              <a:t>Bergabung</a:t>
            </a:r>
            <a:r>
              <a:rPr lang="en-ID" b="1" dirty="0"/>
              <a:t>:</a:t>
            </a:r>
          </a:p>
          <a:p>
            <a:pPr algn="just"/>
            <a:r>
              <a:rPr lang="en-ID" dirty="0" err="1"/>
              <a:t>Penemuan</a:t>
            </a:r>
            <a:r>
              <a:rPr lang="en-ID" dirty="0"/>
              <a:t> ritual dark magic oleh </a:t>
            </a:r>
            <a:r>
              <a:rPr lang="en-ID" dirty="0" err="1"/>
              <a:t>anak</a:t>
            </a:r>
            <a:r>
              <a:rPr lang="en-ID" dirty="0"/>
              <a:t> Raja J </a:t>
            </a:r>
            <a:r>
              <a:rPr lang="en-ID" dirty="0" err="1"/>
              <a:t>menyadarkan</a:t>
            </a:r>
            <a:r>
              <a:rPr lang="en-ID" dirty="0"/>
              <a:t> para </a:t>
            </a:r>
            <a:r>
              <a:rPr lang="en-ID" dirty="0" err="1"/>
              <a:t>penyihir</a:t>
            </a:r>
            <a:r>
              <a:rPr lang="en-ID" dirty="0"/>
              <a:t> Saphire </a:t>
            </a:r>
            <a:r>
              <a:rPr lang="en-ID" dirty="0" err="1"/>
              <a:t>bahwa</a:t>
            </a:r>
            <a:r>
              <a:rPr lang="en-ID" dirty="0"/>
              <a:t> batas-batas </a:t>
            </a:r>
            <a:r>
              <a:rPr lang="en-ID" dirty="0" err="1"/>
              <a:t>dimensi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melemah</a:t>
            </a:r>
            <a:r>
              <a:rPr lang="en-ID" dirty="0"/>
              <a:t>. Jika </a:t>
            </a:r>
            <a:r>
              <a:rPr lang="en-ID" dirty="0" err="1"/>
              <a:t>dibiarkan</a:t>
            </a:r>
            <a:r>
              <a:rPr lang="en-ID" dirty="0"/>
              <a:t>, dunia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oleh </a:t>
            </a:r>
            <a:r>
              <a:rPr lang="en-ID" dirty="0" err="1"/>
              <a:t>ketidakstabilan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mengutus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paling </a:t>
            </a:r>
            <a:r>
              <a:rPr lang="en-ID" dirty="0" err="1"/>
              <a:t>berbakat</a:t>
            </a:r>
            <a:r>
              <a:rPr lang="en-ID" dirty="0"/>
              <a:t> —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pejuang</a:t>
            </a:r>
            <a:r>
              <a:rPr lang="en-ID" dirty="0"/>
              <a:t>, </a:t>
            </a:r>
            <a:r>
              <a:rPr lang="en-ID" dirty="0" err="1"/>
              <a:t>tapi</a:t>
            </a:r>
            <a:r>
              <a:rPr lang="en-ID" dirty="0"/>
              <a:t> juga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i="1" dirty="0" err="1"/>
              <a:t>penyeimbang</a:t>
            </a:r>
            <a:r>
              <a:rPr lang="en-ID" i="1" dirty="0"/>
              <a:t> </a:t>
            </a:r>
            <a:r>
              <a:rPr lang="en-ID" i="1" dirty="0" err="1"/>
              <a:t>sihir</a:t>
            </a:r>
            <a:r>
              <a:rPr lang="en-ID" i="1" dirty="0"/>
              <a:t> dunia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C79CCA2B-5C26-29B3-F0C1-065B9B9439A8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5" name="Picture 4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84590A6F-1FB7-7DAA-0B72-A8007A44B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54" y="3164850"/>
            <a:ext cx="1819872" cy="181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88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AA30CC60-6CA3-C894-FBEC-25ADB326B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F72D30DA-0C33-747C-85CA-0704705A2589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: </a:t>
            </a:r>
            <a:r>
              <a:rPr lang="en-US" b="1" dirty="0"/>
              <a:t>The Cold Mind</a:t>
            </a:r>
            <a:r>
              <a:rPr lang="en-US" dirty="0"/>
              <a:t> (Mage)</a:t>
            </a:r>
            <a:endParaRPr lang="en-ID" b="1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F22E464-F4B0-D46D-4266-F2686A137BE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82524" y="1747885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2B9510D8-0C74-B3CD-133E-85C97DFF3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246" y="1067485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50E89FF6-C130-BC3E-0D37-CCEAD31199FE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 err="1"/>
              <a:t>Kepribadian</a:t>
            </a:r>
            <a:r>
              <a:rPr lang="en-ID" dirty="0"/>
              <a:t>: Cerdas, </a:t>
            </a:r>
            <a:r>
              <a:rPr lang="en-ID" dirty="0" err="1"/>
              <a:t>penuh</a:t>
            </a:r>
            <a:r>
              <a:rPr lang="en-ID" dirty="0"/>
              <a:t> rasa </a:t>
            </a:r>
            <a:r>
              <a:rPr lang="en-ID" dirty="0" err="1"/>
              <a:t>ingin</a:t>
            </a:r>
            <a:r>
              <a:rPr lang="en-ID" dirty="0"/>
              <a:t> </a:t>
            </a:r>
            <a:r>
              <a:rPr lang="en-ID" dirty="0" err="1"/>
              <a:t>tahu</a:t>
            </a:r>
            <a:r>
              <a:rPr lang="en-ID" dirty="0"/>
              <a:t>, </a:t>
            </a:r>
            <a:r>
              <a:rPr lang="en-ID" dirty="0" err="1"/>
              <a:t>kadang</a:t>
            </a:r>
            <a:r>
              <a:rPr lang="en-ID" dirty="0"/>
              <a:t> </a:t>
            </a:r>
            <a:r>
              <a:rPr lang="en-ID" dirty="0" err="1"/>
              <a:t>sinis</a:t>
            </a:r>
            <a:r>
              <a:rPr lang="en-ID" dirty="0"/>
              <a:t> dan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memahami</a:t>
            </a:r>
            <a:r>
              <a:rPr lang="en-ID" dirty="0"/>
              <a:t> </a:t>
            </a:r>
            <a:r>
              <a:rPr lang="en-ID" dirty="0" err="1"/>
              <a:t>emosi</a:t>
            </a:r>
            <a:r>
              <a:rPr lang="en-ID" dirty="0"/>
              <a:t> </a:t>
            </a:r>
            <a:r>
              <a:rPr lang="en-ID" dirty="0" err="1"/>
              <a:t>manusia</a:t>
            </a:r>
            <a:r>
              <a:rPr lang="en-ID" dirty="0"/>
              <a:t>.</a:t>
            </a:r>
          </a:p>
          <a:p>
            <a:pPr algn="l"/>
            <a:endParaRPr lang="en-ID" dirty="0"/>
          </a:p>
          <a:p>
            <a:pPr algn="l"/>
            <a:r>
              <a:rPr lang="en-ID" dirty="0" err="1"/>
              <a:t>Kelebihan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area, </a:t>
            </a:r>
            <a:r>
              <a:rPr lang="en-ID" dirty="0" err="1"/>
              <a:t>manipulasi</a:t>
            </a:r>
            <a:r>
              <a:rPr lang="en-ID" dirty="0"/>
              <a:t> </a:t>
            </a:r>
            <a:r>
              <a:rPr lang="en-ID" dirty="0" err="1"/>
              <a:t>elemen</a:t>
            </a:r>
            <a:r>
              <a:rPr lang="en-ID" dirty="0"/>
              <a:t>, dan </a:t>
            </a:r>
            <a:r>
              <a:rPr lang="en-ID" dirty="0" err="1"/>
              <a:t>membaca</a:t>
            </a:r>
            <a:r>
              <a:rPr lang="en-ID" dirty="0"/>
              <a:t> Gerakan </a:t>
            </a:r>
            <a:r>
              <a:rPr lang="en-ID" dirty="0" err="1"/>
              <a:t>lawan</a:t>
            </a:r>
            <a:r>
              <a:rPr lang="en-ID" dirty="0"/>
              <a:t>.</a:t>
            </a:r>
          </a:p>
          <a:p>
            <a:pPr algn="l"/>
            <a:endParaRPr lang="en-ID" dirty="0"/>
          </a:p>
          <a:p>
            <a:pPr algn="l"/>
            <a:r>
              <a:rPr lang="en-ID" dirty="0" err="1"/>
              <a:t>Dilema</a:t>
            </a:r>
            <a:r>
              <a:rPr lang="en-ID" dirty="0"/>
              <a:t>: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percaya</a:t>
            </a:r>
            <a:r>
              <a:rPr lang="en-ID" dirty="0"/>
              <a:t> pada </a:t>
            </a:r>
            <a:r>
              <a:rPr lang="en-ID" dirty="0" err="1"/>
              <a:t>logika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lupa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dunia juga </a:t>
            </a:r>
            <a:r>
              <a:rPr lang="en-ID" dirty="0" err="1"/>
              <a:t>digerakkan</a:t>
            </a:r>
            <a:r>
              <a:rPr lang="en-ID" dirty="0"/>
              <a:t> oleh </a:t>
            </a:r>
            <a:r>
              <a:rPr lang="en-ID" dirty="0" err="1"/>
              <a:t>hati</a:t>
            </a:r>
            <a:r>
              <a:rPr lang="en-ID" dirty="0"/>
              <a:t> dan </a:t>
            </a:r>
            <a:r>
              <a:rPr lang="en-ID" dirty="0" err="1"/>
              <a:t>ikatan</a:t>
            </a:r>
            <a:r>
              <a:rPr lang="en-ID" dirty="0"/>
              <a:t> </a:t>
            </a:r>
            <a:r>
              <a:rPr lang="en-ID" dirty="0" err="1"/>
              <a:t>antarmanusia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1A742CA1-3D89-A02C-BFB4-D880A79D49A8}"/>
              </a:ext>
            </a:extLst>
          </p:cNvPr>
          <p:cNvSpPr txBox="1">
            <a:spLocks/>
          </p:cNvSpPr>
          <p:nvPr/>
        </p:nvSpPr>
        <p:spPr>
          <a:xfrm>
            <a:off x="443319" y="2143285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83D2407-D786-D94B-D592-4AF7559904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0" y="2579204"/>
            <a:ext cx="1502210" cy="2564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6748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2325200C-802D-2BB6-0455-5BB795E5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9642C4FA-0395-F37A-34DE-5DF569E19D9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2" name="Google Shape;1182;p45">
            <a:extLst>
              <a:ext uri="{FF2B5EF4-FFF2-40B4-BE49-F238E27FC236}">
                <a16:creationId xmlns:a16="http://schemas.microsoft.com/office/drawing/2014/main" id="{02CA2BBE-3D52-9AD9-E59F-1ABFD5529B0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2108347" y="1843709"/>
            <a:ext cx="6044603" cy="20077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Peasents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5" name="Google Shape;1185;p45">
            <a:extLst>
              <a:ext uri="{FF2B5EF4-FFF2-40B4-BE49-F238E27FC236}">
                <a16:creationId xmlns:a16="http://schemas.microsoft.com/office/drawing/2014/main" id="{38C02D8C-C48D-C5F3-A565-8DEB7846E0E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154516" y="1329553"/>
            <a:ext cx="43275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1. Forest of Whispers</a:t>
            </a:r>
            <a:endParaRPr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2E3C4DBB-D0C6-65C2-F263-833D7C0E24E9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056" name="Picture 8" descr="pixel art | &quot;trees&quot; [100x100 pixel] by stls">
            <a:extLst>
              <a:ext uri="{FF2B5EF4-FFF2-40B4-BE49-F238E27FC236}">
                <a16:creationId xmlns:a16="http://schemas.microsoft.com/office/drawing/2014/main" id="{E572DDEF-A570-185F-7690-913D7BAE9F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416" y="1334207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4823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Golem,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Gladiator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2. </a:t>
            </a:r>
            <a:r>
              <a:rPr lang="en-US" b="1" dirty="0" err="1"/>
              <a:t>Ashpeak</a:t>
            </a:r>
            <a:r>
              <a:rPr lang="en-US" b="1" dirty="0"/>
              <a:t> Mountain</a:t>
            </a:r>
            <a:r>
              <a:rPr lang="en-US" dirty="0"/>
              <a:t> </a:t>
            </a:r>
            <a:r>
              <a:rPr lang="en-US" i="1" dirty="0"/>
              <a:t>(Volcano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10" name="Picture 2" descr="Top free game assets tagged cave - Page 2 - itch.io">
            <a:extLst>
              <a:ext uri="{FF2B5EF4-FFF2-40B4-BE49-F238E27FC236}">
                <a16:creationId xmlns:a16="http://schemas.microsoft.com/office/drawing/2014/main" id="{3A278019-F14C-60DF-0970-A14A36151B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8750" y="131226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9B0C2A6-94CC-12E1-594C-E63B9D8E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D4F62136-2E98-BF1E-6645-5DA33A7204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25637" y="1743730"/>
            <a:ext cx="6263044" cy="12636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Musuh</a:t>
            </a:r>
            <a:r>
              <a:rPr lang="en-ID" dirty="0"/>
              <a:t>: Orc, Yokai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Mini Boss: Satyr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Boss: Minotaur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65BB3DA-DBB6-2F00-C62A-DABED8648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959237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3. Dunes of Despair</a:t>
            </a:r>
            <a:r>
              <a:rPr lang="en-ID" dirty="0"/>
              <a:t> </a:t>
            </a:r>
            <a:r>
              <a:rPr lang="en-ID" i="1" dirty="0"/>
              <a:t>(Desert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F4C7895-2D03-468C-CA94-6896181D0C51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C64983B1-AC99-456F-47FF-F57F46E1A0B1}"/>
              </a:ext>
            </a:extLst>
          </p:cNvPr>
          <p:cNvSpPr/>
          <p:nvPr/>
        </p:nvSpPr>
        <p:spPr>
          <a:xfrm rot="10800000" flipH="1">
            <a:off x="1178748" y="1517805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6DCF91-3824-1F98-57E9-4B899DC2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1178749" y="1517805"/>
            <a:ext cx="884872" cy="9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32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01D0C4B6-3335-5272-A788-CCD89C64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9966F7C4-E41C-339A-5664-3CC03B6AE9D5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EC1A7F4-DC22-B996-C7AC-C60F0D12C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80910" y="1781894"/>
            <a:ext cx="6298603" cy="1542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Skeleton Knight, Demon, Golem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Boss</a:t>
            </a:r>
            <a:r>
              <a:rPr lang="en-ID" dirty="0"/>
              <a:t>: Golem </a:t>
            </a:r>
            <a:r>
              <a:rPr lang="en-ID" dirty="0" err="1"/>
              <a:t>Raksasa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kerajaanFungsi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635C667-8597-CB28-9301-9BC5AD16A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3468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4. Ruins of Obsidian Kingdom</a:t>
            </a:r>
            <a:r>
              <a:rPr lang="en-US" i="1" dirty="0"/>
              <a:t>(</a:t>
            </a:r>
            <a:r>
              <a:rPr lang="en-US" i="1" dirty="0" err="1"/>
              <a:t>Mediaval</a:t>
            </a:r>
            <a:r>
              <a:rPr lang="en-US" i="1" dirty="0"/>
              <a:t>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54C7E2B6-D149-96AB-35AF-40456A8129DA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7B2805-584D-7589-98A4-54931D8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231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36D52C3-01D7-B804-DC33-8A82130A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ABBE1B81-B7FA-1504-17AC-B53B74FEC0A0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A3008C90-7992-0651-37FE-49DBF4B21C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668069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1A2B77-0638-E08C-269F-5C9FFF512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1512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de-DE" b="1" dirty="0"/>
              <a:t>5. Frozen Core </a:t>
            </a:r>
            <a:r>
              <a:rPr lang="de-DE" b="1" i="1" dirty="0"/>
              <a:t>(Frozen Map)</a:t>
            </a:r>
            <a:endParaRPr lang="de-DE" b="1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99142B4F-77DC-F93B-1036-97F256EB751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C3384-4728-D3CB-77FB-18622E47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50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063621" y="2460286"/>
            <a:ext cx="6200889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b="1" dirty="0"/>
              <a:t>Obsidian Soldiers</a:t>
            </a:r>
            <a:r>
              <a:rPr lang="en-ID" dirty="0"/>
              <a:t>, </a:t>
            </a:r>
            <a:r>
              <a:rPr lang="en-ID" b="1" dirty="0"/>
              <a:t>Demon</a:t>
            </a:r>
            <a:r>
              <a:rPr lang="en-ID" dirty="0"/>
              <a:t>, </a:t>
            </a:r>
            <a:r>
              <a:rPr lang="en-ID" b="1" dirty="0"/>
              <a:t>Flying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 Final</a:t>
            </a:r>
            <a:r>
              <a:rPr lang="en-ID" dirty="0"/>
              <a:t>: </a:t>
            </a:r>
            <a:r>
              <a:rPr lang="en-ID" b="1" dirty="0"/>
              <a:t>Ancient Dragon (Corrupted)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 err="1"/>
              <a:t>Mewakili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dimensional </a:t>
            </a:r>
            <a:r>
              <a:rPr lang="en-ID" dirty="0" err="1"/>
              <a:t>akibat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terlarang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dirty="0"/>
              <a:t>Ada cutscene </a:t>
            </a:r>
            <a:r>
              <a:rPr lang="en-ID" dirty="0" err="1"/>
              <a:t>interaktif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3 ending </a:t>
            </a:r>
            <a:r>
              <a:rPr lang="en-ID" dirty="0" err="1"/>
              <a:t>berdasarkan</a:t>
            </a:r>
            <a:r>
              <a:rPr lang="en-ID" dirty="0"/>
              <a:t> level </a:t>
            </a:r>
            <a:r>
              <a:rPr lang="en-ID" dirty="0" err="1"/>
              <a:t>pertemanan</a:t>
            </a:r>
            <a:r>
              <a:rPr lang="en-ID" dirty="0"/>
              <a:t> </a:t>
            </a:r>
            <a:r>
              <a:rPr lang="en-ID" dirty="0" err="1"/>
              <a:t>antar</a:t>
            </a:r>
            <a:r>
              <a:rPr lang="en-ID" dirty="0"/>
              <a:t> </a:t>
            </a:r>
            <a:r>
              <a:rPr lang="en-ID" dirty="0" err="1"/>
              <a:t>karakter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Bayangan</a:t>
            </a:r>
            <a:r>
              <a:rPr lang="en-ID" dirty="0"/>
              <a:t> sang Raja Obsidian </a:t>
            </a:r>
            <a:r>
              <a:rPr lang="en-ID" dirty="0" err="1"/>
              <a:t>sebelum</a:t>
            </a:r>
            <a:r>
              <a:rPr lang="en-ID" dirty="0"/>
              <a:t> </a:t>
            </a:r>
            <a:r>
              <a:rPr lang="en-ID" dirty="0" err="1"/>
              <a:t>dikendalikan</a:t>
            </a:r>
            <a:r>
              <a:rPr lang="en-ID" dirty="0"/>
              <a:t> </a:t>
            </a:r>
            <a:r>
              <a:rPr lang="en-ID" dirty="0" err="1"/>
              <a:t>anaknya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Penutup</a:t>
            </a:r>
            <a:r>
              <a:rPr lang="en-ID" dirty="0"/>
              <a:t> </a:t>
            </a:r>
            <a:r>
              <a:rPr lang="en-ID" dirty="0" err="1"/>
              <a:t>epik</a:t>
            </a:r>
            <a:r>
              <a:rPr lang="en-ID" dirty="0"/>
              <a:t>, </a:t>
            </a:r>
            <a:r>
              <a:rPr lang="en-ID" dirty="0" err="1"/>
              <a:t>pertarungan</a:t>
            </a:r>
            <a:r>
              <a:rPr lang="en-ID" dirty="0"/>
              <a:t> </a:t>
            </a:r>
            <a:r>
              <a:rPr lang="en-ID" dirty="0" err="1"/>
              <a:t>ideologi</a:t>
            </a:r>
            <a:r>
              <a:rPr lang="en-ID" dirty="0"/>
              <a:t>, dan </a:t>
            </a:r>
            <a:r>
              <a:rPr lang="en-ID" dirty="0" err="1"/>
              <a:t>resolusi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pilihan</a:t>
            </a:r>
            <a:r>
              <a:rPr lang="en-ID" dirty="0"/>
              <a:t> ending(</a:t>
            </a:r>
            <a:r>
              <a:rPr lang="en-ID" dirty="0" err="1"/>
              <a:t>Good,Neutral,Bad</a:t>
            </a:r>
            <a:r>
              <a:rPr lang="en-ID" dirty="0"/>
              <a:t>).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6. Skyreach Summit</a:t>
            </a:r>
            <a:r>
              <a:rPr lang="en-US" dirty="0"/>
              <a:t> </a:t>
            </a:r>
            <a:r>
              <a:rPr lang="en-US" i="1" dirty="0"/>
              <a:t>(Plains / Floating Ruins Map)</a:t>
            </a:r>
            <a:r>
              <a:rPr lang="en-US" dirty="0"/>
              <a:t> – Final Area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Reruntuhan</a:t>
            </a:r>
            <a:r>
              <a:rPr lang="en-ID" sz="1100" dirty="0"/>
              <a:t>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9"/>
          <a:stretch/>
        </p:blipFill>
        <p:spPr bwMode="auto">
          <a:xfrm>
            <a:off x="4636604" y="1561798"/>
            <a:ext cx="186070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256F770E-A75A-A106-C3C3-579DB887C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59E6E8F5-4553-9F05-FB5E-04AB5FF6EA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3FF60A-E362-9D2E-37CB-C5DC0D11542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Gunung</a:t>
            </a:r>
            <a:r>
              <a:rPr lang="en-ID" sz="1100" dirty="0"/>
              <a:t> </a:t>
            </a:r>
            <a:r>
              <a:rPr lang="en-ID" sz="1100" dirty="0" err="1"/>
              <a:t>Berapi</a:t>
            </a:r>
            <a:r>
              <a:rPr lang="en-ID" sz="1100" dirty="0"/>
              <a:t> &amp; </a:t>
            </a:r>
            <a:r>
              <a:rPr lang="en-ID" sz="1100" dirty="0" err="1"/>
              <a:t>Reruntuhan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&amp;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94" r="33344" b="19163"/>
          <a:stretch/>
        </p:blipFill>
        <p:spPr bwMode="auto">
          <a:xfrm>
            <a:off x="5252830" y="1561798"/>
            <a:ext cx="621196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92157D3F-38AF-06DD-0461-9B232DE19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CA5C3B75-F1F9-9666-5F12-ED4B470FD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2752060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544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 yang di </a:t>
            </a:r>
            <a:r>
              <a:rPr lang="en-ID" sz="1100" dirty="0" err="1"/>
              <a:t>Kontrol</a:t>
            </a:r>
            <a:r>
              <a:rPr lang="en-ID" sz="1100" dirty="0"/>
              <a:t>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melawan</a:t>
            </a:r>
            <a:r>
              <a:rPr lang="en-ID" sz="1100" dirty="0"/>
              <a:t> </a:t>
            </a:r>
            <a:r>
              <a:rPr lang="en-ID" sz="1100" dirty="0" err="1"/>
              <a:t>kita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 dan </a:t>
            </a:r>
            <a:r>
              <a:rPr lang="en-ID" sz="1100" dirty="0" err="1"/>
              <a:t>menyertrum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Pedang</a:t>
            </a:r>
            <a:r>
              <a:rPr lang="en-ID" sz="1100" dirty="0"/>
              <a:t>/Dagger, </a:t>
            </a:r>
            <a:r>
              <a:rPr lang="en-ID" sz="1100" dirty="0" err="1"/>
              <a:t>memberikan</a:t>
            </a:r>
            <a:r>
              <a:rPr lang="en-ID" sz="1100" dirty="0"/>
              <a:t> Shock(stun)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🧝‍♀️ Satyr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&amp; Padang </a:t>
            </a:r>
            <a:r>
              <a:rPr lang="en-ID" sz="1100" dirty="0" err="1"/>
              <a:t>Pasir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setengah</a:t>
            </a:r>
            <a:r>
              <a:rPr lang="en-ID" sz="1100" dirty="0"/>
              <a:t> </a:t>
            </a:r>
            <a:r>
              <a:rPr lang="en-ID" sz="1100" dirty="0" err="1"/>
              <a:t>manusia</a:t>
            </a:r>
            <a:r>
              <a:rPr lang="en-ID" sz="1100" dirty="0"/>
              <a:t> dan </a:t>
            </a:r>
            <a:r>
              <a:rPr lang="en-ID" sz="1100" dirty="0" err="1"/>
              <a:t>kambing</a:t>
            </a:r>
            <a:r>
              <a:rPr lang="en-ID" sz="1100" dirty="0"/>
              <a:t>. </a:t>
            </a:r>
            <a:r>
              <a:rPr lang="en-ID" sz="1100" dirty="0" err="1"/>
              <a:t>Menggunakan</a:t>
            </a:r>
            <a:r>
              <a:rPr lang="en-ID" sz="1100" dirty="0"/>
              <a:t> suling dan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mimpi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dan Suara, Effect Confused</a:t>
            </a:r>
          </a:p>
          <a:p>
            <a:pPr marL="127000" indent="0" algn="l"/>
            <a:endParaRPr lang="en-ID" sz="1100" b="1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FF8ACA6F-3043-B19B-180C-09B52FD7DF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956"/>
          <a:stretch/>
        </p:blipFill>
        <p:spPr bwMode="auto">
          <a:xfrm>
            <a:off x="4636602" y="468283"/>
            <a:ext cx="1856425" cy="916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951F9ED-8B57-8929-502E-7504AE70C4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54232" y="1646333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A88738DC-02C6-C0C1-2F7A-41E132B04F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8"/>
          <a:stretch/>
        </p:blipFill>
        <p:spPr bwMode="auto">
          <a:xfrm>
            <a:off x="4654232" y="2833466"/>
            <a:ext cx="1874055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🐍 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⚔️ 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🐂 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9B003410-C99C-DCBE-7BA8-2B48D4F68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1637544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🗿 Golem </a:t>
            </a:r>
            <a:r>
              <a:rPr lang="en-ID" sz="1100" b="1" dirty="0" err="1"/>
              <a:t>Raksasa</a:t>
            </a:r>
            <a:endParaRPr lang="en-ID" sz="1100" b="1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Menjatuhkan</a:t>
            </a:r>
            <a:r>
              <a:rPr lang="en-ID" sz="1100" dirty="0"/>
              <a:t> </a:t>
            </a:r>
            <a:r>
              <a:rPr lang="en-ID" sz="1100" dirty="0" err="1"/>
              <a:t>bagian</a:t>
            </a:r>
            <a:r>
              <a:rPr lang="en-ID" sz="1100" dirty="0"/>
              <a:t> </a:t>
            </a:r>
            <a:r>
              <a:rPr lang="en-ID" sz="1100" dirty="0" err="1"/>
              <a:t>tubuh</a:t>
            </a:r>
            <a:r>
              <a:rPr lang="en-ID" sz="1100" dirty="0"/>
              <a:t> </a:t>
            </a:r>
            <a:r>
              <a:rPr lang="en-ID" sz="1100" dirty="0" err="1"/>
              <a:t>sebagai</a:t>
            </a:r>
            <a:r>
              <a:rPr lang="en-ID" sz="1100" dirty="0"/>
              <a:t> </a:t>
            </a:r>
            <a:r>
              <a:rPr lang="en-ID" sz="1100" dirty="0" err="1"/>
              <a:t>bom</a:t>
            </a:r>
            <a:r>
              <a:rPr lang="en-ID" sz="1100" dirty="0"/>
              <a:t>, laser batu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🐕 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🐉 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923D51E-0637-3C86-B865-91A0C1C79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" t="-1302" r="65467" b="19698"/>
          <a:stretch/>
        </p:blipFill>
        <p:spPr bwMode="auto">
          <a:xfrm>
            <a:off x="5754754" y="431171"/>
            <a:ext cx="63113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1637544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4753" y="3001020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Obsidian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1835</Words>
  <Application>Microsoft Office PowerPoint</Application>
  <PresentationFormat>On-screen Show (16:9)</PresentationFormat>
  <Paragraphs>217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Roboto</vt:lpstr>
      <vt:lpstr>Aptos</vt:lpstr>
      <vt:lpstr>Bahnschrift</vt:lpstr>
      <vt:lpstr>Maven Pro</vt:lpstr>
      <vt:lpstr>Press Start 2P</vt:lpstr>
      <vt:lpstr>Arial</vt:lpstr>
      <vt:lpstr>Muli</vt:lpstr>
      <vt:lpstr>Super Pixel Vintage Gaming by Slidesgo</vt:lpstr>
      <vt:lpstr>GAME PROG</vt:lpstr>
      <vt:lpstr>Back Story</vt:lpstr>
      <vt:lpstr>Back Story Obsidian Kingdom</vt:lpstr>
      <vt:lpstr>1. Emerald Kingdom – Benteng Cahaya dan Keadilan</vt:lpstr>
      <vt:lpstr>Karakter: The Brave Knight (Knight)</vt:lpstr>
      <vt:lpstr>2. Ruby Kingdom – Tanah Api dan Disiplin</vt:lpstr>
      <vt:lpstr>Karakter: The Persitent Samurai (Archer)</vt:lpstr>
      <vt:lpstr>Karakter Utama</vt:lpstr>
      <vt:lpstr>Karakter: The Cold Mind (Mage)</vt:lpstr>
      <vt:lpstr>1. Forest of Whispers</vt:lpstr>
      <vt:lpstr>2. Ashpeak Mountain (Volcano Map)</vt:lpstr>
      <vt:lpstr>3. Dunes of Despair (Desert Map)</vt:lpstr>
      <vt:lpstr>4. Ruins of Obsidian Kingdom(Mediaval Map)</vt:lpstr>
      <vt:lpstr>5. Frozen Core (Frozen Map)</vt:lpstr>
      <vt:lpstr>6. Skyreach Summit (Plains / Floating Ruins Map) – Final Area</vt:lpstr>
      <vt:lpstr> Common Enemies</vt:lpstr>
      <vt:lpstr> Common Enemies</vt:lpstr>
      <vt:lpstr> Elite/Mini Bosses</vt:lpstr>
      <vt:lpstr> Elite/Mini Bosses</vt:lpstr>
      <vt:lpstr>Bosses</vt:lpstr>
      <vt:lpstr>Bosses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reykamadjaya@gmail.com</cp:lastModifiedBy>
  <cp:revision>15</cp:revision>
  <dcterms:modified xsi:type="dcterms:W3CDTF">2025-04-07T05:35:27Z</dcterms:modified>
</cp:coreProperties>
</file>