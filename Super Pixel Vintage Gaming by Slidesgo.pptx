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8" r:id="rId1"/>
  </p:sldMasterIdLst>
  <p:notesMasterIdLst>
    <p:notesMasterId r:id="rId25"/>
  </p:notesMasterIdLst>
  <p:sldIdLst>
    <p:sldId id="256" r:id="rId2"/>
    <p:sldId id="257" r:id="rId3"/>
    <p:sldId id="317" r:id="rId4"/>
    <p:sldId id="258" r:id="rId5"/>
    <p:sldId id="304" r:id="rId6"/>
    <p:sldId id="292" r:id="rId7"/>
    <p:sldId id="305" r:id="rId8"/>
    <p:sldId id="306" r:id="rId9"/>
    <p:sldId id="293" r:id="rId10"/>
    <p:sldId id="294" r:id="rId11"/>
    <p:sldId id="318" r:id="rId12"/>
    <p:sldId id="308" r:id="rId13"/>
    <p:sldId id="309" r:id="rId14"/>
    <p:sldId id="311" r:id="rId15"/>
    <p:sldId id="268" r:id="rId16"/>
    <p:sldId id="295" r:id="rId17"/>
    <p:sldId id="312" r:id="rId18"/>
    <p:sldId id="313" r:id="rId19"/>
    <p:sldId id="314" r:id="rId20"/>
    <p:sldId id="315" r:id="rId21"/>
    <p:sldId id="316" r:id="rId22"/>
    <p:sldId id="261" r:id="rId23"/>
    <p:sldId id="282" r:id="rId2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0E5C6-45F6-46E8-8BFB-9439B383B45D}">
  <a:tblStyle styleId="{C540E5C6-45F6-46E8-8BFB-9439B383B45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09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691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>
          <a:extLst>
            <a:ext uri="{FF2B5EF4-FFF2-40B4-BE49-F238E27FC236}">
              <a16:creationId xmlns:a16="http://schemas.microsoft.com/office/drawing/2014/main" id="{5CC44622-DDA0-1A42-A7AD-6AB0DF9D0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>
            <a:extLst>
              <a:ext uri="{FF2B5EF4-FFF2-40B4-BE49-F238E27FC236}">
                <a16:creationId xmlns:a16="http://schemas.microsoft.com/office/drawing/2014/main" id="{10550CE6-D527-DE38-9FAB-9DB6C8C4F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>
            <a:extLst>
              <a:ext uri="{FF2B5EF4-FFF2-40B4-BE49-F238E27FC236}">
                <a16:creationId xmlns:a16="http://schemas.microsoft.com/office/drawing/2014/main" id="{8A5CF2CB-807B-9F45-90F0-D96B0940D8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2157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922A69DF-5A70-DFA6-3DC0-539A42DBF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B1EB3109-B6AB-448E-2D4F-58E4A85A33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B0469AC8-6339-EFE7-8844-08A5E9D9A8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28119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8D5C2B39-7D67-0C9F-D10E-FAC319DE9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44FAA87-EB8D-B683-D13D-0A5B6A390C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49CA25D5-EE55-2ECA-B300-EB3463AE94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91713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E1B55CC-F934-29AE-0494-25FD99799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1D4914BC-99D0-0C9D-ADEB-CD202746A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241DF32A-9478-F042-7B07-CB9959B0C5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44375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CD3F5E77-2113-46DE-F65B-BD63F33CE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BE868ACB-B2BD-2157-CD46-06B2DAA0B1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0002E6ED-B383-0DB3-C965-D9D3D1D98A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25006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1E0E02F3-2B7D-83B7-6702-E35FDE539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1EE6E9C-7BEC-FFEB-5AED-52042D31BC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5CF6C75C-A35B-8DC8-4583-D08C693417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75624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092AFEBC-C2C0-AAE3-3923-ED9F5B078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FC41A422-9A5C-A5F6-146C-DDFE8156DE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5197E18-A563-CE83-1E79-CFB529BB50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50297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C3C7927E-8167-2A86-F824-665E11135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AA8F2EA2-A947-D2DE-1F28-4157EF4888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C69D366C-00ED-A89C-DF75-3FAFE9DD96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22294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3544EC06-C16F-F1BA-C147-D091FD38B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5B801026-2026-28B2-5356-D5475AF14B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9F46113-280B-C329-6078-4BEA95D969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07694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D25447CF-0EEF-E2D8-744F-3FFE836E9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224E18BD-7692-D3EC-B396-BCD80C9190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A8066A6-E53A-CF7F-C3D8-1E0C6034F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41884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AC1C5061-0FD4-49D1-1F88-04980887A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2E885ADE-C341-711C-696B-3128964220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544A047C-0CFF-77D0-AC9F-19414D355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7931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17140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69780098-DB07-098E-C96B-10553FA35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31F21322-B919-B2C2-2F61-B7F3F3E616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9D268F1-28C1-B440-85D6-9674EFF331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69389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9670B0DD-0D99-D2A6-BA13-61365EB7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EE66E9D-C3E9-1C17-5BFE-1A7EE14A10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A3D8D63-35D0-A968-1373-AF44423DA7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84017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6C816A70-22FB-48E9-80E4-0A512B5A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AAA20EC2-9CE4-4172-EEA0-FFE72E80C0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FFE50E6-0F5E-9F04-04A7-9F77A68DD9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4746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F27D83C0-605A-F218-C8AC-869AF514F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F6BD78A8-4CA6-F967-0B39-C816E120C8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133D7C9-DF15-3B8E-09A4-4A0606738D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62997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A6882682-A21D-3E66-8127-AF4382C3E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1C83F7DE-9983-C97E-0169-BE66AC9B9E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7D43C28-9B43-E591-4314-96B344D439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1516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g6f1bce38b0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3" name="Google Shape;1003;g6f1bce38b0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a3364f6310_1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a3364f6310_1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890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861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7944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6915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861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833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750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7255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697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668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017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"/>
          <p:cNvSpPr/>
          <p:nvPr/>
        </p:nvSpPr>
        <p:spPr>
          <a:xfrm>
            <a:off x="7666240" y="363586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677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8846774" y="303468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-51" y="1784888"/>
            <a:ext cx="295369" cy="302004"/>
          </a:xfrm>
          <a:custGeom>
            <a:avLst/>
            <a:gdLst/>
            <a:ahLst/>
            <a:cxnLst/>
            <a:rect l="l" t="t" r="r" b="b"/>
            <a:pathLst>
              <a:path w="9515" h="10579" extrusionOk="0">
                <a:moveTo>
                  <a:pt x="1" y="1"/>
                </a:moveTo>
                <a:lnTo>
                  <a:pt x="1" y="10579"/>
                </a:lnTo>
                <a:lnTo>
                  <a:pt x="9515" y="10579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590611" y="3034023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7993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892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834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05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7320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04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7780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8846852" y="243208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8846837" y="1829248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074526" y="363792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768933" y="36387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8258967" y="303510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 rot="10800000" flipH="1">
            <a:off x="8257867" y="1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4"/>
          <p:cNvSpPr/>
          <p:nvPr/>
        </p:nvSpPr>
        <p:spPr>
          <a:xfrm rot="10800000" flipH="1">
            <a:off x="8847624" y="60260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 rot="10800000" flipH="1">
            <a:off x="8848630" y="-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 rot="10800000" flipH="1">
            <a:off x="8847702" y="12052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4"/>
          <p:cNvSpPr/>
          <p:nvPr/>
        </p:nvSpPr>
        <p:spPr>
          <a:xfrm rot="10800000" flipH="1">
            <a:off x="8847687" y="1807156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"/>
          <p:cNvSpPr/>
          <p:nvPr/>
        </p:nvSpPr>
        <p:spPr>
          <a:xfrm rot="10800000" flipH="1">
            <a:off x="8259817" y="602189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4"/>
          <p:cNvSpPr txBox="1">
            <a:spLocks noGrp="1"/>
          </p:cNvSpPr>
          <p:nvPr>
            <p:ph type="body" idx="1"/>
          </p:nvPr>
        </p:nvSpPr>
        <p:spPr>
          <a:xfrm>
            <a:off x="717425" y="1203750"/>
            <a:ext cx="7709100" cy="339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84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 sz="1200">
                <a:solidFill>
                  <a:srgbClr val="FFFFFF"/>
                </a:solidFill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4"/>
          <p:cNvSpPr txBox="1"/>
          <p:nvPr/>
        </p:nvSpPr>
        <p:spPr>
          <a:xfrm>
            <a:off x="-295875" y="3054825"/>
            <a:ext cx="2159700" cy="5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5307596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 txBox="1">
            <a:spLocks noGrp="1"/>
          </p:cNvSpPr>
          <p:nvPr>
            <p:ph type="title"/>
          </p:nvPr>
        </p:nvSpPr>
        <p:spPr>
          <a:xfrm>
            <a:off x="1108900" y="1540450"/>
            <a:ext cx="3552000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9" name="Google Shape;169;p7"/>
          <p:cNvSpPr txBox="1">
            <a:spLocks noGrp="1"/>
          </p:cNvSpPr>
          <p:nvPr>
            <p:ph type="body" idx="1"/>
          </p:nvPr>
        </p:nvSpPr>
        <p:spPr>
          <a:xfrm>
            <a:off x="1108875" y="2435000"/>
            <a:ext cx="4084200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 b="0"/>
            </a:lvl1pPr>
            <a:lvl2pPr marL="914400" lvl="1" indent="-330200">
              <a:spcBef>
                <a:spcPts val="10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 rot="-5400000" flipH="1">
            <a:off x="8837117" y="2417294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"/>
          <p:cNvSpPr/>
          <p:nvPr/>
        </p:nvSpPr>
        <p:spPr>
          <a:xfrm rot="-5400000" flipH="1">
            <a:off x="8837117" y="3022331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8"/>
          <p:cNvSpPr/>
          <p:nvPr/>
        </p:nvSpPr>
        <p:spPr>
          <a:xfrm rot="-5400000" flipH="1">
            <a:off x="8218864" y="-3340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8"/>
          <p:cNvSpPr/>
          <p:nvPr/>
        </p:nvSpPr>
        <p:spPr>
          <a:xfrm rot="-5400000" flipH="1">
            <a:off x="8218848" y="60171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/>
          <p:nvPr/>
        </p:nvSpPr>
        <p:spPr>
          <a:xfrm rot="-5400000" flipH="1">
            <a:off x="8218848" y="120675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"/>
          <p:cNvSpPr/>
          <p:nvPr/>
        </p:nvSpPr>
        <p:spPr>
          <a:xfrm rot="-5400000" flipH="1">
            <a:off x="8218848" y="181178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 rot="-5400000" flipH="1">
            <a:off x="8218848" y="302189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"/>
          <p:cNvSpPr/>
          <p:nvPr/>
        </p:nvSpPr>
        <p:spPr>
          <a:xfrm rot="-5400000" flipH="1">
            <a:off x="8218848" y="36269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8"/>
          <p:cNvSpPr/>
          <p:nvPr/>
        </p:nvSpPr>
        <p:spPr>
          <a:xfrm rot="-5400000" flipH="1">
            <a:off x="8218848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"/>
          <p:cNvSpPr/>
          <p:nvPr/>
        </p:nvSpPr>
        <p:spPr>
          <a:xfrm rot="-5400000" flipH="1">
            <a:off x="7600595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/>
          <p:nvPr/>
        </p:nvSpPr>
        <p:spPr>
          <a:xfrm rot="-5400000" flipH="1">
            <a:off x="6982340" y="-3354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"/>
          <p:cNvSpPr/>
          <p:nvPr/>
        </p:nvSpPr>
        <p:spPr>
          <a:xfrm rot="-5400000" flipH="1">
            <a:off x="6364086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 rot="-5400000" flipH="1">
            <a:off x="6982818" y="602114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 rot="-5400000" flipH="1">
            <a:off x="7601074" y="60258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"/>
          <p:cNvSpPr/>
          <p:nvPr/>
        </p:nvSpPr>
        <p:spPr>
          <a:xfrm rot="-5400000" flipH="1">
            <a:off x="8837548" y="-338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8"/>
          <p:cNvSpPr/>
          <p:nvPr/>
        </p:nvSpPr>
        <p:spPr>
          <a:xfrm rot="-5400000" flipH="1">
            <a:off x="8837586" y="6021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/>
          <p:nvPr/>
        </p:nvSpPr>
        <p:spPr>
          <a:xfrm rot="-5400000" flipH="1">
            <a:off x="8837584" y="1207199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 rot="-5400000" flipH="1">
            <a:off x="8835354" y="18119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 rot="-5400000" flipH="1">
            <a:off x="8218844" y="24172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8"/>
          <p:cNvSpPr/>
          <p:nvPr/>
        </p:nvSpPr>
        <p:spPr>
          <a:xfrm rot="-5400000" flipH="1">
            <a:off x="8835362" y="36273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"/>
          <p:cNvSpPr/>
          <p:nvPr/>
        </p:nvSpPr>
        <p:spPr>
          <a:xfrm rot="-5400000" flipH="1">
            <a:off x="8835842" y="423239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8"/>
          <p:cNvSpPr/>
          <p:nvPr/>
        </p:nvSpPr>
        <p:spPr>
          <a:xfrm rot="-5400000" flipH="1">
            <a:off x="8835362" y="483747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 rot="-5400000" flipH="1">
            <a:off x="8218902" y="423196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 rot="-5400000" flipH="1">
            <a:off x="7602324" y="181198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"/>
          <p:cNvSpPr/>
          <p:nvPr/>
        </p:nvSpPr>
        <p:spPr>
          <a:xfrm rot="-5400000" flipH="1">
            <a:off x="7602324" y="362570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 rot="-5400000" flipH="1">
            <a:off x="7601900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"/>
          <p:cNvSpPr/>
          <p:nvPr/>
        </p:nvSpPr>
        <p:spPr>
          <a:xfrm rot="-5400000" flipH="1">
            <a:off x="6984953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8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9" name="Google Shape;199;p8"/>
          <p:cNvSpPr/>
          <p:nvPr/>
        </p:nvSpPr>
        <p:spPr>
          <a:xfrm rot="-5400000" flipH="1">
            <a:off x="6368449" y="483746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"/>
          <p:cNvSpPr/>
          <p:nvPr/>
        </p:nvSpPr>
        <p:spPr>
          <a:xfrm rot="-5400000" flipH="1">
            <a:off x="5692174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 rot="-5400000" flipH="1">
            <a:off x="5020249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 rot="-5400000" flipH="1">
            <a:off x="5752349" y="483747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"/>
          <p:cNvSpPr/>
          <p:nvPr/>
        </p:nvSpPr>
        <p:spPr>
          <a:xfrm rot="5400000">
            <a:off x="3454" y="-3368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"/>
          <p:cNvSpPr/>
          <p:nvPr/>
        </p:nvSpPr>
        <p:spPr>
          <a:xfrm rot="5400000">
            <a:off x="3438" y="60168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 rot="5400000">
            <a:off x="3438" y="181175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8"/>
          <p:cNvSpPr/>
          <p:nvPr/>
        </p:nvSpPr>
        <p:spPr>
          <a:xfrm rot="5400000">
            <a:off x="3438" y="362689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"/>
          <p:cNvSpPr/>
          <p:nvPr/>
        </p:nvSpPr>
        <p:spPr>
          <a:xfrm rot="5400000">
            <a:off x="3438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 rot="5400000">
            <a:off x="621721" y="-2929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8"/>
          <p:cNvSpPr/>
          <p:nvPr/>
        </p:nvSpPr>
        <p:spPr>
          <a:xfrm rot="5400000">
            <a:off x="622197" y="60255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"/>
          <p:cNvSpPr/>
          <p:nvPr/>
        </p:nvSpPr>
        <p:spPr>
          <a:xfrm rot="5400000">
            <a:off x="3442" y="241723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 rot="5400000">
            <a:off x="3384" y="423194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"/>
          <p:cNvSpPr/>
          <p:nvPr/>
        </p:nvSpPr>
        <p:spPr>
          <a:xfrm rot="5400000">
            <a:off x="619959" y="181195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 rot="5400000">
            <a:off x="619959" y="362567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 rot="5400000">
            <a:off x="620383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"/>
          <p:cNvSpPr/>
          <p:nvPr/>
        </p:nvSpPr>
        <p:spPr>
          <a:xfrm rot="5400000">
            <a:off x="1237329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ITLE_AND_TWO_COLUMNS_1_1_1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3"/>
          <p:cNvSpPr/>
          <p:nvPr/>
        </p:nvSpPr>
        <p:spPr>
          <a:xfrm rot="10800000" flipH="1">
            <a:off x="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3"/>
          <p:cNvSpPr/>
          <p:nvPr/>
        </p:nvSpPr>
        <p:spPr>
          <a:xfrm rot="10800000" flipH="1">
            <a:off x="589715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3"/>
          <p:cNvSpPr/>
          <p:nvPr/>
        </p:nvSpPr>
        <p:spPr>
          <a:xfrm rot="10800000" flipH="1">
            <a:off x="117943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3"/>
          <p:cNvSpPr/>
          <p:nvPr/>
        </p:nvSpPr>
        <p:spPr>
          <a:xfrm rot="10800000" flipH="1">
            <a:off x="886" y="180737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3"/>
          <p:cNvSpPr/>
          <p:nvPr/>
        </p:nvSpPr>
        <p:spPr>
          <a:xfrm rot="10800000" flipH="1">
            <a:off x="912" y="120519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3"/>
          <p:cNvSpPr/>
          <p:nvPr/>
        </p:nvSpPr>
        <p:spPr>
          <a:xfrm rot="10800000" flipH="1">
            <a:off x="444" y="-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3"/>
          <p:cNvSpPr/>
          <p:nvPr/>
        </p:nvSpPr>
        <p:spPr>
          <a:xfrm rot="10800000" flipH="1">
            <a:off x="590206" y="14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3"/>
          <p:cNvSpPr/>
          <p:nvPr/>
        </p:nvSpPr>
        <p:spPr>
          <a:xfrm rot="10800000" flipH="1">
            <a:off x="1179204" y="169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3"/>
          <p:cNvSpPr/>
          <p:nvPr/>
        </p:nvSpPr>
        <p:spPr>
          <a:xfrm rot="10800000" flipH="1">
            <a:off x="1179208" y="12034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8846692" y="4840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3"/>
          <p:cNvSpPr/>
          <p:nvPr/>
        </p:nvSpPr>
        <p:spPr>
          <a:xfrm>
            <a:off x="7666361" y="423742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3"/>
          <p:cNvSpPr/>
          <p:nvPr/>
        </p:nvSpPr>
        <p:spPr>
          <a:xfrm>
            <a:off x="8846692" y="363545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8255915" y="363404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7666361" y="48423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3"/>
          <p:cNvSpPr/>
          <p:nvPr/>
        </p:nvSpPr>
        <p:spPr>
          <a:xfrm>
            <a:off x="8256995" y="42363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3"/>
          <p:cNvSpPr/>
          <p:nvPr/>
        </p:nvSpPr>
        <p:spPr>
          <a:xfrm>
            <a:off x="8256073" y="48386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3"/>
          <p:cNvSpPr/>
          <p:nvPr/>
        </p:nvSpPr>
        <p:spPr>
          <a:xfrm>
            <a:off x="8846724" y="4237634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8848642" y="3033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3"/>
          <p:cNvSpPr txBox="1">
            <a:spLocks noGrp="1"/>
          </p:cNvSpPr>
          <p:nvPr>
            <p:ph type="subTitle" idx="1"/>
          </p:nvPr>
        </p:nvSpPr>
        <p:spPr>
          <a:xfrm>
            <a:off x="1407681" y="4102075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13"/>
          <p:cNvSpPr txBox="1">
            <a:spLocks noGrp="1"/>
          </p:cNvSpPr>
          <p:nvPr>
            <p:ph type="subTitle" idx="2"/>
          </p:nvPr>
        </p:nvSpPr>
        <p:spPr>
          <a:xfrm>
            <a:off x="4661319" y="4104337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1" name="Google Shape;361;p13"/>
          <p:cNvSpPr txBox="1">
            <a:spLocks noGrp="1"/>
          </p:cNvSpPr>
          <p:nvPr>
            <p:ph type="title" hasCustomPrompt="1"/>
          </p:nvPr>
        </p:nvSpPr>
        <p:spPr>
          <a:xfrm>
            <a:off x="1462581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2" name="Google Shape;362;p13"/>
          <p:cNvSpPr txBox="1">
            <a:spLocks noGrp="1"/>
          </p:cNvSpPr>
          <p:nvPr>
            <p:ph type="title" idx="3" hasCustomPrompt="1"/>
          </p:nvPr>
        </p:nvSpPr>
        <p:spPr>
          <a:xfrm>
            <a:off x="4716219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3" name="Google Shape;363;p13"/>
          <p:cNvSpPr txBox="1">
            <a:spLocks noGrp="1"/>
          </p:cNvSpPr>
          <p:nvPr>
            <p:ph type="title" idx="4" hasCustomPrompt="1"/>
          </p:nvPr>
        </p:nvSpPr>
        <p:spPr>
          <a:xfrm>
            <a:off x="1462581" y="2996049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4" name="Google Shape;364;p13"/>
          <p:cNvSpPr txBox="1">
            <a:spLocks noGrp="1"/>
          </p:cNvSpPr>
          <p:nvPr>
            <p:ph type="title" idx="5" hasCustomPrompt="1"/>
          </p:nvPr>
        </p:nvSpPr>
        <p:spPr>
          <a:xfrm>
            <a:off x="4716219" y="2998075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5" name="Google Shape;365;p13"/>
          <p:cNvSpPr txBox="1">
            <a:spLocks noGrp="1"/>
          </p:cNvSpPr>
          <p:nvPr>
            <p:ph type="subTitle" idx="6"/>
          </p:nvPr>
        </p:nvSpPr>
        <p:spPr>
          <a:xfrm>
            <a:off x="1781031" y="2015850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6" name="Google Shape;366;p13"/>
          <p:cNvSpPr txBox="1">
            <a:spLocks noGrp="1"/>
          </p:cNvSpPr>
          <p:nvPr>
            <p:ph type="subTitle" idx="7"/>
          </p:nvPr>
        </p:nvSpPr>
        <p:spPr>
          <a:xfrm>
            <a:off x="5034669" y="2018575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7" name="Google Shape;367;p13"/>
          <p:cNvSpPr txBox="1">
            <a:spLocks noGrp="1"/>
          </p:cNvSpPr>
          <p:nvPr>
            <p:ph type="subTitle" idx="8"/>
          </p:nvPr>
        </p:nvSpPr>
        <p:spPr>
          <a:xfrm>
            <a:off x="5034669" y="3643025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8" name="Google Shape;368;p13"/>
          <p:cNvSpPr txBox="1">
            <a:spLocks noGrp="1"/>
          </p:cNvSpPr>
          <p:nvPr>
            <p:ph type="subTitle" idx="9"/>
          </p:nvPr>
        </p:nvSpPr>
        <p:spPr>
          <a:xfrm>
            <a:off x="1407681" y="2479575"/>
            <a:ext cx="30750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13"/>
          <p:cNvSpPr txBox="1">
            <a:spLocks noGrp="1"/>
          </p:cNvSpPr>
          <p:nvPr>
            <p:ph type="subTitle" idx="13"/>
          </p:nvPr>
        </p:nvSpPr>
        <p:spPr>
          <a:xfrm>
            <a:off x="4668369" y="2480138"/>
            <a:ext cx="30609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13"/>
          <p:cNvSpPr txBox="1">
            <a:spLocks noGrp="1"/>
          </p:cNvSpPr>
          <p:nvPr>
            <p:ph type="subTitle" idx="14"/>
          </p:nvPr>
        </p:nvSpPr>
        <p:spPr>
          <a:xfrm>
            <a:off x="1781031" y="3640250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71" name="Google Shape;371;p13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7"/>
          <p:cNvSpPr/>
          <p:nvPr/>
        </p:nvSpPr>
        <p:spPr>
          <a:xfrm rot="10800000" flipH="1">
            <a:off x="8257042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7"/>
          <p:cNvSpPr/>
          <p:nvPr/>
        </p:nvSpPr>
        <p:spPr>
          <a:xfrm rot="10800000" flipH="1">
            <a:off x="34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7"/>
          <p:cNvSpPr/>
          <p:nvPr/>
        </p:nvSpPr>
        <p:spPr>
          <a:xfrm rot="10800000" flipH="1">
            <a:off x="58975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7"/>
          <p:cNvSpPr/>
          <p:nvPr/>
        </p:nvSpPr>
        <p:spPr>
          <a:xfrm rot="10800000" flipH="1">
            <a:off x="117946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7"/>
          <p:cNvSpPr/>
          <p:nvPr/>
        </p:nvSpPr>
        <p:spPr>
          <a:xfrm rot="10800000" flipH="1">
            <a:off x="34" y="1207138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7"/>
          <p:cNvSpPr/>
          <p:nvPr/>
        </p:nvSpPr>
        <p:spPr>
          <a:xfrm rot="10800000" flipH="1">
            <a:off x="8846799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7"/>
          <p:cNvSpPr/>
          <p:nvPr/>
        </p:nvSpPr>
        <p:spPr>
          <a:xfrm rot="10800000" flipH="1">
            <a:off x="590662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7"/>
          <p:cNvSpPr/>
          <p:nvPr/>
        </p:nvSpPr>
        <p:spPr>
          <a:xfrm rot="10800000" flipH="1">
            <a:off x="-2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17"/>
          <p:cNvSpPr/>
          <p:nvPr/>
        </p:nvSpPr>
        <p:spPr>
          <a:xfrm rot="10800000" flipH="1">
            <a:off x="590194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7"/>
          <p:cNvSpPr/>
          <p:nvPr/>
        </p:nvSpPr>
        <p:spPr>
          <a:xfrm rot="10800000" flipH="1">
            <a:off x="1179956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7"/>
          <p:cNvSpPr/>
          <p:nvPr/>
        </p:nvSpPr>
        <p:spPr>
          <a:xfrm rot="10800000" flipH="1">
            <a:off x="1768954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7"/>
          <p:cNvSpPr/>
          <p:nvPr/>
        </p:nvSpPr>
        <p:spPr>
          <a:xfrm rot="10800000" flipH="1">
            <a:off x="7076711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17"/>
          <p:cNvSpPr/>
          <p:nvPr/>
        </p:nvSpPr>
        <p:spPr>
          <a:xfrm rot="10800000" flipH="1">
            <a:off x="7667345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7"/>
          <p:cNvSpPr/>
          <p:nvPr/>
        </p:nvSpPr>
        <p:spPr>
          <a:xfrm rot="10800000" flipH="1">
            <a:off x="7666423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7"/>
          <p:cNvSpPr/>
          <p:nvPr/>
        </p:nvSpPr>
        <p:spPr>
          <a:xfrm rot="10800000" flipH="1">
            <a:off x="8257074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7"/>
          <p:cNvSpPr/>
          <p:nvPr/>
        </p:nvSpPr>
        <p:spPr>
          <a:xfrm rot="10800000" flipH="1">
            <a:off x="884860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7"/>
          <p:cNvSpPr/>
          <p:nvPr/>
        </p:nvSpPr>
        <p:spPr>
          <a:xfrm rot="10800000" flipH="1">
            <a:off x="884780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7"/>
          <p:cNvSpPr txBox="1">
            <a:spLocks noGrp="1"/>
          </p:cNvSpPr>
          <p:nvPr>
            <p:ph type="title"/>
          </p:nvPr>
        </p:nvSpPr>
        <p:spPr>
          <a:xfrm>
            <a:off x="2102668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6" name="Google Shape;476;p17"/>
          <p:cNvSpPr txBox="1">
            <a:spLocks noGrp="1"/>
          </p:cNvSpPr>
          <p:nvPr>
            <p:ph type="subTitle" idx="1"/>
          </p:nvPr>
        </p:nvSpPr>
        <p:spPr>
          <a:xfrm>
            <a:off x="2102668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7" name="Google Shape;477;p17"/>
          <p:cNvSpPr txBox="1">
            <a:spLocks noGrp="1"/>
          </p:cNvSpPr>
          <p:nvPr>
            <p:ph type="title" idx="2"/>
          </p:nvPr>
        </p:nvSpPr>
        <p:spPr>
          <a:xfrm>
            <a:off x="2102668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8" name="Google Shape;478;p17"/>
          <p:cNvSpPr txBox="1">
            <a:spLocks noGrp="1"/>
          </p:cNvSpPr>
          <p:nvPr>
            <p:ph type="subTitle" idx="3"/>
          </p:nvPr>
        </p:nvSpPr>
        <p:spPr>
          <a:xfrm>
            <a:off x="2102668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9" name="Google Shape;479;p17"/>
          <p:cNvSpPr txBox="1">
            <a:spLocks noGrp="1"/>
          </p:cNvSpPr>
          <p:nvPr>
            <p:ph type="title" idx="4"/>
          </p:nvPr>
        </p:nvSpPr>
        <p:spPr>
          <a:xfrm>
            <a:off x="5809669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0" name="Google Shape;480;p17"/>
          <p:cNvSpPr txBox="1">
            <a:spLocks noGrp="1"/>
          </p:cNvSpPr>
          <p:nvPr>
            <p:ph type="subTitle" idx="5"/>
          </p:nvPr>
        </p:nvSpPr>
        <p:spPr>
          <a:xfrm>
            <a:off x="5809671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1" name="Google Shape;481;p17"/>
          <p:cNvSpPr txBox="1">
            <a:spLocks noGrp="1"/>
          </p:cNvSpPr>
          <p:nvPr>
            <p:ph type="title" idx="6"/>
          </p:nvPr>
        </p:nvSpPr>
        <p:spPr>
          <a:xfrm>
            <a:off x="5809669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2" name="Google Shape;482;p17"/>
          <p:cNvSpPr txBox="1">
            <a:spLocks noGrp="1"/>
          </p:cNvSpPr>
          <p:nvPr>
            <p:ph type="subTitle" idx="7"/>
          </p:nvPr>
        </p:nvSpPr>
        <p:spPr>
          <a:xfrm>
            <a:off x="5809671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3" name="Google Shape;483;p17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APTION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2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2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2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8" name="Google Shape;818;p2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2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2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2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2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2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2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2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2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2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2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2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2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2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2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2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0" name="Google Shape;840;p27"/>
          <p:cNvSpPr/>
          <p:nvPr/>
        </p:nvSpPr>
        <p:spPr>
          <a:xfrm>
            <a:off x="1768971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2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3" name="Google Shape;843;p27"/>
          <p:cNvSpPr txBox="1">
            <a:spLocks noGrp="1"/>
          </p:cNvSpPr>
          <p:nvPr>
            <p:ph type="subTitle" idx="1"/>
          </p:nvPr>
        </p:nvSpPr>
        <p:spPr>
          <a:xfrm>
            <a:off x="1059150" y="1276625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31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27"/>
          <p:cNvSpPr txBox="1">
            <a:spLocks noGrp="1"/>
          </p:cNvSpPr>
          <p:nvPr>
            <p:ph type="title"/>
          </p:nvPr>
        </p:nvSpPr>
        <p:spPr>
          <a:xfrm>
            <a:off x="2332425" y="3034500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Char char="-"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8" r:id="rId6"/>
    <p:sldLayoutId id="2147483659" r:id="rId7"/>
    <p:sldLayoutId id="2147483663" r:id="rId8"/>
    <p:sldLayoutId id="2147483673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6.gif"/><Relationship Id="rId4" Type="http://schemas.openxmlformats.org/officeDocument/2006/relationships/image" Target="../media/image15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9.gif"/><Relationship Id="rId4" Type="http://schemas.openxmlformats.org/officeDocument/2006/relationships/image" Target="../media/image18.gi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2.gif"/><Relationship Id="rId4" Type="http://schemas.openxmlformats.org/officeDocument/2006/relationships/image" Target="../media/image21.gi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6.gif"/><Relationship Id="rId4" Type="http://schemas.openxmlformats.org/officeDocument/2006/relationships/image" Target="../media/image25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8.gif"/><Relationship Id="rId4" Type="http://schemas.openxmlformats.org/officeDocument/2006/relationships/image" Target="../media/image27.gi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3"/>
          <p:cNvSpPr txBox="1">
            <a:spLocks noGrp="1"/>
          </p:cNvSpPr>
          <p:nvPr>
            <p:ph type="ctrTitle"/>
          </p:nvPr>
        </p:nvSpPr>
        <p:spPr>
          <a:xfrm>
            <a:off x="1841100" y="114923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GAME PROG</a:t>
            </a:r>
            <a:endParaRPr dirty="0"/>
          </a:p>
        </p:txBody>
      </p:sp>
      <p:sp>
        <p:nvSpPr>
          <p:cNvPr id="964" name="Google Shape;964;p33"/>
          <p:cNvSpPr txBox="1">
            <a:spLocks noGrp="1"/>
          </p:cNvSpPr>
          <p:nvPr>
            <p:ph type="subTitle" idx="1"/>
          </p:nvPr>
        </p:nvSpPr>
        <p:spPr>
          <a:xfrm>
            <a:off x="2373819" y="2097535"/>
            <a:ext cx="4264874" cy="16770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ichard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adiyanto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gnatius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ryant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222117029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amadjaja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222117054 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ichcie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umundo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222117065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5" name="Google Shape;965;p33"/>
          <p:cNvSpPr txBox="1">
            <a:spLocks noGrp="1"/>
          </p:cNvSpPr>
          <p:nvPr>
            <p:ph type="ctrTitle" idx="2"/>
          </p:nvPr>
        </p:nvSpPr>
        <p:spPr>
          <a:xfrm>
            <a:off x="713100" y="274960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PIXEL GUARDIAN</a:t>
            </a:r>
            <a:endParaRPr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 Story</a:t>
            </a:r>
            <a:endParaRPr dirty="0"/>
          </a:p>
        </p:txBody>
      </p:sp>
      <p:sp>
        <p:nvSpPr>
          <p:cNvPr id="971" name="Google Shape;971;p34"/>
          <p:cNvSpPr txBox="1">
            <a:spLocks noGrp="1"/>
          </p:cNvSpPr>
          <p:nvPr>
            <p:ph type="body" idx="1"/>
          </p:nvPr>
        </p:nvSpPr>
        <p:spPr>
          <a:xfrm>
            <a:off x="846635" y="2396446"/>
            <a:ext cx="7709100" cy="1093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Dunia </a:t>
            </a:r>
            <a:r>
              <a:rPr lang="en-ID" dirty="0" err="1">
                <a:cs typeface="LilyUPC" panose="020B0502040204020203" pitchFamily="34" charset="-34"/>
              </a:rPr>
              <a:t>Crystallia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terdiri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besar</a:t>
            </a:r>
            <a:r>
              <a:rPr lang="en-ID" dirty="0">
                <a:cs typeface="LilyUPC" panose="020B0502040204020203" pitchFamily="34" charset="-34"/>
              </a:rPr>
              <a:t>: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b="1" dirty="0">
                <a:cs typeface="LilyUPC" panose="020B0502040204020203" pitchFamily="34" charset="-34"/>
              </a:rPr>
              <a:t>Ruby Kingdom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tanah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pejuang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cepat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terampil</a:t>
            </a:r>
            <a:r>
              <a:rPr lang="en-ID" dirty="0">
                <a:cs typeface="LilyUPC" panose="020B0502040204020203" pitchFamily="34" charset="-34"/>
              </a:rPr>
              <a:t> — </a:t>
            </a:r>
            <a:r>
              <a:rPr lang="en-ID" dirty="0" err="1">
                <a:cs typeface="LilyUPC" panose="020B0502040204020203" pitchFamily="34" charset="-34"/>
              </a:rPr>
              <a:t>tempat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asal</a:t>
            </a:r>
            <a:r>
              <a:rPr lang="en-ID" dirty="0">
                <a:cs typeface="LilyUPC" panose="020B0502040204020203" pitchFamily="34" charset="-34"/>
              </a:rPr>
              <a:t> sang Samurai </a:t>
            </a:r>
            <a:r>
              <a:rPr lang="en-ID" dirty="0" err="1">
                <a:cs typeface="LilyUPC" panose="020B0502040204020203" pitchFamily="34" charset="-34"/>
              </a:rPr>
              <a:t>pemanah</a:t>
            </a:r>
            <a:r>
              <a:rPr lang="en-ID" dirty="0">
                <a:cs typeface="LilyUPC" panose="020B0502040204020203" pitchFamily="34" charset="-34"/>
              </a:rPr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b="1" dirty="0">
                <a:cs typeface="LilyUPC" panose="020B0502040204020203" pitchFamily="34" charset="-34"/>
              </a:rPr>
              <a:t>Emerald Kingdom</a:t>
            </a:r>
            <a:r>
              <a:rPr lang="en-ID" dirty="0">
                <a:cs typeface="LilyUPC" panose="020B0502040204020203" pitchFamily="34" charset="-34"/>
              </a:rPr>
              <a:t>, wilayah </a:t>
            </a:r>
            <a:r>
              <a:rPr lang="en-ID" dirty="0" err="1">
                <a:cs typeface="LilyUPC" panose="020B0502040204020203" pitchFamily="34" charset="-34"/>
              </a:rPr>
              <a:t>ksatria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berhati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mulia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kekuatan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besar</a:t>
            </a:r>
            <a:r>
              <a:rPr lang="en-ID" dirty="0">
                <a:cs typeface="LilyUPC" panose="020B0502040204020203" pitchFamily="34" charset="-34"/>
              </a:rPr>
              <a:t> — </a:t>
            </a:r>
            <a:r>
              <a:rPr lang="en-ID" dirty="0" err="1">
                <a:cs typeface="LilyUPC" panose="020B0502040204020203" pitchFamily="34" charset="-34"/>
              </a:rPr>
              <a:t>rumah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bagi</a:t>
            </a:r>
            <a:r>
              <a:rPr lang="en-ID" dirty="0">
                <a:cs typeface="LilyUPC" panose="020B0502040204020203" pitchFamily="34" charset="-34"/>
              </a:rPr>
              <a:t> sang Knight.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b="1" dirty="0">
                <a:cs typeface="LilyUPC" panose="020B0502040204020203" pitchFamily="34" charset="-34"/>
              </a:rPr>
              <a:t>Saphire Kingdom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sihir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pengetahuan</a:t>
            </a:r>
            <a:r>
              <a:rPr lang="en-ID" dirty="0">
                <a:cs typeface="LilyUPC" panose="020B0502040204020203" pitchFamily="34" charset="-34"/>
              </a:rPr>
              <a:t> — </a:t>
            </a:r>
            <a:r>
              <a:rPr lang="en-ID" dirty="0" err="1">
                <a:cs typeface="LilyUPC" panose="020B0502040204020203" pitchFamily="34" charset="-34"/>
              </a:rPr>
              <a:t>tempat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lahirnya</a:t>
            </a:r>
            <a:r>
              <a:rPr lang="en-ID" dirty="0">
                <a:cs typeface="LilyUPC" panose="020B0502040204020203" pitchFamily="34" charset="-34"/>
              </a:rPr>
              <a:t> sang Wizard.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Dan yang </a:t>
            </a:r>
            <a:r>
              <a:rPr lang="en-ID" dirty="0" err="1">
                <a:cs typeface="LilyUPC" panose="020B0502040204020203" pitchFamily="34" charset="-34"/>
              </a:rPr>
              <a:t>kini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menjadi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ancaman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utama</a:t>
            </a:r>
            <a:r>
              <a:rPr lang="en-ID" dirty="0">
                <a:cs typeface="LilyUPC" panose="020B0502040204020203" pitchFamily="34" charset="-34"/>
              </a:rPr>
              <a:t>: Obsidian Kingdom, </a:t>
            </a:r>
            <a:r>
              <a:rPr lang="en-ID" dirty="0" err="1">
                <a:cs typeface="LilyUPC" panose="020B0502040204020203" pitchFamily="34" charset="-34"/>
              </a:rPr>
              <a:t>dikenal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sebagai</a:t>
            </a:r>
            <a:r>
              <a:rPr lang="en-ID" dirty="0">
                <a:cs typeface="LilyUPC" panose="020B0502040204020203" pitchFamily="34" charset="-34"/>
              </a:rPr>
              <a:t> Kerajaan J —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dulunya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damai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kini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menjadi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pusat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kegelapan</a:t>
            </a:r>
            <a:r>
              <a:rPr lang="en-ID" dirty="0">
                <a:cs typeface="LilyUPC" panose="020B0502040204020203" pitchFamily="34" charset="-34"/>
              </a:rPr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Ketika </a:t>
            </a:r>
            <a:r>
              <a:rPr lang="en-ID" b="1" dirty="0">
                <a:cs typeface="LilyUPC" panose="020B0502040204020203" pitchFamily="34" charset="-34"/>
              </a:rPr>
              <a:t>Obsidian Kingdom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memulai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ekspansi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kekuatan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jahatnya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dengan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memanggil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makhluk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dunia lain, </a:t>
            </a:r>
            <a:r>
              <a:rPr lang="en-ID" dirty="0" err="1">
                <a:cs typeface="LilyUPC" panose="020B0502040204020203" pitchFamily="34" charset="-34"/>
              </a:rPr>
              <a:t>tiga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lainnya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memutuskan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untuk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mengirimkan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pahlawan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terbaik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mereka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Mereka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bukan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hanya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lambang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kekuatan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tapi</a:t>
            </a:r>
            <a:r>
              <a:rPr lang="en-ID" dirty="0">
                <a:cs typeface="LilyUPC" panose="020B0502040204020203" pitchFamily="34" charset="-34"/>
              </a:rPr>
              <a:t> juga </a:t>
            </a:r>
            <a:r>
              <a:rPr lang="en-ID" dirty="0" err="1">
                <a:cs typeface="LilyUPC" panose="020B0502040204020203" pitchFamily="34" charset="-34"/>
              </a:rPr>
              <a:t>simbol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harapan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untuk</a:t>
            </a:r>
            <a:r>
              <a:rPr lang="en-ID" dirty="0">
                <a:cs typeface="LilyUPC" panose="020B0502040204020203" pitchFamily="34" charset="-34"/>
              </a:rPr>
              <a:t> dunia.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>
                <a:cs typeface="LilyUPC" panose="020B0502040204020203" pitchFamily="34" charset="-34"/>
              </a:rPr>
              <a:t>Ketiga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karakter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utama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harus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bekerja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sama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untuk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menembus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pertahanan</a:t>
            </a:r>
            <a:r>
              <a:rPr lang="en-ID" dirty="0">
                <a:cs typeface="LilyUPC" panose="020B0502040204020203" pitchFamily="34" charset="-34"/>
              </a:rPr>
              <a:t> Obsidian Kingdom dan </a:t>
            </a:r>
            <a:r>
              <a:rPr lang="en-ID" dirty="0" err="1">
                <a:cs typeface="LilyUPC" panose="020B0502040204020203" pitchFamily="34" charset="-34"/>
              </a:rPr>
              <a:t>menghadapi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penguasa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barunya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Selama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perjalanan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pemain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berinteraksi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dengan</a:t>
            </a:r>
            <a:r>
              <a:rPr lang="en-ID" dirty="0">
                <a:cs typeface="LilyUPC" panose="020B0502040204020203" pitchFamily="34" charset="-34"/>
              </a:rPr>
              <a:t> NPC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berbagai</a:t>
            </a:r>
            <a:r>
              <a:rPr lang="en-ID" dirty="0">
                <a:cs typeface="LilyUPC" panose="020B0502040204020203" pitchFamily="34" charset="-34"/>
              </a:rPr>
              <a:t> wilayah. </a:t>
            </a:r>
            <a:r>
              <a:rPr lang="en-ID" dirty="0" err="1">
                <a:cs typeface="LilyUPC" panose="020B0502040204020203" pitchFamily="34" charset="-34"/>
              </a:rPr>
              <a:t>Keberhasilan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dalam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interaksi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ini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meningkatkan</a:t>
            </a:r>
            <a:r>
              <a:rPr lang="en-ID" dirty="0">
                <a:cs typeface="LilyUPC" panose="020B0502040204020203" pitchFamily="34" charset="-34"/>
              </a:rPr>
              <a:t> level </a:t>
            </a:r>
            <a:r>
              <a:rPr lang="en-ID" dirty="0" err="1">
                <a:cs typeface="LilyUPC" panose="020B0502040204020203" pitchFamily="34" charset="-34"/>
              </a:rPr>
              <a:t>pertemanan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antar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ketiga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pahlawan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membuka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kemampuan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unik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percakapan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rahasia</a:t>
            </a:r>
            <a:r>
              <a:rPr lang="en-ID" dirty="0">
                <a:cs typeface="LilyUPC" panose="020B0502040204020203" pitchFamily="34" charset="-34"/>
              </a:rPr>
              <a:t>, dan </a:t>
            </a:r>
            <a:r>
              <a:rPr lang="en-ID" dirty="0" err="1">
                <a:cs typeface="LilyUPC" panose="020B0502040204020203" pitchFamily="34" charset="-34"/>
              </a:rPr>
              <a:t>mengarahkan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cerita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</a:t>
            </a:r>
            <a:r>
              <a:rPr lang="en-ID" dirty="0">
                <a:cs typeface="LilyUPC" panose="020B0502040204020203" pitchFamily="34" charset="-34"/>
              </a:rPr>
              <a:t> salah </a:t>
            </a:r>
            <a:r>
              <a:rPr lang="en-ID" dirty="0" err="1">
                <a:cs typeface="LilyUPC" panose="020B0502040204020203" pitchFamily="34" charset="-34"/>
              </a:rPr>
              <a:t>satu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tiga</a:t>
            </a:r>
            <a:r>
              <a:rPr lang="en-ID" dirty="0">
                <a:cs typeface="LilyUPC" panose="020B0502040204020203" pitchFamily="34" charset="-34"/>
              </a:rPr>
              <a:t> ending </a:t>
            </a:r>
            <a:r>
              <a:rPr lang="en-ID" dirty="0" err="1">
                <a:cs typeface="LilyUPC" panose="020B0502040204020203" pitchFamily="34" charset="-34"/>
              </a:rPr>
              <a:t>berbeda</a:t>
            </a:r>
            <a:r>
              <a:rPr lang="en-ID" dirty="0">
                <a:cs typeface="LilyUPC" panose="020B0502040204020203" pitchFamily="34" charset="-34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>
          <a:extLst>
            <a:ext uri="{FF2B5EF4-FFF2-40B4-BE49-F238E27FC236}">
              <a16:creationId xmlns:a16="http://schemas.microsoft.com/office/drawing/2014/main" id="{9D8C80A2-26C0-227F-BB1A-F5A7E8488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>
            <a:extLst>
              <a:ext uri="{FF2B5EF4-FFF2-40B4-BE49-F238E27FC236}">
                <a16:creationId xmlns:a16="http://schemas.microsoft.com/office/drawing/2014/main" id="{ACC38086-1CE1-FAC8-7AE3-2A1CCF1A7D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4" y="539925"/>
            <a:ext cx="7273637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Back Story</a:t>
            </a:r>
            <a:br>
              <a:rPr lang="en-ID" dirty="0"/>
            </a:br>
            <a:r>
              <a:rPr lang="en-ID" dirty="0"/>
              <a:t>Obsidian Kingdom</a:t>
            </a:r>
            <a:endParaRPr dirty="0"/>
          </a:p>
        </p:txBody>
      </p:sp>
      <p:sp>
        <p:nvSpPr>
          <p:cNvPr id="971" name="Google Shape;971;p34">
            <a:extLst>
              <a:ext uri="{FF2B5EF4-FFF2-40B4-BE49-F238E27FC236}">
                <a16:creationId xmlns:a16="http://schemas.microsoft.com/office/drawing/2014/main" id="{11006D16-99AD-0E64-28A7-54D4BA60D5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46635" y="1216908"/>
            <a:ext cx="7709100" cy="227293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 algn="just">
              <a:buNone/>
            </a:pPr>
            <a:r>
              <a:rPr lang="en-ID" dirty="0">
                <a:cs typeface="LilyUPC" panose="020B0502040204020203" pitchFamily="34" charset="-34"/>
              </a:rPr>
              <a:t>	</a:t>
            </a:r>
            <a:r>
              <a:rPr lang="en-ID" dirty="0" err="1">
                <a:cs typeface="LilyUPC" panose="020B0502040204020203" pitchFamily="34" charset="-34"/>
              </a:rPr>
              <a:t>Semuanya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bermula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ketika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putra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mahkota</a:t>
            </a:r>
            <a:r>
              <a:rPr lang="en-ID" dirty="0">
                <a:cs typeface="LilyUPC" panose="020B0502040204020203" pitchFamily="34" charset="-34"/>
              </a:rPr>
              <a:t> Obsidian Kingdom </a:t>
            </a:r>
            <a:r>
              <a:rPr lang="en-ID" dirty="0" err="1">
                <a:cs typeface="LilyUPC" panose="020B0502040204020203" pitchFamily="34" charset="-34"/>
              </a:rPr>
              <a:t>menyaksikan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rakyatnya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meregang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nyawa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akibat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wabah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mematikan</a:t>
            </a:r>
            <a:r>
              <a:rPr lang="en-ID" dirty="0">
                <a:cs typeface="LilyUPC" panose="020B0502040204020203" pitchFamily="34" charset="-34"/>
              </a:rPr>
              <a:t>. Tak </a:t>
            </a:r>
            <a:r>
              <a:rPr lang="en-ID" dirty="0" err="1">
                <a:cs typeface="LilyUPC" panose="020B0502040204020203" pitchFamily="34" charset="-34"/>
              </a:rPr>
              <a:t>kuasa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menerima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kehilangan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bertekad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mempelajari</a:t>
            </a:r>
            <a:r>
              <a:rPr lang="en-ID" dirty="0">
                <a:cs typeface="LilyUPC" panose="020B0502040204020203" pitchFamily="34" charset="-34"/>
              </a:rPr>
              <a:t> dark magic — </a:t>
            </a:r>
            <a:r>
              <a:rPr lang="en-ID" dirty="0" err="1">
                <a:cs typeface="LilyUPC" panose="020B0502040204020203" pitchFamily="34" charset="-34"/>
              </a:rPr>
              <a:t>sihir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terlarang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dijauhi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semua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kerajaan.Ketika</a:t>
            </a:r>
            <a:r>
              <a:rPr lang="en-ID" dirty="0">
                <a:cs typeface="LilyUPC" panose="020B0502040204020203" pitchFamily="34" charset="-34"/>
              </a:rPr>
              <a:t> sang raja </a:t>
            </a:r>
            <a:r>
              <a:rPr lang="en-ID" dirty="0" err="1">
                <a:cs typeface="LilyUPC" panose="020B0502040204020203" pitchFamily="34" charset="-34"/>
              </a:rPr>
              <a:t>mengetahui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niat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anaknya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menjatuhkan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hukuman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berat</a:t>
            </a:r>
            <a:r>
              <a:rPr lang="en-ID" dirty="0">
                <a:cs typeface="LilyUPC" panose="020B0502040204020203" pitchFamily="34" charset="-34"/>
              </a:rPr>
              <a:t>: </a:t>
            </a:r>
            <a:r>
              <a:rPr lang="en-ID" dirty="0" err="1">
                <a:cs typeface="LilyUPC" panose="020B0502040204020203" pitchFamily="34" charset="-34"/>
              </a:rPr>
              <a:t>mengasingkan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anaknya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jauh</a:t>
            </a:r>
            <a:r>
              <a:rPr lang="en-ID" dirty="0">
                <a:cs typeface="LilyUPC" panose="020B0502040204020203" pitchFamily="34" charset="-34"/>
              </a:rPr>
              <a:t> di </a:t>
            </a:r>
            <a:r>
              <a:rPr lang="en-ID" dirty="0" err="1">
                <a:cs typeface="LilyUPC" panose="020B0502040204020203" pitchFamily="34" charset="-34"/>
              </a:rPr>
              <a:t>luar</a:t>
            </a:r>
            <a:r>
              <a:rPr lang="en-ID" dirty="0">
                <a:cs typeface="LilyUPC" panose="020B0502040204020203" pitchFamily="34" charset="-34"/>
              </a:rPr>
              <a:t> batas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.</a:t>
            </a:r>
          </a:p>
          <a:p>
            <a:pPr marL="158750" indent="0" algn="just">
              <a:buNone/>
            </a:pPr>
            <a:r>
              <a:rPr lang="en-ID" dirty="0">
                <a:cs typeface="LilyUPC" panose="020B0502040204020203" pitchFamily="34" charset="-34"/>
              </a:rPr>
              <a:t>	Di </a:t>
            </a:r>
            <a:r>
              <a:rPr lang="en-ID" dirty="0" err="1">
                <a:cs typeface="LilyUPC" panose="020B0502040204020203" pitchFamily="34" charset="-34"/>
              </a:rPr>
              <a:t>pengasingan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si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pangeran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menemukan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sisa-sisa</a:t>
            </a:r>
            <a:r>
              <a:rPr lang="en-ID" dirty="0">
                <a:cs typeface="LilyUPC" panose="020B0502040204020203" pitchFamily="34" charset="-34"/>
              </a:rPr>
              <a:t> dunia lain dan </a:t>
            </a:r>
            <a:r>
              <a:rPr lang="en-ID" dirty="0" err="1">
                <a:cs typeface="LilyUPC" panose="020B0502040204020203" pitchFamily="34" charset="-34"/>
              </a:rPr>
              <a:t>membuka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pintu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dimensi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gelap</a:t>
            </a:r>
            <a:r>
              <a:rPr lang="en-ID" dirty="0">
                <a:cs typeface="LilyUPC" panose="020B0502040204020203" pitchFamily="34" charset="-34"/>
              </a:rPr>
              <a:t>. Di </a:t>
            </a:r>
            <a:r>
              <a:rPr lang="en-ID" dirty="0" err="1">
                <a:cs typeface="LilyUPC" panose="020B0502040204020203" pitchFamily="34" charset="-34"/>
              </a:rPr>
              <a:t>sanalah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dirasuki</a:t>
            </a:r>
            <a:r>
              <a:rPr lang="en-ID" dirty="0">
                <a:cs typeface="LilyUPC" panose="020B0502040204020203" pitchFamily="34" charset="-34"/>
              </a:rPr>
              <a:t> oleh </a:t>
            </a:r>
            <a:r>
              <a:rPr lang="en-ID" dirty="0" err="1">
                <a:cs typeface="LilyUPC" panose="020B0502040204020203" pitchFamily="34" charset="-34"/>
              </a:rPr>
              <a:t>entitas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jahat</a:t>
            </a:r>
            <a:r>
              <a:rPr lang="en-ID" dirty="0">
                <a:cs typeface="LilyUPC" panose="020B0502040204020203" pitchFamily="34" charset="-34"/>
              </a:rPr>
              <a:t>, yang </a:t>
            </a:r>
            <a:r>
              <a:rPr lang="en-ID" dirty="0" err="1">
                <a:cs typeface="LilyUPC" panose="020B0502040204020203" pitchFamily="34" charset="-34"/>
              </a:rPr>
              <a:t>perlahan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menggerogoti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jiwanya</a:t>
            </a:r>
            <a:r>
              <a:rPr lang="en-ID" dirty="0">
                <a:cs typeface="LilyUPC" panose="020B0502040204020203" pitchFamily="34" charset="-34"/>
              </a:rPr>
              <a:t>.</a:t>
            </a:r>
          </a:p>
          <a:p>
            <a:pPr marL="158750" indent="0" algn="just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 algn="just">
              <a:buNone/>
            </a:pPr>
            <a:r>
              <a:rPr lang="en-ID" dirty="0">
                <a:cs typeface="LilyUPC" panose="020B0502040204020203" pitchFamily="34" charset="-34"/>
              </a:rPr>
              <a:t>	</a:t>
            </a:r>
            <a:r>
              <a:rPr lang="en-ID" dirty="0" err="1">
                <a:cs typeface="LilyUPC" panose="020B0502040204020203" pitchFamily="34" charset="-34"/>
              </a:rPr>
              <a:t>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kembali</a:t>
            </a:r>
            <a:r>
              <a:rPr lang="en-ID" dirty="0">
                <a:cs typeface="LilyUPC" panose="020B0502040204020203" pitchFamily="34" charset="-34"/>
              </a:rPr>
              <a:t> — </a:t>
            </a:r>
            <a:r>
              <a:rPr lang="en-ID" dirty="0" err="1">
                <a:cs typeface="LilyUPC" panose="020B0502040204020203" pitchFamily="34" charset="-34"/>
              </a:rPr>
              <a:t>bukan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sebagai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putra</a:t>
            </a:r>
            <a:r>
              <a:rPr lang="en-ID" dirty="0">
                <a:cs typeface="LilyUPC" panose="020B0502040204020203" pitchFamily="34" charset="-34"/>
              </a:rPr>
              <a:t> raja, </a:t>
            </a:r>
            <a:r>
              <a:rPr lang="en-ID" dirty="0" err="1">
                <a:cs typeface="LilyUPC" panose="020B0502040204020203" pitchFamily="34" charset="-34"/>
              </a:rPr>
              <a:t>tapi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sebagai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penguasa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baru</a:t>
            </a:r>
            <a:r>
              <a:rPr lang="en-ID" dirty="0">
                <a:cs typeface="LilyUPC" panose="020B0502040204020203" pitchFamily="34" charset="-34"/>
              </a:rPr>
              <a:t> Obsidian Kingdom. </a:t>
            </a:r>
            <a:r>
              <a:rPr lang="en-ID" dirty="0" err="1">
                <a:cs typeface="LilyUPC" panose="020B0502040204020203" pitchFamily="34" charset="-34"/>
              </a:rPr>
              <a:t>Dengan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kekuatan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sihir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kegelapan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pasukan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dunia lain, </a:t>
            </a:r>
            <a:r>
              <a:rPr lang="en-ID" dirty="0" err="1">
                <a:cs typeface="LilyUPC" panose="020B0502040204020203" pitchFamily="34" charset="-34"/>
              </a:rPr>
              <a:t>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mengambil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alih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memulai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rencana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besar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bisa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mengguncang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keseimbangan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seluruh</a:t>
            </a:r>
            <a:r>
              <a:rPr lang="en-ID" dirty="0">
                <a:cs typeface="LilyUPC" panose="020B0502040204020203" pitchFamily="34" charset="-34"/>
              </a:rPr>
              <a:t> dunia.</a:t>
            </a:r>
          </a:p>
        </p:txBody>
      </p:sp>
    </p:spTree>
    <p:extLst>
      <p:ext uri="{BB962C8B-B14F-4D97-AF65-F5344CB8AC3E}">
        <p14:creationId xmlns:p14="http://schemas.microsoft.com/office/powerpoint/2010/main" val="2974444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dirty="0"/>
              <a:t>1. Emerald Kingdom – </a:t>
            </a:r>
            <a:r>
              <a:rPr lang="en-ID" dirty="0" err="1"/>
              <a:t>Benteng</a:t>
            </a:r>
            <a:r>
              <a:rPr lang="en-ID" dirty="0"/>
              <a:t> Cahaya dan </a:t>
            </a:r>
            <a:r>
              <a:rPr lang="en-ID" dirty="0" err="1"/>
              <a:t>Keadilan</a:t>
            </a:r>
            <a:endParaRPr lang="en-ID" b="1" dirty="0"/>
          </a:p>
        </p:txBody>
      </p:sp>
      <p:sp>
        <p:nvSpPr>
          <p:cNvPr id="977" name="Google Shape;977;p35"/>
          <p:cNvSpPr txBox="1">
            <a:spLocks noGrp="1"/>
          </p:cNvSpPr>
          <p:nvPr>
            <p:ph type="subTitle" idx="6"/>
          </p:nvPr>
        </p:nvSpPr>
        <p:spPr>
          <a:xfrm>
            <a:off x="170985" y="2374050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knight</a:t>
            </a:r>
            <a:endParaRPr dirty="0"/>
          </a:p>
        </p:txBody>
      </p:sp>
      <p:sp>
        <p:nvSpPr>
          <p:cNvPr id="980" name="Google Shape;980;p35"/>
          <p:cNvSpPr txBox="1">
            <a:spLocks noGrp="1"/>
          </p:cNvSpPr>
          <p:nvPr>
            <p:ph type="title"/>
          </p:nvPr>
        </p:nvSpPr>
        <p:spPr>
          <a:xfrm>
            <a:off x="488707" y="1693650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984" name="Google Shape;984;p35"/>
          <p:cNvSpPr txBox="1">
            <a:spLocks noGrp="1"/>
          </p:cNvSpPr>
          <p:nvPr>
            <p:ph type="subTitle" idx="9"/>
          </p:nvPr>
        </p:nvSpPr>
        <p:spPr>
          <a:xfrm>
            <a:off x="1821783" y="1641366"/>
            <a:ext cx="6504199" cy="174689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just">
              <a:buNone/>
            </a:pPr>
            <a:r>
              <a:rPr lang="en-ID" b="1" dirty="0">
                <a:latin typeface="Bahnschrift" panose="020B0502040204020203" pitchFamily="34" charset="0"/>
              </a:rPr>
              <a:t>Lore:</a:t>
            </a:r>
          </a:p>
          <a:p>
            <a:pPr algn="just">
              <a:buNone/>
            </a:pPr>
            <a:r>
              <a:rPr lang="en-ID" dirty="0" err="1">
                <a:latin typeface="Bahnschrift" panose="020B0502040204020203" pitchFamily="34" charset="0"/>
              </a:rPr>
              <a:t>Terletak</a:t>
            </a:r>
            <a:r>
              <a:rPr lang="en-ID" dirty="0">
                <a:latin typeface="Bahnschrift" panose="020B0502040204020203" pitchFamily="34" charset="0"/>
              </a:rPr>
              <a:t> di </a:t>
            </a:r>
            <a:r>
              <a:rPr lang="en-ID" dirty="0" err="1">
                <a:latin typeface="Bahnschrift" panose="020B0502040204020203" pitchFamily="34" charset="0"/>
              </a:rPr>
              <a:t>dataran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luas</a:t>
            </a:r>
            <a:r>
              <a:rPr lang="en-ID" dirty="0">
                <a:latin typeface="Bahnschrift" panose="020B0502040204020203" pitchFamily="34" charset="0"/>
              </a:rPr>
              <a:t> dan </a:t>
            </a:r>
            <a:r>
              <a:rPr lang="en-ID" dirty="0" err="1">
                <a:latin typeface="Bahnschrift" panose="020B0502040204020203" pitchFamily="34" charset="0"/>
              </a:rPr>
              <a:t>perbukitan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zamrud</a:t>
            </a:r>
            <a:r>
              <a:rPr lang="en-ID" dirty="0">
                <a:latin typeface="Bahnschrift" panose="020B0502040204020203" pitchFamily="34" charset="0"/>
              </a:rPr>
              <a:t>, Emerald Kingdom </a:t>
            </a:r>
            <a:r>
              <a:rPr lang="en-ID" dirty="0" err="1">
                <a:latin typeface="Bahnschrift" panose="020B0502040204020203" pitchFamily="34" charset="0"/>
              </a:rPr>
              <a:t>terkenal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dengan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kesatria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berhati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murni</a:t>
            </a:r>
            <a:r>
              <a:rPr lang="en-ID" dirty="0">
                <a:latin typeface="Bahnschrift" panose="020B0502040204020203" pitchFamily="34" charset="0"/>
              </a:rPr>
              <a:t> dan </a:t>
            </a:r>
            <a:r>
              <a:rPr lang="en-ID" dirty="0" err="1">
                <a:latin typeface="Bahnschrift" panose="020B0502040204020203" pitchFamily="34" charset="0"/>
              </a:rPr>
              <a:t>sistem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hukum</a:t>
            </a:r>
            <a:r>
              <a:rPr lang="en-ID" dirty="0">
                <a:latin typeface="Bahnschrift" panose="020B0502040204020203" pitchFamily="34" charset="0"/>
              </a:rPr>
              <a:t> yang </a:t>
            </a:r>
            <a:r>
              <a:rPr lang="en-ID" dirty="0" err="1">
                <a:latin typeface="Bahnschrift" panose="020B0502040204020203" pitchFamily="34" charset="0"/>
              </a:rPr>
              <a:t>kuat</a:t>
            </a:r>
            <a:r>
              <a:rPr lang="en-ID" dirty="0">
                <a:latin typeface="Bahnschrift" panose="020B0502040204020203" pitchFamily="34" charset="0"/>
              </a:rPr>
              <a:t>. Masyarakat di </a:t>
            </a:r>
            <a:r>
              <a:rPr lang="en-ID" dirty="0" err="1">
                <a:latin typeface="Bahnschrift" panose="020B0502040204020203" pitchFamily="34" charset="0"/>
              </a:rPr>
              <a:t>sini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menjunjung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tinggi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nilai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i="1" dirty="0" err="1">
                <a:latin typeface="Bahnschrift" panose="020B0502040204020203" pitchFamily="34" charset="0"/>
              </a:rPr>
              <a:t>keadilan</a:t>
            </a:r>
            <a:r>
              <a:rPr lang="en-ID" dirty="0">
                <a:latin typeface="Bahnschrift" panose="020B0502040204020203" pitchFamily="34" charset="0"/>
              </a:rPr>
              <a:t>, </a:t>
            </a:r>
            <a:r>
              <a:rPr lang="en-ID" i="1" dirty="0" err="1">
                <a:latin typeface="Bahnschrift" panose="020B0502040204020203" pitchFamily="34" charset="0"/>
              </a:rPr>
              <a:t>pengorbanan</a:t>
            </a:r>
            <a:r>
              <a:rPr lang="en-ID" dirty="0">
                <a:latin typeface="Bahnschrift" panose="020B0502040204020203" pitchFamily="34" charset="0"/>
              </a:rPr>
              <a:t>, dan </a:t>
            </a:r>
            <a:r>
              <a:rPr lang="en-ID" i="1" dirty="0" err="1">
                <a:latin typeface="Bahnschrift" panose="020B0502040204020203" pitchFamily="34" charset="0"/>
              </a:rPr>
              <a:t>tanggung</a:t>
            </a:r>
            <a:r>
              <a:rPr lang="en-ID" i="1" dirty="0">
                <a:latin typeface="Bahnschrift" panose="020B0502040204020203" pitchFamily="34" charset="0"/>
              </a:rPr>
              <a:t> </a:t>
            </a:r>
            <a:r>
              <a:rPr lang="en-ID" i="1" dirty="0" err="1">
                <a:latin typeface="Bahnschrift" panose="020B0502040204020203" pitchFamily="34" charset="0"/>
              </a:rPr>
              <a:t>jawab</a:t>
            </a:r>
            <a:r>
              <a:rPr lang="en-ID" i="1" dirty="0">
                <a:latin typeface="Bahnschrift" panose="020B0502040204020203" pitchFamily="34" charset="0"/>
              </a:rPr>
              <a:t> moral</a:t>
            </a:r>
            <a:r>
              <a:rPr lang="en-ID" dirty="0">
                <a:latin typeface="Bahnschrift" panose="020B0502040204020203" pitchFamily="34" charset="0"/>
              </a:rPr>
              <a:t>.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adalah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penjaga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tradisi</a:t>
            </a:r>
            <a:r>
              <a:rPr lang="en-ID" dirty="0">
                <a:latin typeface="Bahnschrift" panose="020B0502040204020203" pitchFamily="34" charset="0"/>
              </a:rPr>
              <a:t> dan </a:t>
            </a:r>
            <a:r>
              <a:rPr lang="en-ID" dirty="0" err="1">
                <a:latin typeface="Bahnschrift" panose="020B0502040204020203" pitchFamily="34" charset="0"/>
              </a:rPr>
              <a:t>pelindung</a:t>
            </a:r>
            <a:r>
              <a:rPr lang="en-ID" dirty="0">
                <a:latin typeface="Bahnschrift" panose="020B0502040204020203" pitchFamily="34" charset="0"/>
              </a:rPr>
              <a:t> rakyat </a:t>
            </a:r>
            <a:r>
              <a:rPr lang="en-ID" dirty="0" err="1">
                <a:latin typeface="Bahnschrift" panose="020B0502040204020203" pitchFamily="34" charset="0"/>
              </a:rPr>
              <a:t>kecil</a:t>
            </a:r>
            <a:r>
              <a:rPr lang="en-ID" dirty="0">
                <a:latin typeface="Bahnschrift" panose="020B0502040204020203" pitchFamily="34" charset="0"/>
              </a:rPr>
              <a:t>.</a:t>
            </a:r>
          </a:p>
          <a:p>
            <a:pPr algn="just">
              <a:buNone/>
            </a:pPr>
            <a:r>
              <a:rPr lang="en-ID" b="1" dirty="0">
                <a:latin typeface="Bahnschrift" panose="020B0502040204020203" pitchFamily="34" charset="0"/>
              </a:rPr>
              <a:t>Alasan </a:t>
            </a:r>
            <a:r>
              <a:rPr lang="en-ID" b="1" dirty="0" err="1">
                <a:latin typeface="Bahnschrift" panose="020B0502040204020203" pitchFamily="34" charset="0"/>
              </a:rPr>
              <a:t>Bergabung</a:t>
            </a:r>
            <a:r>
              <a:rPr lang="en-ID" b="1" dirty="0">
                <a:latin typeface="Bahnschrift" panose="020B0502040204020203" pitchFamily="34" charset="0"/>
              </a:rPr>
              <a:t>:</a:t>
            </a:r>
          </a:p>
          <a:p>
            <a:pPr algn="just"/>
            <a:r>
              <a:rPr lang="en-ID" dirty="0">
                <a:latin typeface="Bahnschrift" panose="020B0502040204020203" pitchFamily="34" charset="0"/>
              </a:rPr>
              <a:t>Emerald Kingdom </a:t>
            </a:r>
            <a:r>
              <a:rPr lang="en-ID" dirty="0" err="1">
                <a:latin typeface="Bahnschrift" panose="020B0502040204020203" pitchFamily="34" charset="0"/>
              </a:rPr>
              <a:t>adalah</a:t>
            </a:r>
            <a:r>
              <a:rPr lang="en-ID" dirty="0">
                <a:latin typeface="Bahnschrift" panose="020B0502040204020203" pitchFamily="34" charset="0"/>
              </a:rPr>
              <a:t> yang </a:t>
            </a:r>
            <a:r>
              <a:rPr lang="en-ID" dirty="0" err="1">
                <a:latin typeface="Bahnschrift" panose="020B0502040204020203" pitchFamily="34" charset="0"/>
              </a:rPr>
              <a:t>pertama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menerima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kabar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krisis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dari</a:t>
            </a:r>
            <a:r>
              <a:rPr lang="en-ID" dirty="0">
                <a:latin typeface="Bahnschrift" panose="020B0502040204020203" pitchFamily="34" charset="0"/>
              </a:rPr>
              <a:t> Obsidian Kingdom, </a:t>
            </a:r>
            <a:r>
              <a:rPr lang="en-ID" dirty="0" err="1">
                <a:latin typeface="Bahnschrift" panose="020B0502040204020203" pitchFamily="34" charset="0"/>
              </a:rPr>
              <a:t>karena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perbatasannya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berbatasan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langsung</a:t>
            </a:r>
            <a:r>
              <a:rPr lang="en-ID" dirty="0">
                <a:latin typeface="Bahnschrift" panose="020B0502040204020203" pitchFamily="34" charset="0"/>
              </a:rPr>
              <a:t>. </a:t>
            </a:r>
            <a:r>
              <a:rPr lang="en-ID" dirty="0" err="1">
                <a:latin typeface="Bahnschrift" panose="020B0502040204020203" pitchFamily="34" charset="0"/>
              </a:rPr>
              <a:t>Menyadari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bahwa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ancaman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ini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bisa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memicu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perang</a:t>
            </a:r>
            <a:r>
              <a:rPr lang="en-ID" dirty="0">
                <a:latin typeface="Bahnschrift" panose="020B0502040204020203" pitchFamily="34" charset="0"/>
              </a:rPr>
              <a:t> dunia,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menawarkan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diplomasi</a:t>
            </a:r>
            <a:r>
              <a:rPr lang="en-ID" dirty="0">
                <a:latin typeface="Bahnschrift" panose="020B0502040204020203" pitchFamily="34" charset="0"/>
              </a:rPr>
              <a:t>. Tapi </a:t>
            </a:r>
            <a:r>
              <a:rPr lang="en-ID" dirty="0" err="1">
                <a:latin typeface="Bahnschrift" panose="020B0502040204020203" pitchFamily="34" charset="0"/>
              </a:rPr>
              <a:t>setelah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gagal</a:t>
            </a:r>
            <a:r>
              <a:rPr lang="en-ID" dirty="0">
                <a:latin typeface="Bahnschrift" panose="020B0502040204020203" pitchFamily="34" charset="0"/>
              </a:rPr>
              <a:t>,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memilih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mengirim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kesatria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pilihan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sebagai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bentuk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pertahanan</a:t>
            </a:r>
            <a:r>
              <a:rPr lang="en-ID" dirty="0">
                <a:latin typeface="Bahnschrift" panose="020B0502040204020203" pitchFamily="34" charset="0"/>
              </a:rPr>
              <a:t> moral dunia.</a:t>
            </a:r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6D482EF7-EE01-106E-3DA0-BA22CF4B0793}"/>
              </a:ext>
            </a:extLst>
          </p:cNvPr>
          <p:cNvSpPr txBox="1">
            <a:spLocks/>
          </p:cNvSpPr>
          <p:nvPr/>
        </p:nvSpPr>
        <p:spPr>
          <a:xfrm>
            <a:off x="431780" y="2769450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ID" dirty="0"/>
              <a:t>Richard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01BE692-F629-8F76-6F76-B2D0EB356E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761" y="3276783"/>
            <a:ext cx="1308227" cy="1531582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2C872DAA-5686-ED3A-AAAB-311743CC7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889" y="3279477"/>
            <a:ext cx="1609610" cy="1609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85096184-CD6C-B06C-8521-56637F190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9E4EF28C-8E35-6F1A-4683-F3EBCE935388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 err="1"/>
              <a:t>Karakter</a:t>
            </a:r>
            <a:r>
              <a:rPr lang="en-US" dirty="0"/>
              <a:t>: </a:t>
            </a:r>
            <a:r>
              <a:rPr lang="en-US" b="1" dirty="0"/>
              <a:t>The Brave Knight</a:t>
            </a:r>
            <a:endParaRPr lang="en-ID" b="1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7A17F618-39E8-4256-7051-B4A9175A1AE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20072" y="1725492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knight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F0620FE-1300-F6D4-19DA-E642270A8E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7794" y="1045092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984" name="Google Shape;984;p35">
            <a:extLst>
              <a:ext uri="{FF2B5EF4-FFF2-40B4-BE49-F238E27FC236}">
                <a16:creationId xmlns:a16="http://schemas.microsoft.com/office/drawing/2014/main" id="{099AB732-71CF-5C44-B72E-31FED4C2C9ED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2656621" y="1070380"/>
            <a:ext cx="5495136" cy="236907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just">
              <a:buNone/>
            </a:pPr>
            <a:r>
              <a:rPr lang="en-ID" b="1" dirty="0" err="1"/>
              <a:t>Kepribadian</a:t>
            </a:r>
            <a:r>
              <a:rPr lang="en-ID" b="1" dirty="0"/>
              <a:t>: </a:t>
            </a:r>
            <a:r>
              <a:rPr lang="en-ID" dirty="0" err="1"/>
              <a:t>Tulus</a:t>
            </a:r>
            <a:r>
              <a:rPr lang="en-ID" dirty="0"/>
              <a:t>, </a:t>
            </a:r>
            <a:r>
              <a:rPr lang="en-ID" dirty="0" err="1"/>
              <a:t>optimis</a:t>
            </a:r>
            <a:r>
              <a:rPr lang="en-ID" dirty="0"/>
              <a:t>, </a:t>
            </a:r>
            <a:r>
              <a:rPr lang="en-ID" dirty="0" err="1"/>
              <a:t>kadang</a:t>
            </a:r>
            <a:r>
              <a:rPr lang="en-ID" dirty="0"/>
              <a:t> </a:t>
            </a:r>
            <a:r>
              <a:rPr lang="en-ID" dirty="0" err="1"/>
              <a:t>terlalu</a:t>
            </a:r>
            <a:r>
              <a:rPr lang="en-ID" dirty="0"/>
              <a:t> </a:t>
            </a:r>
            <a:r>
              <a:rPr lang="en-ID" dirty="0" err="1"/>
              <a:t>percaya</a:t>
            </a:r>
            <a:r>
              <a:rPr lang="en-ID" dirty="0"/>
              <a:t> pada orang lain. </a:t>
            </a:r>
            <a:r>
              <a:rPr lang="en-ID" dirty="0" err="1"/>
              <a:t>Pemimpin</a:t>
            </a:r>
            <a:r>
              <a:rPr lang="en-ID" dirty="0"/>
              <a:t> </a:t>
            </a:r>
            <a:r>
              <a:rPr lang="en-ID" dirty="0" err="1"/>
              <a:t>alami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rasa </a:t>
            </a:r>
            <a:r>
              <a:rPr lang="en-ID" dirty="0" err="1"/>
              <a:t>keadilan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.</a:t>
            </a:r>
          </a:p>
          <a:p>
            <a:pPr algn="just">
              <a:buNone/>
            </a:pPr>
            <a:endParaRPr lang="en-ID" b="1" dirty="0"/>
          </a:p>
          <a:p>
            <a:pPr algn="just">
              <a:buNone/>
            </a:pPr>
            <a:r>
              <a:rPr lang="en-ID" b="1" dirty="0" err="1"/>
              <a:t>Kelebihan</a:t>
            </a:r>
            <a:r>
              <a:rPr lang="en-ID" b="1" dirty="0"/>
              <a:t>: </a:t>
            </a:r>
            <a:r>
              <a:rPr lang="en-ID" dirty="0" err="1"/>
              <a:t>Pertahanan</a:t>
            </a:r>
            <a:r>
              <a:rPr lang="en-ID" dirty="0"/>
              <a:t> </a:t>
            </a:r>
            <a:r>
              <a:rPr lang="en-ID" dirty="0" err="1"/>
              <a:t>kuat</a:t>
            </a:r>
            <a:r>
              <a:rPr lang="en-ID" dirty="0"/>
              <a:t>, </a:t>
            </a:r>
            <a:r>
              <a:rPr lang="en-ID" dirty="0" err="1"/>
              <a:t>kemampuan</a:t>
            </a:r>
            <a:r>
              <a:rPr lang="en-ID" dirty="0"/>
              <a:t> crowd control, dan moral boost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tim.</a:t>
            </a:r>
            <a:endParaRPr lang="en-ID" dirty="0"/>
          </a:p>
          <a:p>
            <a:pPr algn="just">
              <a:buNone/>
            </a:pPr>
            <a:endParaRPr lang="en-ID" b="1" dirty="0"/>
          </a:p>
          <a:p>
            <a:pPr algn="just">
              <a:buNone/>
            </a:pPr>
            <a:r>
              <a:rPr lang="en-ID" b="1" dirty="0" err="1"/>
              <a:t>Dilema</a:t>
            </a:r>
            <a:r>
              <a:rPr lang="en-ID" b="1" dirty="0"/>
              <a:t>: </a:t>
            </a:r>
            <a:r>
              <a:rPr lang="en-ID" dirty="0" err="1"/>
              <a:t>Selalu</a:t>
            </a:r>
            <a:r>
              <a:rPr lang="en-ID" dirty="0"/>
              <a:t> </a:t>
            </a:r>
            <a:r>
              <a:rPr lang="en-ID" dirty="0" err="1"/>
              <a:t>berusaha</a:t>
            </a:r>
            <a:r>
              <a:rPr lang="en-ID" dirty="0"/>
              <a:t> </a:t>
            </a:r>
            <a:r>
              <a:rPr lang="en-ID" dirty="0" err="1"/>
              <a:t>mencari</a:t>
            </a:r>
            <a:r>
              <a:rPr lang="en-ID" dirty="0"/>
              <a:t> </a:t>
            </a:r>
            <a:r>
              <a:rPr lang="en-ID" dirty="0" err="1"/>
              <a:t>jalan</a:t>
            </a:r>
            <a:r>
              <a:rPr lang="en-ID" dirty="0"/>
              <a:t> </a:t>
            </a:r>
            <a:r>
              <a:rPr lang="en-ID" dirty="0" err="1"/>
              <a:t>damai</a:t>
            </a:r>
            <a:r>
              <a:rPr lang="en-ID" dirty="0"/>
              <a:t> </a:t>
            </a:r>
            <a:r>
              <a:rPr lang="en-ID" dirty="0" err="1"/>
              <a:t>meski</a:t>
            </a:r>
            <a:r>
              <a:rPr lang="en-ID" dirty="0"/>
              <a:t> dunia </a:t>
            </a:r>
            <a:r>
              <a:rPr lang="en-ID" dirty="0" err="1"/>
              <a:t>terus</a:t>
            </a:r>
            <a:r>
              <a:rPr lang="en-ID" dirty="0"/>
              <a:t> </a:t>
            </a:r>
            <a:r>
              <a:rPr lang="en-ID" dirty="0" err="1"/>
              <a:t>menolaknya</a:t>
            </a:r>
            <a:r>
              <a:rPr lang="en-ID" dirty="0"/>
              <a:t> —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harus</a:t>
            </a:r>
            <a:r>
              <a:rPr lang="en-ID" dirty="0"/>
              <a:t> </a:t>
            </a:r>
            <a:r>
              <a:rPr lang="en-ID" dirty="0" err="1"/>
              <a:t>memilih</a:t>
            </a:r>
            <a:r>
              <a:rPr lang="en-ID" dirty="0"/>
              <a:t>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prinsip</a:t>
            </a:r>
            <a:r>
              <a:rPr lang="en-ID" dirty="0"/>
              <a:t> dan </a:t>
            </a:r>
            <a:r>
              <a:rPr lang="en-ID" dirty="0" err="1"/>
              <a:t>realita</a:t>
            </a:r>
            <a:r>
              <a:rPr lang="en-ID" dirty="0"/>
              <a:t>.</a:t>
            </a:r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FF14D021-E172-21F1-3921-DC83A4E3BD6D}"/>
              </a:ext>
            </a:extLst>
          </p:cNvPr>
          <p:cNvSpPr txBox="1">
            <a:spLocks/>
          </p:cNvSpPr>
          <p:nvPr/>
        </p:nvSpPr>
        <p:spPr>
          <a:xfrm>
            <a:off x="580867" y="2120892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ID" dirty="0"/>
              <a:t>Richard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3FDD2E8A-35F9-FCBE-DB5D-380F0D7DD0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56" t="1805" r="29826" b="20035"/>
          <a:stretch/>
        </p:blipFill>
        <p:spPr bwMode="auto">
          <a:xfrm>
            <a:off x="15967" y="2858698"/>
            <a:ext cx="1987200" cy="2284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27855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D9FD826E-0F90-AC00-5045-B31A51496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859FD592-AEDE-CB13-1C18-682669EEFB98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dirty="0"/>
              <a:t>2. Ruby Kingdom – Tanah Api dan </a:t>
            </a:r>
            <a:r>
              <a:rPr lang="en-ID" dirty="0" err="1"/>
              <a:t>Disiplin</a:t>
            </a:r>
            <a:endParaRPr lang="en-ID" b="1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F2E51140-63E7-9796-5297-92C1A7826524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170985" y="2374050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Archer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02896BC-419A-6B35-98F0-0A2FD1D8C8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8707" y="1693650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984" name="Google Shape;984;p35">
            <a:extLst>
              <a:ext uri="{FF2B5EF4-FFF2-40B4-BE49-F238E27FC236}">
                <a16:creationId xmlns:a16="http://schemas.microsoft.com/office/drawing/2014/main" id="{D0A3BAAE-F2B1-D870-A89E-8900291C3474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821783" y="1641365"/>
            <a:ext cx="6604742" cy="236907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just">
              <a:buNone/>
            </a:pPr>
            <a:r>
              <a:rPr lang="en-ID" dirty="0">
                <a:latin typeface="Bahnschrift" panose="020B0502040204020203" pitchFamily="34" charset="0"/>
              </a:rPr>
              <a:t>Lore:</a:t>
            </a:r>
          </a:p>
          <a:p>
            <a:pPr algn="just">
              <a:buNone/>
            </a:pPr>
            <a:r>
              <a:rPr lang="en-ID" dirty="0">
                <a:latin typeface="Bahnschrift" panose="020B0502040204020203" pitchFamily="34" charset="0"/>
              </a:rPr>
              <a:t>Ruby Kingdom </a:t>
            </a:r>
            <a:r>
              <a:rPr lang="en-ID" dirty="0" err="1">
                <a:latin typeface="Bahnschrift" panose="020B0502040204020203" pitchFamily="34" charset="0"/>
              </a:rPr>
              <a:t>terletak</a:t>
            </a:r>
            <a:r>
              <a:rPr lang="en-ID" dirty="0">
                <a:latin typeface="Bahnschrift" panose="020B0502040204020203" pitchFamily="34" charset="0"/>
              </a:rPr>
              <a:t> di </a:t>
            </a:r>
            <a:r>
              <a:rPr lang="en-ID" dirty="0" err="1">
                <a:latin typeface="Bahnschrift" panose="020B0502040204020203" pitchFamily="34" charset="0"/>
              </a:rPr>
              <a:t>dataran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tinggi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vulkanik</a:t>
            </a:r>
            <a:r>
              <a:rPr lang="en-ID" dirty="0">
                <a:latin typeface="Bahnschrift" panose="020B0502040204020203" pitchFamily="34" charset="0"/>
              </a:rPr>
              <a:t> dan </a:t>
            </a:r>
            <a:r>
              <a:rPr lang="en-ID" dirty="0" err="1">
                <a:latin typeface="Bahnschrift" panose="020B0502040204020203" pitchFamily="34" charset="0"/>
              </a:rPr>
              <a:t>hutan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lebat</a:t>
            </a:r>
            <a:r>
              <a:rPr lang="en-ID" dirty="0">
                <a:latin typeface="Bahnschrift" panose="020B0502040204020203" pitchFamily="34" charset="0"/>
              </a:rPr>
              <a:t> di </a:t>
            </a:r>
            <a:r>
              <a:rPr lang="en-ID" dirty="0" err="1">
                <a:latin typeface="Bahnschrift" panose="020B0502040204020203" pitchFamily="34" charset="0"/>
              </a:rPr>
              <a:t>selatan</a:t>
            </a:r>
            <a:r>
              <a:rPr lang="en-ID" dirty="0">
                <a:latin typeface="Bahnschrift" panose="020B0502040204020203" pitchFamily="34" charset="0"/>
              </a:rPr>
              <a:t>. </a:t>
            </a:r>
            <a:r>
              <a:rPr lang="en-ID" dirty="0" err="1">
                <a:latin typeface="Bahnschrift" panose="020B0502040204020203" pitchFamily="34" charset="0"/>
              </a:rPr>
              <a:t>Dikenal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sebagai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kerajaan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petarung</a:t>
            </a:r>
            <a:r>
              <a:rPr lang="en-ID" dirty="0">
                <a:latin typeface="Bahnschrift" panose="020B0502040204020203" pitchFamily="34" charset="0"/>
              </a:rPr>
              <a:t> yang </a:t>
            </a:r>
            <a:r>
              <a:rPr lang="en-ID" dirty="0" err="1">
                <a:latin typeface="Bahnschrift" panose="020B0502040204020203" pitchFamily="34" charset="0"/>
              </a:rPr>
              <a:t>menghargai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kehormatan</a:t>
            </a:r>
            <a:r>
              <a:rPr lang="en-ID" dirty="0">
                <a:latin typeface="Bahnschrift" panose="020B0502040204020203" pitchFamily="34" charset="0"/>
              </a:rPr>
              <a:t>, </a:t>
            </a:r>
            <a:r>
              <a:rPr lang="en-ID" dirty="0" err="1">
                <a:latin typeface="Bahnschrift" panose="020B0502040204020203" pitchFamily="34" charset="0"/>
              </a:rPr>
              <a:t>ketenangan</a:t>
            </a:r>
            <a:r>
              <a:rPr lang="en-ID" dirty="0">
                <a:latin typeface="Bahnschrift" panose="020B0502040204020203" pitchFamily="34" charset="0"/>
              </a:rPr>
              <a:t>, dan </a:t>
            </a:r>
            <a:r>
              <a:rPr lang="en-ID" dirty="0" err="1">
                <a:latin typeface="Bahnschrift" panose="020B0502040204020203" pitchFamily="34" charset="0"/>
              </a:rPr>
              <a:t>kecepatan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dalam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bertindak</a:t>
            </a:r>
            <a:r>
              <a:rPr lang="en-ID" dirty="0">
                <a:latin typeface="Bahnschrift" panose="020B0502040204020203" pitchFamily="34" charset="0"/>
              </a:rPr>
              <a:t>.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mengandalkan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teknik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bela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diri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kuno</a:t>
            </a:r>
            <a:r>
              <a:rPr lang="en-ID" dirty="0">
                <a:latin typeface="Bahnschrift" panose="020B0502040204020203" pitchFamily="34" charset="0"/>
              </a:rPr>
              <a:t> dan </a:t>
            </a:r>
            <a:r>
              <a:rPr lang="en-ID" dirty="0" err="1">
                <a:latin typeface="Bahnschrift" panose="020B0502040204020203" pitchFamily="34" charset="0"/>
              </a:rPr>
              <a:t>senjata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tradisional</a:t>
            </a:r>
            <a:r>
              <a:rPr lang="en-ID" dirty="0">
                <a:latin typeface="Bahnschrift" panose="020B0502040204020203" pitchFamily="34" charset="0"/>
              </a:rPr>
              <a:t>. </a:t>
            </a:r>
            <a:r>
              <a:rPr lang="en-ID" dirty="0" err="1">
                <a:latin typeface="Bahnschrift" panose="020B0502040204020203" pitchFamily="34" charset="0"/>
              </a:rPr>
              <a:t>Budaya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sangat </a:t>
            </a:r>
            <a:r>
              <a:rPr lang="en-ID" dirty="0" err="1">
                <a:latin typeface="Bahnschrift" panose="020B0502040204020203" pitchFamily="34" charset="0"/>
              </a:rPr>
              <a:t>terikat</a:t>
            </a:r>
            <a:r>
              <a:rPr lang="en-ID" dirty="0">
                <a:latin typeface="Bahnschrift" panose="020B0502040204020203" pitchFamily="34" charset="0"/>
              </a:rPr>
              <a:t> pada </a:t>
            </a:r>
            <a:r>
              <a:rPr lang="en-ID" dirty="0" err="1">
                <a:latin typeface="Bahnschrift" panose="020B0502040204020203" pitchFamily="34" charset="0"/>
              </a:rPr>
              <a:t>kedisiplinan</a:t>
            </a:r>
            <a:r>
              <a:rPr lang="en-ID" dirty="0">
                <a:latin typeface="Bahnschrift" panose="020B0502040204020203" pitchFamily="34" charset="0"/>
              </a:rPr>
              <a:t>, </a:t>
            </a:r>
            <a:r>
              <a:rPr lang="en-ID" dirty="0" err="1">
                <a:latin typeface="Bahnschrift" panose="020B0502040204020203" pitchFamily="34" charset="0"/>
              </a:rPr>
              <a:t>pengendalian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diri</a:t>
            </a:r>
            <a:r>
              <a:rPr lang="en-ID" dirty="0">
                <a:latin typeface="Bahnschrift" panose="020B0502040204020203" pitchFamily="34" charset="0"/>
              </a:rPr>
              <a:t>, dan </a:t>
            </a:r>
            <a:r>
              <a:rPr lang="en-ID" dirty="0" err="1">
                <a:latin typeface="Bahnschrift" panose="020B0502040204020203" pitchFamily="34" charset="0"/>
              </a:rPr>
              <a:t>kesetiaan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terhadap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kehormatan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keluarga</a:t>
            </a:r>
            <a:r>
              <a:rPr lang="en-ID" dirty="0">
                <a:latin typeface="Bahnschrift" panose="020B0502040204020203" pitchFamily="34" charset="0"/>
              </a:rPr>
              <a:t>.</a:t>
            </a:r>
          </a:p>
          <a:p>
            <a:pPr algn="just">
              <a:buNone/>
            </a:pPr>
            <a:r>
              <a:rPr lang="en-ID" dirty="0">
                <a:latin typeface="Bahnschrift" panose="020B0502040204020203" pitchFamily="34" charset="0"/>
              </a:rPr>
              <a:t>Alasan </a:t>
            </a:r>
            <a:r>
              <a:rPr lang="en-ID" dirty="0" err="1">
                <a:latin typeface="Bahnschrift" panose="020B0502040204020203" pitchFamily="34" charset="0"/>
              </a:rPr>
              <a:t>Bergabung</a:t>
            </a:r>
            <a:r>
              <a:rPr lang="en-ID" dirty="0">
                <a:latin typeface="Bahnschrift" panose="020B0502040204020203" pitchFamily="34" charset="0"/>
              </a:rPr>
              <a:t>:</a:t>
            </a:r>
          </a:p>
          <a:p>
            <a:pPr algn="just">
              <a:buNone/>
            </a:pPr>
            <a:r>
              <a:rPr lang="en-ID" dirty="0" err="1">
                <a:latin typeface="Bahnschrift" panose="020B0502040204020203" pitchFamily="34" charset="0"/>
              </a:rPr>
              <a:t>Walau</a:t>
            </a:r>
            <a:r>
              <a:rPr lang="en-ID" dirty="0">
                <a:latin typeface="Bahnschrift" panose="020B0502040204020203" pitchFamily="34" charset="0"/>
              </a:rPr>
              <a:t> Ruby Kingdom sangat </a:t>
            </a:r>
            <a:r>
              <a:rPr lang="en-ID" dirty="0" err="1">
                <a:latin typeface="Bahnschrift" panose="020B0502040204020203" pitchFamily="34" charset="0"/>
              </a:rPr>
              <a:t>tertutup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terhadap</a:t>
            </a:r>
            <a:r>
              <a:rPr lang="en-ID" dirty="0">
                <a:latin typeface="Bahnschrift" panose="020B0502040204020203" pitchFamily="34" charset="0"/>
              </a:rPr>
              <a:t> dunia </a:t>
            </a:r>
            <a:r>
              <a:rPr lang="en-ID" dirty="0" err="1">
                <a:latin typeface="Bahnschrift" panose="020B0502040204020203" pitchFamily="34" charset="0"/>
              </a:rPr>
              <a:t>luar</a:t>
            </a:r>
            <a:r>
              <a:rPr lang="en-ID" dirty="0">
                <a:latin typeface="Bahnschrift" panose="020B0502040204020203" pitchFamily="34" charset="0"/>
              </a:rPr>
              <a:t>,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menyadari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bahwa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ancaman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dari</a:t>
            </a:r>
            <a:r>
              <a:rPr lang="en-ID" dirty="0">
                <a:latin typeface="Bahnschrift" panose="020B0502040204020203" pitchFamily="34" charset="0"/>
              </a:rPr>
              <a:t> Obsidian Kingdom </a:t>
            </a:r>
            <a:r>
              <a:rPr lang="en-ID" dirty="0" err="1">
                <a:latin typeface="Bahnschrift" panose="020B0502040204020203" pitchFamily="34" charset="0"/>
              </a:rPr>
              <a:t>akan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menghancurkan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keseimbangan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alam</a:t>
            </a:r>
            <a:r>
              <a:rPr lang="en-ID" dirty="0">
                <a:latin typeface="Bahnschrift" panose="020B0502040204020203" pitchFamily="34" charset="0"/>
              </a:rPr>
              <a:t> dan </a:t>
            </a:r>
            <a:r>
              <a:rPr lang="en-ID" dirty="0" err="1">
                <a:latin typeface="Bahnschrift" panose="020B0502040204020203" pitchFamily="34" charset="0"/>
              </a:rPr>
              <a:t>menghancurkan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siklus</a:t>
            </a:r>
            <a:r>
              <a:rPr lang="en-ID" dirty="0">
                <a:latin typeface="Bahnschrift" panose="020B0502040204020203" pitchFamily="34" charset="0"/>
              </a:rPr>
              <a:t> spiritual yang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lindungi</a:t>
            </a:r>
            <a:r>
              <a:rPr lang="en-ID" dirty="0">
                <a:latin typeface="Bahnschrift" panose="020B0502040204020203" pitchFamily="34" charset="0"/>
              </a:rPr>
              <a:t>. Demi </a:t>
            </a:r>
            <a:r>
              <a:rPr lang="en-ID" dirty="0" err="1">
                <a:latin typeface="Bahnschrift" panose="020B0502040204020203" pitchFamily="34" charset="0"/>
              </a:rPr>
              <a:t>menjaga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kesucian</a:t>
            </a:r>
            <a:r>
              <a:rPr lang="en-ID" dirty="0">
                <a:latin typeface="Bahnschrift" panose="020B0502040204020203" pitchFamily="34" charset="0"/>
              </a:rPr>
              <a:t> dunia,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mengirim</a:t>
            </a:r>
            <a:r>
              <a:rPr lang="en-ID" dirty="0">
                <a:latin typeface="Bahnschrift" panose="020B0502040204020203" pitchFamily="34" charset="0"/>
              </a:rPr>
              <a:t> samurai </a:t>
            </a:r>
            <a:r>
              <a:rPr lang="en-ID" dirty="0" err="1">
                <a:latin typeface="Bahnschrift" panose="020B0502040204020203" pitchFamily="34" charset="0"/>
              </a:rPr>
              <a:t>pemanah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terbaik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— </a:t>
            </a:r>
            <a:r>
              <a:rPr lang="en-ID" dirty="0" err="1">
                <a:latin typeface="Bahnschrift" panose="020B0502040204020203" pitchFamily="34" charset="0"/>
              </a:rPr>
              <a:t>simbol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dari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keputusan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cepat</a:t>
            </a:r>
            <a:r>
              <a:rPr lang="en-ID" dirty="0">
                <a:latin typeface="Bahnschrift" panose="020B0502040204020203" pitchFamily="34" charset="0"/>
              </a:rPr>
              <a:t> dan </a:t>
            </a:r>
            <a:r>
              <a:rPr lang="en-ID" dirty="0" err="1">
                <a:latin typeface="Bahnschrift" panose="020B0502040204020203" pitchFamily="34" charset="0"/>
              </a:rPr>
              <a:t>tegas</a:t>
            </a:r>
            <a:r>
              <a:rPr lang="en-ID" dirty="0">
                <a:latin typeface="Bahnschrift" panose="020B0502040204020203" pitchFamily="34" charset="0"/>
              </a:rPr>
              <a:t>.</a:t>
            </a:r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FED002E9-BD29-FB71-20EA-8AD770184692}"/>
              </a:ext>
            </a:extLst>
          </p:cNvPr>
          <p:cNvSpPr txBox="1">
            <a:spLocks/>
          </p:cNvSpPr>
          <p:nvPr/>
        </p:nvSpPr>
        <p:spPr>
          <a:xfrm>
            <a:off x="431780" y="2769450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</a:t>
            </a:r>
            <a:endParaRPr lang="en-ID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10F40C-CC8E-CE1C-D93D-DD8766357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630" y="3178390"/>
            <a:ext cx="1710697" cy="171069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79EAAA25-A222-DC7D-0445-998FDE729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630" y="3178390"/>
            <a:ext cx="1710697" cy="17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9583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FD6DB23F-128C-CC1F-45A8-A3247336C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093359DC-5458-1EA4-3084-C6C20ECBDCC0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 err="1"/>
              <a:t>Karakter</a:t>
            </a:r>
            <a:r>
              <a:rPr lang="en-US" dirty="0"/>
              <a:t>: </a:t>
            </a:r>
            <a:r>
              <a:rPr lang="en-US" b="1" dirty="0"/>
              <a:t>The </a:t>
            </a:r>
            <a:r>
              <a:rPr lang="en-US" b="1" dirty="0" err="1"/>
              <a:t>Persitent</a:t>
            </a:r>
            <a:r>
              <a:rPr lang="en-US" b="1" dirty="0"/>
              <a:t> Samurai</a:t>
            </a:r>
            <a:endParaRPr lang="en-ID" b="1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E00C154-8DFA-FC72-CF53-E37A4C0A0F0E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182524" y="1733822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Archer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E3679B5-9EDD-F6FD-AABD-AA597A1FDF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246" y="1053422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11639FF2-F5CC-9776-DF3E-3871C8B0A827}"/>
              </a:ext>
            </a:extLst>
          </p:cNvPr>
          <p:cNvSpPr txBox="1">
            <a:spLocks/>
          </p:cNvSpPr>
          <p:nvPr/>
        </p:nvSpPr>
        <p:spPr>
          <a:xfrm>
            <a:off x="443319" y="2129222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</a:t>
            </a:r>
            <a:endParaRPr lang="en-ID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F30729F-9B25-C4B3-DCB9-5765C3476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60" t="3973" r="37236" b="21970"/>
          <a:stretch/>
        </p:blipFill>
        <p:spPr bwMode="auto">
          <a:xfrm>
            <a:off x="9290" y="2433918"/>
            <a:ext cx="1985727" cy="2698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84;p35">
            <a:extLst>
              <a:ext uri="{FF2B5EF4-FFF2-40B4-BE49-F238E27FC236}">
                <a16:creationId xmlns:a16="http://schemas.microsoft.com/office/drawing/2014/main" id="{81F126B0-2BA7-A8A6-D792-55F12DDE6158}"/>
              </a:ext>
            </a:extLst>
          </p:cNvPr>
          <p:cNvSpPr txBox="1">
            <a:spLocks/>
          </p:cNvSpPr>
          <p:nvPr/>
        </p:nvSpPr>
        <p:spPr>
          <a:xfrm>
            <a:off x="2656621" y="1070380"/>
            <a:ext cx="5495136" cy="2369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just">
              <a:buNone/>
            </a:pPr>
            <a:r>
              <a:rPr lang="en-ID" b="1" dirty="0" err="1"/>
              <a:t>Kepribadian</a:t>
            </a:r>
            <a:r>
              <a:rPr lang="en-ID" b="1" dirty="0"/>
              <a:t>: </a:t>
            </a:r>
            <a:r>
              <a:rPr lang="en-ID" dirty="0" err="1"/>
              <a:t>Pendiam</a:t>
            </a:r>
            <a:r>
              <a:rPr lang="en-ID" dirty="0"/>
              <a:t>, </a:t>
            </a:r>
            <a:r>
              <a:rPr lang="en-ID" dirty="0" err="1"/>
              <a:t>reflektif</a:t>
            </a:r>
            <a:r>
              <a:rPr lang="en-ID" dirty="0"/>
              <a:t>, sangat </a:t>
            </a:r>
            <a:r>
              <a:rPr lang="en-ID" dirty="0" err="1"/>
              <a:t>logis</a:t>
            </a:r>
            <a:r>
              <a:rPr lang="en-ID" dirty="0"/>
              <a:t> dan </a:t>
            </a:r>
            <a:r>
              <a:rPr lang="en-ID" dirty="0" err="1"/>
              <a:t>tajam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mengamati</a:t>
            </a:r>
            <a:r>
              <a:rPr lang="en-ID" dirty="0"/>
              <a:t> </a:t>
            </a:r>
            <a:r>
              <a:rPr lang="en-ID" dirty="0" err="1"/>
              <a:t>situasi</a:t>
            </a:r>
            <a:r>
              <a:rPr lang="en-ID" dirty="0"/>
              <a:t>. Tidak </a:t>
            </a:r>
            <a:r>
              <a:rPr lang="en-ID" dirty="0" err="1"/>
              <a:t>mudah</a:t>
            </a:r>
            <a:r>
              <a:rPr lang="en-ID" dirty="0"/>
              <a:t> </a:t>
            </a:r>
            <a:r>
              <a:rPr lang="en-ID" dirty="0" err="1"/>
              <a:t>percaya</a:t>
            </a:r>
            <a:r>
              <a:rPr lang="en-ID" dirty="0"/>
              <a:t>, </a:t>
            </a:r>
            <a:r>
              <a:rPr lang="en-ID" dirty="0" err="1"/>
              <a:t>tapi</a:t>
            </a:r>
            <a:r>
              <a:rPr lang="en-ID" dirty="0"/>
              <a:t> sangat </a:t>
            </a:r>
            <a:r>
              <a:rPr lang="en-ID" dirty="0" err="1"/>
              <a:t>setia</a:t>
            </a:r>
            <a:r>
              <a:rPr lang="en-ID" dirty="0"/>
              <a:t>.</a:t>
            </a:r>
          </a:p>
          <a:p>
            <a:pPr algn="just">
              <a:buNone/>
            </a:pPr>
            <a:endParaRPr lang="en-ID" b="1" dirty="0"/>
          </a:p>
          <a:p>
            <a:pPr algn="just">
              <a:buNone/>
            </a:pPr>
            <a:r>
              <a:rPr lang="en-ID" b="1" dirty="0" err="1"/>
              <a:t>Kelebihan</a:t>
            </a:r>
            <a:r>
              <a:rPr lang="en-ID" b="1" dirty="0"/>
              <a:t>: </a:t>
            </a:r>
            <a:r>
              <a:rPr lang="en-ID" dirty="0"/>
              <a:t>Strategi dan </a:t>
            </a:r>
            <a:r>
              <a:rPr lang="en-ID" dirty="0" err="1"/>
              <a:t>pengintaian</a:t>
            </a:r>
            <a:r>
              <a:rPr lang="en-ID" dirty="0"/>
              <a:t>. Ahli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serangan</a:t>
            </a:r>
            <a:r>
              <a:rPr lang="en-ID" dirty="0"/>
              <a:t> </a:t>
            </a:r>
            <a:r>
              <a:rPr lang="en-ID" dirty="0" err="1"/>
              <a:t>jarak</a:t>
            </a:r>
            <a:r>
              <a:rPr lang="en-ID" dirty="0"/>
              <a:t> </a:t>
            </a:r>
            <a:r>
              <a:rPr lang="en-ID" dirty="0" err="1"/>
              <a:t>jauh</a:t>
            </a:r>
            <a:r>
              <a:rPr lang="en-ID" dirty="0"/>
              <a:t>, dan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memprediksi</a:t>
            </a:r>
            <a:r>
              <a:rPr lang="en-ID" dirty="0"/>
              <a:t> </a:t>
            </a:r>
            <a:r>
              <a:rPr lang="en-ID" dirty="0" err="1"/>
              <a:t>gerakan</a:t>
            </a:r>
            <a:r>
              <a:rPr lang="en-ID" dirty="0"/>
              <a:t> </a:t>
            </a:r>
            <a:r>
              <a:rPr lang="en-ID" dirty="0" err="1"/>
              <a:t>musuh</a:t>
            </a:r>
            <a:r>
              <a:rPr lang="en-ID" dirty="0"/>
              <a:t>.</a:t>
            </a:r>
          </a:p>
          <a:p>
            <a:pPr algn="just">
              <a:buNone/>
            </a:pPr>
            <a:endParaRPr lang="en-ID" b="1" dirty="0"/>
          </a:p>
          <a:p>
            <a:pPr algn="just">
              <a:buNone/>
            </a:pPr>
            <a:r>
              <a:rPr lang="en-ID" b="1" dirty="0" err="1"/>
              <a:t>Dilema</a:t>
            </a:r>
            <a:r>
              <a:rPr lang="en-ID" b="1" dirty="0"/>
              <a:t>: </a:t>
            </a:r>
            <a:r>
              <a:rPr lang="en-ID" dirty="0" err="1"/>
              <a:t>Terjebak</a:t>
            </a:r>
            <a:r>
              <a:rPr lang="en-ID" dirty="0"/>
              <a:t>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kehormatan</a:t>
            </a:r>
            <a:r>
              <a:rPr lang="en-ID" dirty="0"/>
              <a:t> </a:t>
            </a:r>
            <a:r>
              <a:rPr lang="en-ID" dirty="0" err="1"/>
              <a:t>klan</a:t>
            </a:r>
            <a:r>
              <a:rPr lang="en-ID" dirty="0"/>
              <a:t> dan </a:t>
            </a:r>
            <a:r>
              <a:rPr lang="en-ID" dirty="0" err="1"/>
              <a:t>pentingnya</a:t>
            </a:r>
            <a:r>
              <a:rPr lang="en-ID" dirty="0"/>
              <a:t> </a:t>
            </a:r>
            <a:r>
              <a:rPr lang="en-ID" dirty="0" err="1"/>
              <a:t>mempercayai</a:t>
            </a:r>
            <a:r>
              <a:rPr lang="en-ID" dirty="0"/>
              <a:t> dua orang </a:t>
            </a:r>
            <a:r>
              <a:rPr lang="en-ID" dirty="0" err="1"/>
              <a:t>asing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lain.</a:t>
            </a:r>
          </a:p>
        </p:txBody>
      </p:sp>
    </p:spTree>
    <p:extLst>
      <p:ext uri="{BB962C8B-B14F-4D97-AF65-F5344CB8AC3E}">
        <p14:creationId xmlns:p14="http://schemas.microsoft.com/office/powerpoint/2010/main" val="31365724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35D97B24-87D2-2500-17A8-BEE5FCD39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C6AD0C5B-EF23-D1C3-9FAF-5FD5D13579AA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b="1" dirty="0" err="1"/>
              <a:t>Karakter</a:t>
            </a:r>
            <a:r>
              <a:rPr lang="en-ID" b="1" dirty="0"/>
              <a:t> Utama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E4D8D7A-08AB-ACD6-F4B6-CFBA9A0B8F3F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170985" y="2374050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Mage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0E9B353B-F547-6AD9-F367-BD6DC370ED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8707" y="1693650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984" name="Google Shape;984;p35">
            <a:extLst>
              <a:ext uri="{FF2B5EF4-FFF2-40B4-BE49-F238E27FC236}">
                <a16:creationId xmlns:a16="http://schemas.microsoft.com/office/drawing/2014/main" id="{5A9251F1-FF71-3789-5021-E9A6B2DFB574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821783" y="1641366"/>
            <a:ext cx="6504199" cy="174689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just">
              <a:buNone/>
            </a:pPr>
            <a:r>
              <a:rPr lang="en-ID" b="1" dirty="0"/>
              <a:t>Lore:</a:t>
            </a:r>
          </a:p>
          <a:p>
            <a:pPr algn="just">
              <a:buNone/>
            </a:pPr>
            <a:r>
              <a:rPr lang="en-ID" dirty="0"/>
              <a:t>Saphire Kingdom </a:t>
            </a:r>
            <a:r>
              <a:rPr lang="en-ID" dirty="0" err="1"/>
              <a:t>berada</a:t>
            </a:r>
            <a:r>
              <a:rPr lang="en-ID" dirty="0"/>
              <a:t> di wilayah </a:t>
            </a:r>
            <a:r>
              <a:rPr lang="en-ID" dirty="0" err="1"/>
              <a:t>pantai</a:t>
            </a:r>
            <a:r>
              <a:rPr lang="en-ID" dirty="0"/>
              <a:t> barat yang </a:t>
            </a:r>
            <a:r>
              <a:rPr lang="en-ID" dirty="0" err="1"/>
              <a:t>diselimuti</a:t>
            </a:r>
            <a:r>
              <a:rPr lang="en-ID" dirty="0"/>
              <a:t> </a:t>
            </a:r>
            <a:r>
              <a:rPr lang="en-ID" dirty="0" err="1"/>
              <a:t>kabut</a:t>
            </a:r>
            <a:r>
              <a:rPr lang="en-ID" dirty="0"/>
              <a:t> dan </a:t>
            </a:r>
            <a:r>
              <a:rPr lang="en-ID" dirty="0" err="1"/>
              <a:t>danau-danau</a:t>
            </a:r>
            <a:r>
              <a:rPr lang="en-ID" dirty="0"/>
              <a:t> </a:t>
            </a:r>
            <a:r>
              <a:rPr lang="en-ID" dirty="0" err="1"/>
              <a:t>kristal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pusat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, </a:t>
            </a:r>
            <a:r>
              <a:rPr lang="en-ID" dirty="0" err="1"/>
              <a:t>magitek</a:t>
            </a:r>
            <a:r>
              <a:rPr lang="en-ID" dirty="0"/>
              <a:t>, dan </a:t>
            </a:r>
            <a:r>
              <a:rPr lang="en-ID" dirty="0" err="1"/>
              <a:t>spiritualitas</a:t>
            </a:r>
            <a:r>
              <a:rPr lang="en-ID" dirty="0"/>
              <a:t>. Para </a:t>
            </a:r>
            <a:r>
              <a:rPr lang="en-ID" dirty="0" err="1"/>
              <a:t>penyihir</a:t>
            </a:r>
            <a:r>
              <a:rPr lang="en-ID" dirty="0"/>
              <a:t> dan </a:t>
            </a:r>
            <a:r>
              <a:rPr lang="en-ID" dirty="0" err="1"/>
              <a:t>cendekiawan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percaya</a:t>
            </a:r>
            <a:r>
              <a:rPr lang="en-ID" dirty="0"/>
              <a:t> </a:t>
            </a:r>
            <a:r>
              <a:rPr lang="en-ID" dirty="0" err="1"/>
              <a:t>bahwa</a:t>
            </a:r>
            <a:r>
              <a:rPr lang="en-ID" dirty="0"/>
              <a:t> </a:t>
            </a:r>
            <a:r>
              <a:rPr lang="en-ID" dirty="0" err="1"/>
              <a:t>keseimbangan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</a:t>
            </a:r>
            <a:r>
              <a:rPr lang="en-ID" dirty="0" err="1"/>
              <a:t>harus</a:t>
            </a:r>
            <a:r>
              <a:rPr lang="en-ID" dirty="0"/>
              <a:t> </a:t>
            </a:r>
            <a:r>
              <a:rPr lang="en-ID" dirty="0" err="1"/>
              <a:t>dijaga</a:t>
            </a:r>
            <a:r>
              <a:rPr lang="en-ID" dirty="0"/>
              <a:t>, dan </a:t>
            </a:r>
            <a:r>
              <a:rPr lang="en-ID" dirty="0" err="1"/>
              <a:t>ilmu</a:t>
            </a:r>
            <a:r>
              <a:rPr lang="en-ID" dirty="0"/>
              <a:t> </a:t>
            </a:r>
            <a:r>
              <a:rPr lang="en-ID" dirty="0" err="1"/>
              <a:t>harus</a:t>
            </a:r>
            <a:r>
              <a:rPr lang="en-ID" dirty="0"/>
              <a:t>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kehidupan</a:t>
            </a:r>
            <a:r>
              <a:rPr lang="en-ID" dirty="0"/>
              <a:t>, </a:t>
            </a:r>
            <a:r>
              <a:rPr lang="en-ID" dirty="0" err="1"/>
              <a:t>bukan</a:t>
            </a:r>
            <a:r>
              <a:rPr lang="en-ID" dirty="0"/>
              <a:t> </a:t>
            </a:r>
            <a:r>
              <a:rPr lang="en-ID" dirty="0" err="1"/>
              <a:t>kehancuran</a:t>
            </a:r>
            <a:r>
              <a:rPr lang="en-ID" dirty="0"/>
              <a:t>.</a:t>
            </a:r>
          </a:p>
          <a:p>
            <a:pPr algn="just">
              <a:buNone/>
            </a:pPr>
            <a:r>
              <a:rPr lang="en-ID" b="1" dirty="0"/>
              <a:t>Alasan </a:t>
            </a:r>
            <a:r>
              <a:rPr lang="en-ID" b="1" dirty="0" err="1"/>
              <a:t>Bergabung</a:t>
            </a:r>
            <a:r>
              <a:rPr lang="en-ID" b="1" dirty="0"/>
              <a:t>:</a:t>
            </a:r>
          </a:p>
          <a:p>
            <a:pPr algn="just"/>
            <a:r>
              <a:rPr lang="en-ID" dirty="0" err="1"/>
              <a:t>Penemuan</a:t>
            </a:r>
            <a:r>
              <a:rPr lang="en-ID" dirty="0"/>
              <a:t> ritual dark magic oleh </a:t>
            </a:r>
            <a:r>
              <a:rPr lang="en-ID" dirty="0" err="1"/>
              <a:t>anak</a:t>
            </a:r>
            <a:r>
              <a:rPr lang="en-ID" dirty="0"/>
              <a:t> Raja J </a:t>
            </a:r>
            <a:r>
              <a:rPr lang="en-ID" dirty="0" err="1"/>
              <a:t>menyadarkan</a:t>
            </a:r>
            <a:r>
              <a:rPr lang="en-ID" dirty="0"/>
              <a:t> para </a:t>
            </a:r>
            <a:r>
              <a:rPr lang="en-ID" dirty="0" err="1"/>
              <a:t>penyihir</a:t>
            </a:r>
            <a:r>
              <a:rPr lang="en-ID" dirty="0"/>
              <a:t> Saphire </a:t>
            </a:r>
            <a:r>
              <a:rPr lang="en-ID" dirty="0" err="1"/>
              <a:t>bahwa</a:t>
            </a:r>
            <a:r>
              <a:rPr lang="en-ID" dirty="0"/>
              <a:t> batas-batas </a:t>
            </a:r>
            <a:r>
              <a:rPr lang="en-ID" dirty="0" err="1"/>
              <a:t>dimensi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melemah</a:t>
            </a:r>
            <a:r>
              <a:rPr lang="en-ID" dirty="0"/>
              <a:t>. Jika </a:t>
            </a:r>
            <a:r>
              <a:rPr lang="en-ID" dirty="0" err="1"/>
              <a:t>dibiarkan</a:t>
            </a:r>
            <a:r>
              <a:rPr lang="en-ID" dirty="0"/>
              <a:t>, dunia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runtuh</a:t>
            </a:r>
            <a:r>
              <a:rPr lang="en-ID" dirty="0"/>
              <a:t> oleh </a:t>
            </a:r>
            <a:r>
              <a:rPr lang="en-ID" dirty="0" err="1"/>
              <a:t>ketidakstabilan</a:t>
            </a:r>
            <a:r>
              <a:rPr lang="en-ID" dirty="0"/>
              <a:t> </a:t>
            </a:r>
            <a:r>
              <a:rPr lang="en-ID" dirty="0" err="1"/>
              <a:t>magis</a:t>
            </a:r>
            <a:r>
              <a:rPr lang="en-ID" dirty="0"/>
              <a:t>. </a:t>
            </a:r>
            <a:r>
              <a:rPr lang="en-ID" dirty="0" err="1"/>
              <a:t>Mereka</a:t>
            </a:r>
            <a:r>
              <a:rPr lang="en-ID" dirty="0"/>
              <a:t> </a:t>
            </a:r>
            <a:r>
              <a:rPr lang="en-ID" dirty="0" err="1"/>
              <a:t>mengutus</a:t>
            </a:r>
            <a:r>
              <a:rPr lang="en-ID" dirty="0"/>
              <a:t> </a:t>
            </a:r>
            <a:r>
              <a:rPr lang="en-ID" dirty="0" err="1"/>
              <a:t>penyihir</a:t>
            </a:r>
            <a:r>
              <a:rPr lang="en-ID" dirty="0"/>
              <a:t> paling </a:t>
            </a:r>
            <a:r>
              <a:rPr lang="en-ID" dirty="0" err="1"/>
              <a:t>berbakat</a:t>
            </a:r>
            <a:r>
              <a:rPr lang="en-ID" dirty="0"/>
              <a:t> — </a:t>
            </a:r>
            <a:r>
              <a:rPr lang="en-ID" dirty="0" err="1"/>
              <a:t>bukan</a:t>
            </a:r>
            <a:r>
              <a:rPr lang="en-ID" dirty="0"/>
              <a:t> </a:t>
            </a:r>
            <a:r>
              <a:rPr lang="en-ID" dirty="0" err="1"/>
              <a:t>hanya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pejuang</a:t>
            </a:r>
            <a:r>
              <a:rPr lang="en-ID" dirty="0"/>
              <a:t>, </a:t>
            </a:r>
            <a:r>
              <a:rPr lang="en-ID" dirty="0" err="1"/>
              <a:t>tapi</a:t>
            </a:r>
            <a:r>
              <a:rPr lang="en-ID" dirty="0"/>
              <a:t> juga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i="1" dirty="0" err="1"/>
              <a:t>penyeimbang</a:t>
            </a:r>
            <a:r>
              <a:rPr lang="en-ID" i="1" dirty="0"/>
              <a:t> </a:t>
            </a:r>
            <a:r>
              <a:rPr lang="en-ID" i="1" dirty="0" err="1"/>
              <a:t>sihir</a:t>
            </a:r>
            <a:r>
              <a:rPr lang="en-ID" i="1" dirty="0"/>
              <a:t> dunia</a:t>
            </a:r>
            <a:r>
              <a:rPr lang="en-ID" dirty="0"/>
              <a:t>.</a:t>
            </a:r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C79CCA2B-5C26-29B3-F0C1-065B9B9439A8}"/>
              </a:ext>
            </a:extLst>
          </p:cNvPr>
          <p:cNvSpPr txBox="1">
            <a:spLocks/>
          </p:cNvSpPr>
          <p:nvPr/>
        </p:nvSpPr>
        <p:spPr>
          <a:xfrm>
            <a:off x="431780" y="2769450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Bryant</a:t>
            </a:r>
            <a:endParaRPr lang="en-ID" dirty="0"/>
          </a:p>
        </p:txBody>
      </p:sp>
      <p:pic>
        <p:nvPicPr>
          <p:cNvPr id="5" name="Picture 4" descr="A castle on a hill surrounded by water&#10;&#10;AI-generated content may be incorrect.">
            <a:extLst>
              <a:ext uri="{FF2B5EF4-FFF2-40B4-BE49-F238E27FC236}">
                <a16:creationId xmlns:a16="http://schemas.microsoft.com/office/drawing/2014/main" id="{84590A6F-1FB7-7DAA-0B72-A8007A44B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54" y="3164850"/>
            <a:ext cx="1819872" cy="181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588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AA30CC60-6CA3-C894-FBEC-25ADB326B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F72D30DA-0C33-747C-85CA-0704705A2589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 err="1"/>
              <a:t>Karakter</a:t>
            </a:r>
            <a:r>
              <a:rPr lang="en-US" dirty="0"/>
              <a:t>: </a:t>
            </a:r>
            <a:r>
              <a:rPr lang="en-US" b="1" dirty="0"/>
              <a:t>The Cold Mind</a:t>
            </a:r>
            <a:endParaRPr lang="en-ID" b="1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F22E464-F4B0-D46D-4266-F2686A137BE3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182524" y="1747885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Mage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2B9510D8-0C74-B3CD-133E-85C97DFF3A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246" y="1067485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1A742CA1-3D89-A02C-BFB4-D880A79D49A8}"/>
              </a:ext>
            </a:extLst>
          </p:cNvPr>
          <p:cNvSpPr txBox="1">
            <a:spLocks/>
          </p:cNvSpPr>
          <p:nvPr/>
        </p:nvSpPr>
        <p:spPr>
          <a:xfrm>
            <a:off x="443319" y="2143285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Bryant</a:t>
            </a:r>
            <a:endParaRPr lang="en-ID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D83D2407-D786-D94B-D592-4AF7559904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62" t="5934" r="34953" b="21304"/>
          <a:stretch/>
        </p:blipFill>
        <p:spPr bwMode="auto">
          <a:xfrm>
            <a:off x="5250" y="2571749"/>
            <a:ext cx="1987200" cy="257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84;p35">
            <a:extLst>
              <a:ext uri="{FF2B5EF4-FFF2-40B4-BE49-F238E27FC236}">
                <a16:creationId xmlns:a16="http://schemas.microsoft.com/office/drawing/2014/main" id="{A57A586B-EFC3-2B26-7580-5C7377C029C1}"/>
              </a:ext>
            </a:extLst>
          </p:cNvPr>
          <p:cNvSpPr txBox="1">
            <a:spLocks/>
          </p:cNvSpPr>
          <p:nvPr/>
        </p:nvSpPr>
        <p:spPr>
          <a:xfrm>
            <a:off x="2656621" y="1070380"/>
            <a:ext cx="5495136" cy="2369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ID" b="1" dirty="0" err="1"/>
              <a:t>Kepribadian</a:t>
            </a:r>
            <a:r>
              <a:rPr lang="en-ID" b="1" dirty="0"/>
              <a:t>: </a:t>
            </a:r>
            <a:r>
              <a:rPr lang="en-ID" dirty="0"/>
              <a:t>Cerdas, </a:t>
            </a:r>
            <a:r>
              <a:rPr lang="en-ID" dirty="0" err="1"/>
              <a:t>penuh</a:t>
            </a:r>
            <a:r>
              <a:rPr lang="en-ID" dirty="0"/>
              <a:t> rasa </a:t>
            </a:r>
            <a:r>
              <a:rPr lang="en-ID" dirty="0" err="1"/>
              <a:t>ingin</a:t>
            </a:r>
            <a:r>
              <a:rPr lang="en-ID" dirty="0"/>
              <a:t> </a:t>
            </a:r>
            <a:r>
              <a:rPr lang="en-ID" dirty="0" err="1"/>
              <a:t>tahu</a:t>
            </a:r>
            <a:r>
              <a:rPr lang="en-ID" dirty="0"/>
              <a:t>, </a:t>
            </a:r>
            <a:r>
              <a:rPr lang="en-ID" dirty="0" err="1"/>
              <a:t>kadang</a:t>
            </a:r>
            <a:r>
              <a:rPr lang="en-ID" dirty="0"/>
              <a:t> </a:t>
            </a:r>
            <a:r>
              <a:rPr lang="en-ID" dirty="0" err="1"/>
              <a:t>sinis</a:t>
            </a:r>
            <a:r>
              <a:rPr lang="en-ID" dirty="0"/>
              <a:t> dan </a:t>
            </a:r>
            <a:r>
              <a:rPr lang="en-ID" dirty="0" err="1"/>
              <a:t>sulit</a:t>
            </a:r>
            <a:r>
              <a:rPr lang="en-ID" dirty="0"/>
              <a:t> </a:t>
            </a:r>
            <a:r>
              <a:rPr lang="en-ID" dirty="0" err="1"/>
              <a:t>memahami</a:t>
            </a:r>
            <a:r>
              <a:rPr lang="en-ID" dirty="0"/>
              <a:t> </a:t>
            </a:r>
            <a:r>
              <a:rPr lang="en-ID" dirty="0" err="1"/>
              <a:t>emosi</a:t>
            </a:r>
            <a:r>
              <a:rPr lang="en-ID" dirty="0"/>
              <a:t> </a:t>
            </a:r>
            <a:r>
              <a:rPr lang="en-ID" dirty="0" err="1"/>
              <a:t>manusia</a:t>
            </a:r>
            <a:r>
              <a:rPr lang="en-ID" dirty="0"/>
              <a:t>.</a:t>
            </a:r>
          </a:p>
          <a:p>
            <a:pPr algn="l"/>
            <a:endParaRPr lang="en-ID" dirty="0"/>
          </a:p>
          <a:p>
            <a:pPr algn="l"/>
            <a:r>
              <a:rPr lang="en-ID" b="1" dirty="0" err="1"/>
              <a:t>Kelebihan</a:t>
            </a:r>
            <a:r>
              <a:rPr lang="en-ID" b="1" dirty="0"/>
              <a:t>: </a:t>
            </a:r>
            <a:r>
              <a:rPr lang="en-ID" dirty="0" err="1"/>
              <a:t>Serangan</a:t>
            </a:r>
            <a:r>
              <a:rPr lang="en-ID" dirty="0"/>
              <a:t> area, </a:t>
            </a:r>
            <a:r>
              <a:rPr lang="en-ID" dirty="0" err="1"/>
              <a:t>manipulasi</a:t>
            </a:r>
            <a:r>
              <a:rPr lang="en-ID" dirty="0"/>
              <a:t> </a:t>
            </a:r>
            <a:r>
              <a:rPr lang="en-ID" dirty="0" err="1"/>
              <a:t>elemen</a:t>
            </a:r>
            <a:r>
              <a:rPr lang="en-ID" dirty="0"/>
              <a:t>, dan </a:t>
            </a:r>
            <a:r>
              <a:rPr lang="en-ID" dirty="0" err="1"/>
              <a:t>membaca</a:t>
            </a:r>
            <a:r>
              <a:rPr lang="en-ID" dirty="0"/>
              <a:t> Gerakan </a:t>
            </a:r>
            <a:r>
              <a:rPr lang="en-ID" dirty="0" err="1"/>
              <a:t>lawan</a:t>
            </a:r>
            <a:r>
              <a:rPr lang="en-ID" dirty="0"/>
              <a:t>.</a:t>
            </a:r>
          </a:p>
          <a:p>
            <a:pPr algn="l"/>
            <a:endParaRPr lang="en-ID" dirty="0"/>
          </a:p>
          <a:p>
            <a:pPr algn="l"/>
            <a:r>
              <a:rPr lang="en-ID" b="1" dirty="0" err="1"/>
              <a:t>Dilema</a:t>
            </a:r>
            <a:r>
              <a:rPr lang="en-ID" b="1" dirty="0"/>
              <a:t>: </a:t>
            </a:r>
            <a:r>
              <a:rPr lang="en-ID" dirty="0" err="1"/>
              <a:t>Terlalu</a:t>
            </a:r>
            <a:r>
              <a:rPr lang="en-ID" dirty="0"/>
              <a:t> </a:t>
            </a:r>
            <a:r>
              <a:rPr lang="en-ID" dirty="0" err="1"/>
              <a:t>percaya</a:t>
            </a:r>
            <a:r>
              <a:rPr lang="en-ID" dirty="0"/>
              <a:t> pada </a:t>
            </a:r>
            <a:r>
              <a:rPr lang="en-ID" dirty="0" err="1"/>
              <a:t>logika</a:t>
            </a:r>
            <a:r>
              <a:rPr lang="en-ID" dirty="0"/>
              <a:t>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lupa</a:t>
            </a:r>
            <a:r>
              <a:rPr lang="en-ID" dirty="0"/>
              <a:t> </a:t>
            </a:r>
            <a:r>
              <a:rPr lang="en-ID" dirty="0" err="1"/>
              <a:t>bahwa</a:t>
            </a:r>
            <a:r>
              <a:rPr lang="en-ID" dirty="0"/>
              <a:t> dunia juga </a:t>
            </a:r>
            <a:r>
              <a:rPr lang="en-ID" dirty="0" err="1"/>
              <a:t>digerakkan</a:t>
            </a:r>
            <a:r>
              <a:rPr lang="en-ID" dirty="0"/>
              <a:t> oleh </a:t>
            </a:r>
            <a:r>
              <a:rPr lang="en-ID" dirty="0" err="1"/>
              <a:t>hati</a:t>
            </a:r>
            <a:r>
              <a:rPr lang="en-ID" dirty="0"/>
              <a:t> dan </a:t>
            </a:r>
            <a:r>
              <a:rPr lang="en-ID" dirty="0" err="1"/>
              <a:t>ikatan</a:t>
            </a:r>
            <a:r>
              <a:rPr lang="en-ID" dirty="0"/>
              <a:t> </a:t>
            </a:r>
            <a:r>
              <a:rPr lang="en-ID" dirty="0" err="1"/>
              <a:t>antarmanusia</a:t>
            </a:r>
            <a:r>
              <a:rPr lang="en-ID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567486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C74EC653-F34B-0755-783E-E07F887AE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B30560A2-686C-2862-A58E-EAEE7215FFB2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50AC607D-78CA-8984-773F-8831ADE3D1C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3621" y="2195960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Goblin, Skeleton, Satyr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Amazon Girl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Gorgon (Medusa)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Peasants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Awal </a:t>
            </a:r>
            <a:r>
              <a:rPr lang="en-ID" dirty="0" err="1"/>
              <a:t>petualangan</a:t>
            </a:r>
            <a:r>
              <a:rPr lang="en-ID" dirty="0"/>
              <a:t>, </a:t>
            </a:r>
            <a:r>
              <a:rPr lang="en-ID" dirty="0" err="1"/>
              <a:t>belajar</a:t>
            </a:r>
            <a:r>
              <a:rPr lang="en-ID" dirty="0"/>
              <a:t> </a:t>
            </a:r>
            <a:r>
              <a:rPr lang="en-ID" dirty="0" err="1"/>
              <a:t>kerja</a:t>
            </a:r>
            <a:r>
              <a:rPr lang="en-ID" dirty="0"/>
              <a:t> </a:t>
            </a:r>
            <a:r>
              <a:rPr lang="en-ID" dirty="0" err="1"/>
              <a:t>mekanik</a:t>
            </a:r>
            <a:r>
              <a:rPr lang="en-ID" dirty="0"/>
              <a:t> </a:t>
            </a:r>
            <a:r>
              <a:rPr lang="en-ID" dirty="0" err="1"/>
              <a:t>dasar</a:t>
            </a:r>
            <a:r>
              <a:rPr lang="en-ID" dirty="0"/>
              <a:t>, zona yang </a:t>
            </a:r>
            <a:r>
              <a:rPr lang="en-ID" dirty="0" err="1"/>
              <a:t>mengajarkan</a:t>
            </a:r>
            <a:r>
              <a:rPr lang="en-ID" dirty="0"/>
              <a:t> </a:t>
            </a:r>
            <a:r>
              <a:rPr lang="en-ID" dirty="0" err="1"/>
              <a:t>pentingnya</a:t>
            </a:r>
            <a:r>
              <a:rPr lang="en-ID" dirty="0"/>
              <a:t> Social Credit.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4BEBDFCC-A5E1-95BA-FFF7-8B041F44BD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859846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1. Forest of Whispers</a:t>
            </a:r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1B370F8D-6180-16D3-A801-DAE271E53850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2" name="Picture 8" descr="pixel art | &quot;trees&quot; [100x100 pixel] by stls">
            <a:extLst>
              <a:ext uri="{FF2B5EF4-FFF2-40B4-BE49-F238E27FC236}">
                <a16:creationId xmlns:a16="http://schemas.microsoft.com/office/drawing/2014/main" id="{5B198E1D-CBB6-F0B1-283A-A71A804602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416" y="1334207"/>
            <a:ext cx="891205" cy="891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89801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77D9A492-D904-9C51-7B3F-8037E2B92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8D96EC34-1D98-59E7-51B0-463C577FC221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30507217-7357-F21A-249C-48421209F10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3621" y="2195960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Golem, Demon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Pyromancer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Gladiator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pengungsi</a:t>
            </a:r>
            <a:r>
              <a:rPr lang="en-ID" dirty="0"/>
              <a:t> </a:t>
            </a:r>
            <a:r>
              <a:rPr lang="en-ID" dirty="0" err="1"/>
              <a:t>tambang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Mengungkap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Obsidian Kingdom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lewat</a:t>
            </a:r>
            <a:r>
              <a:rPr lang="en-ID" dirty="0"/>
              <a:t> lava corrupted.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FBEC0E41-03A8-6596-312B-9EBCC40C55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859846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2. </a:t>
            </a:r>
            <a:r>
              <a:rPr lang="en-US" b="1" dirty="0" err="1"/>
              <a:t>Ashpeak</a:t>
            </a:r>
            <a:r>
              <a:rPr lang="en-US" b="1" dirty="0"/>
              <a:t> Mountain</a:t>
            </a:r>
            <a:r>
              <a:rPr lang="en-US" dirty="0"/>
              <a:t> </a:t>
            </a:r>
            <a:r>
              <a:rPr lang="en-US" i="1" dirty="0"/>
              <a:t>(Volcano Map)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60B94413-478B-C4F2-CF5F-D873CDEFB983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10" name="Picture 2" descr="Top free game assets tagged cave - Page 2 - itch.io">
            <a:extLst>
              <a:ext uri="{FF2B5EF4-FFF2-40B4-BE49-F238E27FC236}">
                <a16:creationId xmlns:a16="http://schemas.microsoft.com/office/drawing/2014/main" id="{4CFCC01F-DDBC-455B-DC52-D48D0E376D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10" t="109" r="14120" b="-109"/>
          <a:stretch/>
        </p:blipFill>
        <p:spPr bwMode="auto">
          <a:xfrm>
            <a:off x="1178750" y="1312268"/>
            <a:ext cx="884871" cy="939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62321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D9B0C2A6-94CC-12E1-594C-E63B9D8EF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D4F62136-2E98-BF1E-6645-5DA33A72044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225637" y="1743730"/>
            <a:ext cx="6263044" cy="126363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Musuh</a:t>
            </a:r>
            <a:r>
              <a:rPr lang="en-ID" dirty="0"/>
              <a:t>: Orc, Yokai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Mini Boss: Satyr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Boss: Minotaur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NPC: Dwarf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kuil</a:t>
            </a:r>
            <a:r>
              <a:rPr lang="en-ID" dirty="0"/>
              <a:t> </a:t>
            </a:r>
            <a:r>
              <a:rPr lang="en-ID" dirty="0" err="1"/>
              <a:t>bawah</a:t>
            </a:r>
            <a:r>
              <a:rPr lang="en-ID" dirty="0"/>
              <a:t> </a:t>
            </a:r>
            <a:r>
              <a:rPr lang="en-ID" dirty="0" err="1"/>
              <a:t>tanah</a:t>
            </a:r>
            <a:r>
              <a:rPr lang="en-ID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Lore: </a:t>
            </a:r>
            <a:r>
              <a:rPr lang="en-ID" dirty="0" err="1"/>
              <a:t>Petunjuk</a:t>
            </a:r>
            <a:r>
              <a:rPr lang="en-ID" dirty="0"/>
              <a:t> </a:t>
            </a:r>
            <a:r>
              <a:rPr lang="en-ID" dirty="0" err="1"/>
              <a:t>awal</a:t>
            </a:r>
            <a:r>
              <a:rPr lang="en-ID" dirty="0"/>
              <a:t> </a:t>
            </a:r>
            <a:r>
              <a:rPr lang="en-ID" dirty="0" err="1"/>
              <a:t>tentang</a:t>
            </a:r>
            <a:r>
              <a:rPr lang="en-ID" dirty="0"/>
              <a:t> sang </a:t>
            </a:r>
            <a:r>
              <a:rPr lang="en-ID" dirty="0" err="1"/>
              <a:t>pangeran</a:t>
            </a:r>
            <a:r>
              <a:rPr lang="en-ID" dirty="0"/>
              <a:t> dan </a:t>
            </a:r>
            <a:r>
              <a:rPr lang="en-ID" dirty="0" err="1"/>
              <a:t>keinginannya</a:t>
            </a:r>
            <a:r>
              <a:rPr lang="en-ID" dirty="0"/>
              <a:t> </a:t>
            </a:r>
            <a:r>
              <a:rPr lang="en-ID" dirty="0" err="1"/>
              <a:t>membangkitkan</a:t>
            </a:r>
            <a:r>
              <a:rPr lang="en-ID" dirty="0"/>
              <a:t>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mati</a:t>
            </a:r>
            <a:r>
              <a:rPr lang="en-ID" dirty="0"/>
              <a:t>.</a:t>
            </a: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665BB3DA-DBB6-2F00-C62A-DABED8648B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959237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3. Dunes of Despair</a:t>
            </a:r>
            <a:r>
              <a:rPr lang="en-ID" dirty="0"/>
              <a:t> </a:t>
            </a:r>
            <a:r>
              <a:rPr lang="en-ID" i="1" dirty="0"/>
              <a:t>(Desert Map)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BF4C7895-2D03-468C-CA94-6896181D0C51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sp>
        <p:nvSpPr>
          <p:cNvPr id="5" name="Google Shape;1179;p45">
            <a:extLst>
              <a:ext uri="{FF2B5EF4-FFF2-40B4-BE49-F238E27FC236}">
                <a16:creationId xmlns:a16="http://schemas.microsoft.com/office/drawing/2014/main" id="{C64983B1-AC99-456F-47FF-F57F46E1A0B1}"/>
              </a:ext>
            </a:extLst>
          </p:cNvPr>
          <p:cNvSpPr/>
          <p:nvPr/>
        </p:nvSpPr>
        <p:spPr>
          <a:xfrm rot="10800000" flipH="1">
            <a:off x="1178748" y="1517805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6DCF91-3824-1F98-57E9-4B899DC28A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623" r="10385"/>
          <a:stretch/>
        </p:blipFill>
        <p:spPr>
          <a:xfrm>
            <a:off x="1178749" y="1517805"/>
            <a:ext cx="884872" cy="9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0324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01D0C4B6-3335-5272-A788-CCD89C641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9966F7C4-E41C-339A-5664-3CC03B6AE9D5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2EC1A7F4-DC22-B996-C7AC-C60F0D12CB4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80910" y="1781894"/>
            <a:ext cx="6298603" cy="154298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 err="1"/>
              <a:t>Musuh</a:t>
            </a:r>
            <a:r>
              <a:rPr lang="en-ID" dirty="0"/>
              <a:t>: Skeleton Knight, Demon, Golem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Mini</a:t>
            </a:r>
            <a:r>
              <a:rPr lang="en-ID" dirty="0"/>
              <a:t> Boss: Samurai Hitam (Clone)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Boss</a:t>
            </a:r>
            <a:r>
              <a:rPr lang="en-ID" dirty="0"/>
              <a:t>: Golem </a:t>
            </a:r>
            <a:r>
              <a:rPr lang="en-ID" dirty="0" err="1"/>
              <a:t>Raksasa</a:t>
            </a:r>
            <a:endParaRPr lang="en-ID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NPC</a:t>
            </a:r>
            <a:r>
              <a:rPr lang="en-ID" dirty="0"/>
              <a:t>: Roh </a:t>
            </a:r>
            <a:r>
              <a:rPr lang="en-ID" dirty="0" err="1"/>
              <a:t>kerajaanFungsi</a:t>
            </a:r>
            <a:r>
              <a:rPr lang="en-ID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Lore</a:t>
            </a:r>
            <a:r>
              <a:rPr lang="en-ID" dirty="0"/>
              <a:t>: </a:t>
            </a:r>
            <a:r>
              <a:rPr lang="en-ID" dirty="0" err="1"/>
              <a:t>Menguak</a:t>
            </a:r>
            <a:r>
              <a:rPr lang="en-ID" dirty="0"/>
              <a:t> </a:t>
            </a:r>
            <a:r>
              <a:rPr lang="en-ID" dirty="0" err="1"/>
              <a:t>sejarah</a:t>
            </a:r>
            <a:r>
              <a:rPr lang="en-ID" dirty="0"/>
              <a:t> </a:t>
            </a:r>
            <a:r>
              <a:rPr lang="en-ID" dirty="0" err="1"/>
              <a:t>peperangan</a:t>
            </a:r>
            <a:r>
              <a:rPr lang="en-ID" dirty="0"/>
              <a:t> lama dan </a:t>
            </a:r>
            <a:r>
              <a:rPr lang="en-ID" dirty="0" err="1"/>
              <a:t>latar</a:t>
            </a:r>
            <a:r>
              <a:rPr lang="en-ID" dirty="0"/>
              <a:t> </a:t>
            </a:r>
            <a:r>
              <a:rPr lang="en-ID" dirty="0" err="1"/>
              <a:t>keluarga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Obsidian.</a:t>
            </a: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4635C667-8597-CB28-9301-9BC5AD16A1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34686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4. Ruins of Obsidian Kingdom</a:t>
            </a:r>
            <a:r>
              <a:rPr lang="en-US" i="1" dirty="0"/>
              <a:t>(</a:t>
            </a:r>
            <a:r>
              <a:rPr lang="en-US" i="1" dirty="0" err="1"/>
              <a:t>Mediaval</a:t>
            </a:r>
            <a:r>
              <a:rPr lang="en-US" i="1" dirty="0"/>
              <a:t> Map)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54C7E2B6-D149-96AB-35AF-40456A8129DA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B7B2805-584D-7589-98A4-54931D8880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086" r="27836" b="-1086"/>
          <a:stretch/>
        </p:blipFill>
        <p:spPr>
          <a:xfrm>
            <a:off x="1178750" y="1329553"/>
            <a:ext cx="884872" cy="95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2319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D36D52C3-01D7-B804-DC33-8A82130AB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ABBE1B81-B7FA-1504-17AC-B53B74FEC0A0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A3008C90-7992-0651-37FE-49DBF4B21C4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3621" y="2668069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Demon Elite, Frost Yokai, Bone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Berserker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b="1" dirty="0"/>
              <a:t>Hellhound</a:t>
            </a:r>
            <a:r>
              <a:rPr lang="en-ID" dirty="0"/>
              <a:t> (3 Phase Battle)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i="1" dirty="0"/>
              <a:t>Phase 1</a:t>
            </a:r>
            <a:r>
              <a:rPr lang="en-ID" dirty="0"/>
              <a:t>: </a:t>
            </a:r>
            <a:r>
              <a:rPr lang="en-ID" dirty="0" err="1"/>
              <a:t>Serangan</a:t>
            </a:r>
            <a:r>
              <a:rPr lang="en-ID" dirty="0"/>
              <a:t> </a:t>
            </a:r>
            <a:r>
              <a:rPr lang="en-ID" dirty="0" err="1"/>
              <a:t>fisik</a:t>
            </a:r>
            <a:r>
              <a:rPr lang="en-ID" dirty="0"/>
              <a:t> dan </a:t>
            </a:r>
            <a:r>
              <a:rPr lang="en-ID" dirty="0" err="1"/>
              <a:t>kecepatan</a:t>
            </a:r>
            <a:endParaRPr lang="en-ID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i="1" dirty="0"/>
              <a:t>Phase 2</a:t>
            </a:r>
            <a:r>
              <a:rPr lang="en-ID" dirty="0"/>
              <a:t>: </a:t>
            </a:r>
            <a:r>
              <a:rPr lang="en-ID" dirty="0" err="1"/>
              <a:t>Berkepala</a:t>
            </a:r>
            <a:r>
              <a:rPr lang="en-ID" dirty="0"/>
              <a:t> 2 dan Damage Up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i="1" dirty="0"/>
              <a:t>Phase 3</a:t>
            </a:r>
            <a:r>
              <a:rPr lang="en-ID" dirty="0"/>
              <a:t>: </a:t>
            </a:r>
            <a:r>
              <a:rPr lang="en-ID" dirty="0" err="1"/>
              <a:t>Bentuk</a:t>
            </a:r>
            <a:r>
              <a:rPr lang="en-ID" dirty="0"/>
              <a:t> </a:t>
            </a:r>
            <a:r>
              <a:rPr lang="en-ID" dirty="0" err="1"/>
              <a:t>iblis</a:t>
            </a:r>
            <a:r>
              <a:rPr lang="en-ID" dirty="0"/>
              <a:t> </a:t>
            </a:r>
            <a:r>
              <a:rPr lang="en-ID" dirty="0" err="1"/>
              <a:t>berkepala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Kecepatan</a:t>
            </a:r>
            <a:r>
              <a:rPr lang="en-ID" dirty="0"/>
              <a:t>?? Damage??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Relik</a:t>
            </a:r>
            <a:r>
              <a:rPr lang="en-ID" dirty="0"/>
              <a:t> 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Titik</a:t>
            </a:r>
            <a:r>
              <a:rPr lang="en-ID" dirty="0"/>
              <a:t> </a:t>
            </a:r>
            <a:r>
              <a:rPr lang="en-ID" dirty="0" err="1"/>
              <a:t>balik</a:t>
            </a:r>
            <a:r>
              <a:rPr lang="en-ID" dirty="0"/>
              <a:t> </a:t>
            </a:r>
            <a:r>
              <a:rPr lang="en-ID" dirty="0" err="1"/>
              <a:t>emosional</a:t>
            </a:r>
            <a:r>
              <a:rPr lang="en-ID" dirty="0"/>
              <a:t>, di mana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mendalam</a:t>
            </a:r>
            <a:r>
              <a:rPr lang="en-ID" dirty="0"/>
              <a:t> oleh </a:t>
            </a:r>
            <a:r>
              <a:rPr lang="en-ID" dirty="0" err="1"/>
              <a:t>cerita</a:t>
            </a:r>
            <a:r>
              <a:rPr lang="en-ID" dirty="0"/>
              <a:t> </a:t>
            </a:r>
            <a:r>
              <a:rPr lang="en-ID" dirty="0" err="1"/>
              <a:t>Pangeran</a:t>
            </a:r>
            <a:r>
              <a:rPr lang="en-ID" dirty="0"/>
              <a:t> Bob Jr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rakyatnya</a:t>
            </a:r>
            <a:r>
              <a:rPr lang="en-ID" dirty="0"/>
              <a:t> dan </a:t>
            </a:r>
            <a:r>
              <a:rPr lang="en-ID" dirty="0" err="1"/>
              <a:t>penjelasan</a:t>
            </a:r>
            <a:r>
              <a:rPr lang="en-ID" dirty="0"/>
              <a:t> </a:t>
            </a:r>
            <a:r>
              <a:rPr lang="en-ID" dirty="0" err="1"/>
              <a:t>dibuangnya</a:t>
            </a:r>
            <a:r>
              <a:rPr lang="en-ID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FB1A2B77-0638-E08C-269F-5C9FFF512A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81512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de-DE" b="1" dirty="0"/>
              <a:t>5. Frozen Core </a:t>
            </a:r>
            <a:r>
              <a:rPr lang="de-DE" b="1" i="1" dirty="0"/>
              <a:t>(Frozen Map)</a:t>
            </a:r>
            <a:endParaRPr lang="de-DE" b="1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99142B4F-77DC-F93B-1036-97F256EB751B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FC3384-4728-D3CB-77FB-18622E47FB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086" r="27836" b="-1086"/>
          <a:stretch/>
        </p:blipFill>
        <p:spPr>
          <a:xfrm>
            <a:off x="1178750" y="1329553"/>
            <a:ext cx="884872" cy="95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6500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/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/>
          <p:cNvSpPr txBox="1">
            <a:spLocks noGrp="1"/>
          </p:cNvSpPr>
          <p:nvPr>
            <p:ph type="subTitle" idx="1"/>
          </p:nvPr>
        </p:nvSpPr>
        <p:spPr>
          <a:xfrm>
            <a:off x="2063621" y="2460286"/>
            <a:ext cx="6200889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</a:t>
            </a:r>
            <a:r>
              <a:rPr lang="en-ID" b="1" dirty="0"/>
              <a:t>Obsidian Soldiers</a:t>
            </a:r>
            <a:r>
              <a:rPr lang="en-ID" dirty="0"/>
              <a:t>, </a:t>
            </a:r>
            <a:r>
              <a:rPr lang="en-ID" b="1" dirty="0"/>
              <a:t>Demon</a:t>
            </a:r>
            <a:r>
              <a:rPr lang="en-ID" dirty="0"/>
              <a:t>, </a:t>
            </a:r>
            <a:r>
              <a:rPr lang="en-ID" b="1" dirty="0"/>
              <a:t>Flying Demon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 Final</a:t>
            </a:r>
            <a:r>
              <a:rPr lang="en-ID" dirty="0"/>
              <a:t>: </a:t>
            </a:r>
            <a:r>
              <a:rPr lang="en-ID" b="1" dirty="0"/>
              <a:t>Ancient Dragon (Corrupted)</a:t>
            </a:r>
            <a:endParaRPr lang="en-ID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dirty="0" err="1"/>
              <a:t>Mewakili</a:t>
            </a:r>
            <a:r>
              <a:rPr lang="en-ID" dirty="0"/>
              <a:t> </a:t>
            </a:r>
            <a:r>
              <a:rPr lang="en-ID" dirty="0" err="1"/>
              <a:t>kekacauan</a:t>
            </a:r>
            <a:r>
              <a:rPr lang="en-ID" dirty="0"/>
              <a:t> dimensional </a:t>
            </a:r>
            <a:r>
              <a:rPr lang="en-ID" dirty="0" err="1"/>
              <a:t>akibat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terlarang</a:t>
            </a:r>
            <a:endParaRPr lang="en-ID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dirty="0"/>
              <a:t>Ada cutscene </a:t>
            </a:r>
            <a:r>
              <a:rPr lang="en-ID" dirty="0" err="1"/>
              <a:t>interaktif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3 ending </a:t>
            </a:r>
            <a:r>
              <a:rPr lang="en-ID" dirty="0" err="1"/>
              <a:t>berdasarkan</a:t>
            </a:r>
            <a:r>
              <a:rPr lang="en-ID" dirty="0"/>
              <a:t> level </a:t>
            </a:r>
            <a:r>
              <a:rPr lang="en-ID" dirty="0" err="1"/>
              <a:t>pertemanan</a:t>
            </a:r>
            <a:r>
              <a:rPr lang="en-ID" dirty="0"/>
              <a:t> </a:t>
            </a:r>
            <a:r>
              <a:rPr lang="en-ID" dirty="0" err="1"/>
              <a:t>antar</a:t>
            </a:r>
            <a:r>
              <a:rPr lang="en-ID" dirty="0"/>
              <a:t> </a:t>
            </a:r>
            <a:r>
              <a:rPr lang="en-ID" dirty="0" err="1"/>
              <a:t>karakter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</a:t>
            </a:r>
            <a:r>
              <a:rPr lang="en-ID" dirty="0" err="1"/>
              <a:t>Bayangan</a:t>
            </a:r>
            <a:r>
              <a:rPr lang="en-ID" dirty="0"/>
              <a:t> sang Raja Obsidian </a:t>
            </a:r>
            <a:r>
              <a:rPr lang="en-ID" dirty="0" err="1"/>
              <a:t>sebelum</a:t>
            </a:r>
            <a:r>
              <a:rPr lang="en-ID" dirty="0"/>
              <a:t> </a:t>
            </a:r>
            <a:r>
              <a:rPr lang="en-ID" dirty="0" err="1"/>
              <a:t>dikendalikan</a:t>
            </a:r>
            <a:r>
              <a:rPr lang="en-ID" dirty="0"/>
              <a:t> </a:t>
            </a:r>
            <a:r>
              <a:rPr lang="en-ID" dirty="0" err="1"/>
              <a:t>anaknya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Penutup</a:t>
            </a:r>
            <a:r>
              <a:rPr lang="en-ID" dirty="0"/>
              <a:t> </a:t>
            </a:r>
            <a:r>
              <a:rPr lang="en-ID" dirty="0" err="1"/>
              <a:t>epik</a:t>
            </a:r>
            <a:r>
              <a:rPr lang="en-ID" dirty="0"/>
              <a:t>, </a:t>
            </a:r>
            <a:r>
              <a:rPr lang="en-ID" dirty="0" err="1"/>
              <a:t>pertarungan</a:t>
            </a:r>
            <a:r>
              <a:rPr lang="en-ID" dirty="0"/>
              <a:t> </a:t>
            </a:r>
            <a:r>
              <a:rPr lang="en-ID" dirty="0" err="1"/>
              <a:t>ideologi</a:t>
            </a:r>
            <a:r>
              <a:rPr lang="en-ID" dirty="0"/>
              <a:t>, dan </a:t>
            </a:r>
            <a:r>
              <a:rPr lang="en-ID" dirty="0" err="1"/>
              <a:t>resolusi</a:t>
            </a:r>
            <a:r>
              <a:rPr lang="en-ID" dirty="0"/>
              <a:t>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pangeran</a:t>
            </a:r>
            <a:r>
              <a:rPr lang="en-ID" dirty="0"/>
              <a:t> dan </a:t>
            </a:r>
            <a:r>
              <a:rPr lang="en-ID" dirty="0" err="1"/>
              <a:t>pilihan</a:t>
            </a:r>
            <a:r>
              <a:rPr lang="en-ID" dirty="0"/>
              <a:t> ending(</a:t>
            </a:r>
            <a:r>
              <a:rPr lang="en-ID" dirty="0" err="1"/>
              <a:t>Good,Neutral,Bad</a:t>
            </a:r>
            <a:r>
              <a:rPr lang="en-ID" dirty="0"/>
              <a:t>).</a:t>
            </a:r>
          </a:p>
        </p:txBody>
      </p:sp>
      <p:sp>
        <p:nvSpPr>
          <p:cNvPr id="1184" name="Google Shape;1184;p45"/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6. Skyreach Summit</a:t>
            </a:r>
            <a:r>
              <a:rPr lang="en-US" dirty="0"/>
              <a:t> </a:t>
            </a:r>
            <a:r>
              <a:rPr lang="en-US" i="1" dirty="0"/>
              <a:t>(Plains / Floating Ruins Map)</a:t>
            </a:r>
            <a:r>
              <a:rPr lang="en-US" dirty="0"/>
              <a:t> – Final Area</a:t>
            </a:r>
            <a:endParaRPr lang="en-ID" dirty="0"/>
          </a:p>
        </p:txBody>
      </p:sp>
      <p:sp>
        <p:nvSpPr>
          <p:cNvPr id="1189" name="Google Shape;1189;p45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2050" name="Picture 2" descr="Pixilart - Grassy hill by anthony1290f">
            <a:extLst>
              <a:ext uri="{FF2B5EF4-FFF2-40B4-BE49-F238E27FC236}">
                <a16:creationId xmlns:a16="http://schemas.microsoft.com/office/drawing/2014/main" id="{8FFF3783-3E12-4FE6-237F-E49EF721EF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8749" y="1329553"/>
            <a:ext cx="891205" cy="891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/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/>
          <p:cNvSpPr txBox="1">
            <a:spLocks noGrp="1"/>
          </p:cNvSpPr>
          <p:nvPr>
            <p:ph type="subTitle" idx="1"/>
          </p:nvPr>
        </p:nvSpPr>
        <p:spPr>
          <a:xfrm>
            <a:off x="169208" y="145471"/>
            <a:ext cx="4338188" cy="28326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Goblin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Hutan </a:t>
            </a:r>
            <a:r>
              <a:rPr lang="en-ID" sz="1100" dirty="0" err="1"/>
              <a:t>Terkutuk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insting</a:t>
            </a:r>
            <a:r>
              <a:rPr lang="en-ID" sz="1100" dirty="0"/>
              <a:t> buas dan </a:t>
            </a:r>
            <a:r>
              <a:rPr lang="en-ID" sz="1100" dirty="0" err="1"/>
              <a:t>kecerdikan</a:t>
            </a:r>
            <a:r>
              <a:rPr lang="en-ID" sz="1100" dirty="0"/>
              <a:t> </a:t>
            </a:r>
            <a:r>
              <a:rPr lang="en-ID" sz="1100" dirty="0" err="1"/>
              <a:t>tinggi</a:t>
            </a:r>
            <a:r>
              <a:rPr lang="en-ID" sz="1100" dirty="0"/>
              <a:t>. Sering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secara</a:t>
            </a:r>
            <a:r>
              <a:rPr lang="en-ID" sz="1100" dirty="0"/>
              <a:t> </a:t>
            </a:r>
            <a:r>
              <a:rPr lang="en-ID" sz="1100" dirty="0" err="1"/>
              <a:t>berkelompok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Lempar</a:t>
            </a:r>
            <a:r>
              <a:rPr lang="en-ID" sz="1100" dirty="0"/>
              <a:t> tombak, </a:t>
            </a:r>
            <a:r>
              <a:rPr lang="en-ID" sz="1100" dirty="0" err="1"/>
              <a:t>jebakan</a:t>
            </a:r>
            <a:r>
              <a:rPr lang="en-ID" sz="1100" dirty="0"/>
              <a:t> </a:t>
            </a:r>
            <a:r>
              <a:rPr lang="en-ID" sz="1100" dirty="0" err="1"/>
              <a:t>sederhana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Orc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Padang </a:t>
            </a:r>
            <a:r>
              <a:rPr lang="en-ID" sz="1100" dirty="0" err="1"/>
              <a:t>Pasir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besar</a:t>
            </a:r>
            <a:r>
              <a:rPr lang="en-ID" sz="1100" dirty="0"/>
              <a:t> </a:t>
            </a:r>
            <a:r>
              <a:rPr lang="en-ID" sz="1100" dirty="0" err="1"/>
              <a:t>bertubuh</a:t>
            </a:r>
            <a:r>
              <a:rPr lang="en-ID" sz="1100" dirty="0"/>
              <a:t> </a:t>
            </a:r>
            <a:r>
              <a:rPr lang="en-ID" sz="1100" dirty="0" err="1"/>
              <a:t>kuat</a:t>
            </a:r>
            <a:r>
              <a:rPr lang="en-ID" sz="1100" dirty="0"/>
              <a:t> dan brutal. Tidak </a:t>
            </a:r>
            <a:r>
              <a:rPr lang="en-ID" sz="1100" dirty="0" err="1"/>
              <a:t>terlalu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,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pukulannya</a:t>
            </a:r>
            <a:r>
              <a:rPr lang="en-ID" sz="1100" dirty="0"/>
              <a:t> </a:t>
            </a:r>
            <a:r>
              <a:rPr lang="en-ID" sz="1100" dirty="0" err="1"/>
              <a:t>menghancurkan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lompat</a:t>
            </a:r>
            <a:r>
              <a:rPr lang="en-ID" sz="1100" dirty="0"/>
              <a:t>, </a:t>
            </a:r>
            <a:r>
              <a:rPr lang="en-ID" sz="1100" dirty="0" err="1"/>
              <a:t>teriakan</a:t>
            </a:r>
            <a:r>
              <a:rPr lang="en-ID" sz="1100" dirty="0"/>
              <a:t> </a:t>
            </a:r>
            <a:r>
              <a:rPr lang="en-ID" sz="1100" dirty="0" err="1"/>
              <a:t>mengintimidasi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Skeleton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Reruntuhan</a:t>
            </a:r>
            <a:r>
              <a:rPr lang="en-ID" sz="1100" dirty="0"/>
              <a:t> Solaria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Tulang-tulang</a:t>
            </a:r>
            <a:r>
              <a:rPr lang="en-ID" sz="1100" dirty="0"/>
              <a:t> </a:t>
            </a:r>
            <a:r>
              <a:rPr lang="en-ID" sz="1100" dirty="0" err="1"/>
              <a:t>hidup</a:t>
            </a:r>
            <a:r>
              <a:rPr lang="en-ID" sz="1100" dirty="0"/>
              <a:t> yang </a:t>
            </a:r>
            <a:r>
              <a:rPr lang="en-ID" sz="1100" dirty="0" err="1"/>
              <a:t>dikendalikan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Rentan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kenal</a:t>
            </a:r>
            <a:r>
              <a:rPr lang="en-ID" sz="1100" dirty="0"/>
              <a:t> </a:t>
            </a:r>
            <a:r>
              <a:rPr lang="en-ID" sz="1100" dirty="0" err="1"/>
              <a:t>takut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Bangkit</a:t>
            </a:r>
            <a:r>
              <a:rPr lang="en-ID" sz="1100" dirty="0"/>
              <a:t> </a:t>
            </a:r>
            <a:r>
              <a:rPr lang="en-ID" sz="1100" dirty="0" err="1"/>
              <a:t>kembali</a:t>
            </a:r>
            <a:r>
              <a:rPr lang="en-ID" sz="1100" dirty="0"/>
              <a:t> </a:t>
            </a:r>
            <a:r>
              <a:rPr lang="en-ID" sz="1100" dirty="0" err="1"/>
              <a:t>jika</a:t>
            </a:r>
            <a:r>
              <a:rPr lang="en-ID" sz="1100" dirty="0"/>
              <a:t> </a:t>
            </a:r>
            <a:r>
              <a:rPr lang="en-ID" sz="1100" dirty="0" err="1"/>
              <a:t>tidak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F65431AD-2943-9A08-55B4-E5E265B69C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5" y="2692426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DD8D5AC0-5FA4-8DE9-427C-A2FF3FFB66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4" y="431171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8" name="Picture 8">
            <a:extLst>
              <a:ext uri="{FF2B5EF4-FFF2-40B4-BE49-F238E27FC236}">
                <a16:creationId xmlns:a16="http://schemas.microsoft.com/office/drawing/2014/main" id="{CDBC0101-9D79-D6A4-756E-94D3D22534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349"/>
          <a:stretch/>
        </p:blipFill>
        <p:spPr bwMode="auto">
          <a:xfrm>
            <a:off x="4636604" y="1561798"/>
            <a:ext cx="1860700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04265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256F770E-A75A-A106-C3C3-579DB887C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59E6E8F5-4553-9F05-FB5E-04AB5FF6EA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E63FF60A-E362-9D2E-37CB-C5DC0D11542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Yokai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Padang </a:t>
            </a:r>
            <a:r>
              <a:rPr lang="en-ID" sz="1100" dirty="0" err="1"/>
              <a:t>Pasir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Roh </a:t>
            </a:r>
            <a:r>
              <a:rPr lang="en-ID" sz="1100" dirty="0" err="1"/>
              <a:t>jahat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dunia lain. </a:t>
            </a:r>
            <a:r>
              <a:rPr lang="en-ID" sz="1100" dirty="0" err="1"/>
              <a:t>Membuat</a:t>
            </a:r>
            <a:r>
              <a:rPr lang="en-ID" sz="1100" dirty="0"/>
              <a:t> </a:t>
            </a:r>
            <a:r>
              <a:rPr lang="en-ID" sz="1100" dirty="0" err="1"/>
              <a:t>ilusi</a:t>
            </a:r>
            <a:r>
              <a:rPr lang="en-ID" sz="1100" dirty="0"/>
              <a:t> dan </a:t>
            </a:r>
            <a:r>
              <a:rPr lang="en-ID" sz="1100" dirty="0" err="1"/>
              <a:t>mengacaukan</a:t>
            </a:r>
            <a:r>
              <a:rPr lang="en-ID" sz="1100" dirty="0"/>
              <a:t> </a:t>
            </a:r>
            <a:r>
              <a:rPr lang="en-ID" sz="1100" dirty="0" err="1"/>
              <a:t>pikiran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 </a:t>
            </a:r>
            <a:r>
              <a:rPr lang="en-ID" sz="1100" dirty="0" err="1"/>
              <a:t>pendek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ganda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Golem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Gunung</a:t>
            </a:r>
            <a:r>
              <a:rPr lang="en-ID" sz="1100" dirty="0"/>
              <a:t> </a:t>
            </a:r>
            <a:r>
              <a:rPr lang="en-ID" sz="1100" dirty="0" err="1"/>
              <a:t>Berapi</a:t>
            </a:r>
            <a:r>
              <a:rPr lang="en-ID" sz="1100" dirty="0"/>
              <a:t> &amp; </a:t>
            </a:r>
            <a:r>
              <a:rPr lang="en-ID" sz="1100" dirty="0" err="1"/>
              <a:t>Reruntuhan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batu </a:t>
            </a:r>
            <a:r>
              <a:rPr lang="en-ID" sz="1100" dirty="0" err="1"/>
              <a:t>raksasa</a:t>
            </a:r>
            <a:r>
              <a:rPr lang="en-ID" sz="1100" dirty="0"/>
              <a:t> yang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hampir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Pukulan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</a:t>
            </a:r>
            <a:r>
              <a:rPr lang="en-ID" sz="1100" dirty="0" err="1"/>
              <a:t>dari</a:t>
            </a:r>
            <a:r>
              <a:rPr lang="en-ID" sz="1100" dirty="0"/>
              <a:t> dada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Demon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Ashpeak</a:t>
            </a:r>
            <a:r>
              <a:rPr lang="en-ID" sz="1100" dirty="0"/>
              <a:t> &amp;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Wujud</a:t>
            </a:r>
            <a:r>
              <a:rPr lang="en-ID" sz="1100" dirty="0"/>
              <a:t> </a:t>
            </a:r>
            <a:r>
              <a:rPr lang="en-ID" sz="1100" dirty="0" err="1"/>
              <a:t>korupsi</a:t>
            </a:r>
            <a:r>
              <a:rPr lang="en-ID" sz="1100" dirty="0"/>
              <a:t> </a:t>
            </a:r>
            <a:r>
              <a:rPr lang="en-ID" sz="1100" dirty="0" err="1"/>
              <a:t>jiwa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tanpa</a:t>
            </a:r>
            <a:r>
              <a:rPr lang="en-ID" sz="1100" dirty="0"/>
              <a:t> </a:t>
            </a:r>
            <a:r>
              <a:rPr lang="en-ID" sz="1100" dirty="0" err="1"/>
              <a:t>ampun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, bola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terarah</a:t>
            </a:r>
            <a:endParaRPr lang="en-ID" sz="1100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0ECE14D3-1C64-5B37-1071-BCFD20AAA4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194" r="33344" b="19163"/>
          <a:stretch/>
        </p:blipFill>
        <p:spPr bwMode="auto">
          <a:xfrm>
            <a:off x="5252830" y="1561798"/>
            <a:ext cx="621196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92157D3F-38AF-06DD-0461-9B232DE19F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4" y="431171"/>
            <a:ext cx="1856425" cy="9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CA5C3B75-F1F9-9666-5F12-ED4B470FD8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2752060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5441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FCE8D624-629E-93B6-11EE-F3DC8D503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A891828-060B-AB89-2BD4-FAF049A378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80C35D7F-B643-29D3-D63F-8D4C65B815E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Amazon Girl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Forest of Whispers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wanita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suku</a:t>
            </a:r>
            <a:r>
              <a:rPr lang="en-ID" sz="1100" dirty="0"/>
              <a:t> </a:t>
            </a:r>
            <a:r>
              <a:rPr lang="en-ID" sz="1100" dirty="0" err="1"/>
              <a:t>tersembunyi</a:t>
            </a:r>
            <a:r>
              <a:rPr lang="en-ID" sz="1100" dirty="0"/>
              <a:t> yang di </a:t>
            </a:r>
            <a:r>
              <a:rPr lang="en-ID" sz="1100" dirty="0" err="1"/>
              <a:t>Kontrol</a:t>
            </a:r>
            <a:r>
              <a:rPr lang="en-ID" sz="1100" dirty="0"/>
              <a:t> </a:t>
            </a:r>
            <a:r>
              <a:rPr lang="en-ID" sz="1100" dirty="0" err="1"/>
              <a:t>untuk</a:t>
            </a:r>
            <a:r>
              <a:rPr lang="en-ID" sz="1100" dirty="0"/>
              <a:t> </a:t>
            </a:r>
            <a:r>
              <a:rPr lang="en-ID" sz="1100" dirty="0" err="1"/>
              <a:t>melawan</a:t>
            </a:r>
            <a:r>
              <a:rPr lang="en-ID" sz="1100" dirty="0"/>
              <a:t> </a:t>
            </a:r>
            <a:r>
              <a:rPr lang="en-ID" sz="1100" dirty="0" err="1"/>
              <a:t>kita</a:t>
            </a:r>
            <a:r>
              <a:rPr lang="en-ID" sz="1100" dirty="0"/>
              <a:t>. Ahli </a:t>
            </a:r>
            <a:r>
              <a:rPr lang="en-ID" sz="1100" dirty="0" err="1"/>
              <a:t>dalam</a:t>
            </a:r>
            <a:r>
              <a:rPr lang="en-ID" sz="1100" dirty="0"/>
              <a:t> </a:t>
            </a:r>
            <a:r>
              <a:rPr lang="en-ID" sz="1100" dirty="0" err="1"/>
              <a:t>Bertarung</a:t>
            </a:r>
            <a:r>
              <a:rPr lang="en-ID" sz="1100" dirty="0"/>
              <a:t> dan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jarak</a:t>
            </a:r>
            <a:r>
              <a:rPr lang="en-ID" sz="1100" dirty="0"/>
              <a:t> </a:t>
            </a:r>
            <a:r>
              <a:rPr lang="en-ID" sz="1100" dirty="0" err="1"/>
              <a:t>dekat</a:t>
            </a:r>
            <a:r>
              <a:rPr lang="en-ID" sz="1100" dirty="0"/>
              <a:t> dan </a:t>
            </a:r>
            <a:r>
              <a:rPr lang="en-ID" sz="1100" dirty="0" err="1"/>
              <a:t>menyertrum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Pedang</a:t>
            </a:r>
            <a:r>
              <a:rPr lang="en-ID" sz="1100" dirty="0"/>
              <a:t>/Dagger, </a:t>
            </a:r>
            <a:r>
              <a:rPr lang="en-ID" sz="1100" dirty="0" err="1"/>
              <a:t>memberikan</a:t>
            </a:r>
            <a:r>
              <a:rPr lang="en-ID" sz="1100" dirty="0"/>
              <a:t> Shock(stun)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Pyromancer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Ashpeak</a:t>
            </a:r>
            <a:r>
              <a:rPr lang="en-ID" sz="1100" dirty="0"/>
              <a:t> Mountain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Penyihir</a:t>
            </a:r>
            <a:r>
              <a:rPr lang="en-ID" sz="1100" dirty="0"/>
              <a:t>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pengikut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. </a:t>
            </a:r>
            <a:r>
              <a:rPr lang="en-ID" sz="1100" dirty="0" err="1"/>
              <a:t>Mengendalikan</a:t>
            </a:r>
            <a:r>
              <a:rPr lang="en-ID" sz="1100" dirty="0"/>
              <a:t> magma dan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langit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Meteorit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area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Satyr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Hutan &amp; Padang </a:t>
            </a:r>
            <a:r>
              <a:rPr lang="en-ID" sz="1100" dirty="0" err="1"/>
              <a:t>Pasir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setengah</a:t>
            </a:r>
            <a:r>
              <a:rPr lang="en-ID" sz="1100" dirty="0"/>
              <a:t> </a:t>
            </a:r>
            <a:r>
              <a:rPr lang="en-ID" sz="1100" dirty="0" err="1"/>
              <a:t>manusia</a:t>
            </a:r>
            <a:r>
              <a:rPr lang="en-ID" sz="1100" dirty="0"/>
              <a:t> dan </a:t>
            </a:r>
            <a:r>
              <a:rPr lang="en-ID" sz="1100" dirty="0" err="1"/>
              <a:t>kambing</a:t>
            </a:r>
            <a:r>
              <a:rPr lang="en-ID" sz="1100" dirty="0"/>
              <a:t>. </a:t>
            </a:r>
            <a:r>
              <a:rPr lang="en-ID" sz="1100" dirty="0" err="1"/>
              <a:t>Menggunakan</a:t>
            </a:r>
            <a:r>
              <a:rPr lang="en-ID" sz="1100" dirty="0"/>
              <a:t> suling dan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mimpi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dan Suara, Effect Confused</a:t>
            </a:r>
          </a:p>
          <a:p>
            <a:pPr marL="127000" indent="0" algn="l"/>
            <a:endParaRPr lang="en-ID" sz="1100" b="1" dirty="0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FF8ACA6F-3043-B19B-180C-09B52FD7DF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956"/>
          <a:stretch/>
        </p:blipFill>
        <p:spPr bwMode="auto">
          <a:xfrm>
            <a:off x="4636602" y="468283"/>
            <a:ext cx="1856425" cy="916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>
            <a:extLst>
              <a:ext uri="{FF2B5EF4-FFF2-40B4-BE49-F238E27FC236}">
                <a16:creationId xmlns:a16="http://schemas.microsoft.com/office/drawing/2014/main" id="{D951F9ED-8B57-8929-502E-7504AE70C4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54232" y="1646333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A88738DC-02C6-C0C1-2F7A-41E132B04F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348"/>
          <a:stretch/>
        </p:blipFill>
        <p:spPr bwMode="auto">
          <a:xfrm>
            <a:off x="4654232" y="2833466"/>
            <a:ext cx="1874055" cy="932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24656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B0999285-A599-5AC1-BE99-234E0AE0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838131EC-EA47-DA7F-8AE2-4CCA1397E1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E6509592-E77E-CAE2-B23A-EEF9314E340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9086" y="378922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Samurai Hitam (Clone)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Ruins of Solaria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Bayangan</a:t>
            </a:r>
            <a:r>
              <a:rPr lang="en-ID" sz="1100" dirty="0"/>
              <a:t> masa </a:t>
            </a:r>
            <a:r>
              <a:rPr lang="en-ID" sz="1100" dirty="0" err="1"/>
              <a:t>lalu</a:t>
            </a:r>
            <a:r>
              <a:rPr lang="en-ID" sz="1100" dirty="0"/>
              <a:t> sang Samurai. </a:t>
            </a:r>
            <a:r>
              <a:rPr lang="en-ID" sz="1100" dirty="0" err="1"/>
              <a:t>Bertarung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refleks</a:t>
            </a:r>
            <a:r>
              <a:rPr lang="en-ID" sz="1100" dirty="0"/>
              <a:t> dan </a:t>
            </a:r>
            <a:r>
              <a:rPr lang="en-ID" sz="1100" dirty="0" err="1"/>
              <a:t>teknik</a:t>
            </a:r>
            <a:r>
              <a:rPr lang="en-ID" sz="1100" dirty="0"/>
              <a:t> </a:t>
            </a:r>
            <a:r>
              <a:rPr lang="en-ID" sz="1100" dirty="0" err="1"/>
              <a:t>serupa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beruntun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Berserker Dwarf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Prajurit</a:t>
            </a:r>
            <a:r>
              <a:rPr lang="en-ID" sz="1100" dirty="0"/>
              <a:t> </a:t>
            </a:r>
            <a:r>
              <a:rPr lang="en-ID" sz="1100" dirty="0" err="1"/>
              <a:t>kerdil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pegunungan</a:t>
            </a:r>
            <a:r>
              <a:rPr lang="en-ID" sz="1100" dirty="0"/>
              <a:t> yang </a:t>
            </a:r>
            <a:r>
              <a:rPr lang="en-ID" sz="1100" dirty="0" err="1"/>
              <a:t>kehilangan</a:t>
            </a:r>
            <a:r>
              <a:rPr lang="en-ID" sz="1100" dirty="0"/>
              <a:t> </a:t>
            </a:r>
            <a:r>
              <a:rPr lang="en-ID" sz="1100" dirty="0" err="1"/>
              <a:t>akal</a:t>
            </a:r>
            <a:r>
              <a:rPr lang="en-ID" sz="1100" dirty="0"/>
              <a:t> </a:t>
            </a:r>
            <a:r>
              <a:rPr lang="en-ID" sz="1100" dirty="0" err="1"/>
              <a:t>karena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Putaran</a:t>
            </a:r>
            <a:r>
              <a:rPr lang="en-ID" sz="1100" dirty="0"/>
              <a:t> </a:t>
            </a:r>
            <a:r>
              <a:rPr lang="en-ID" sz="1100" dirty="0" err="1"/>
              <a:t>kapak</a:t>
            </a:r>
            <a:r>
              <a:rPr lang="en-ID" sz="1100" dirty="0"/>
              <a:t>, mode rage (damage </a:t>
            </a:r>
            <a:r>
              <a:rPr lang="en-ID" sz="1100" dirty="0" err="1"/>
              <a:t>tinggi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darah</a:t>
            </a:r>
            <a:r>
              <a:rPr lang="en-ID" sz="1100" dirty="0"/>
              <a:t> </a:t>
            </a:r>
            <a:r>
              <a:rPr lang="en-ID" sz="1100" dirty="0" err="1"/>
              <a:t>rendah</a:t>
            </a:r>
            <a:r>
              <a:rPr lang="en-ID" sz="1100" dirty="0"/>
              <a:t>)</a:t>
            </a:r>
          </a:p>
        </p:txBody>
      </p:sp>
      <p:pic>
        <p:nvPicPr>
          <p:cNvPr id="14338" name="Picture 2">
            <a:extLst>
              <a:ext uri="{FF2B5EF4-FFF2-40B4-BE49-F238E27FC236}">
                <a16:creationId xmlns:a16="http://schemas.microsoft.com/office/drawing/2014/main" id="{6C8E8C38-525A-2218-5453-B325B0E63E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1992596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0" name="Picture 4">
            <a:extLst>
              <a:ext uri="{FF2B5EF4-FFF2-40B4-BE49-F238E27FC236}">
                <a16:creationId xmlns:a16="http://schemas.microsoft.com/office/drawing/2014/main" id="{C2E92FA6-7886-5702-89E9-D3FEBF432A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96" b="19163"/>
          <a:stretch/>
        </p:blipFill>
        <p:spPr bwMode="auto">
          <a:xfrm>
            <a:off x="4572000" y="431171"/>
            <a:ext cx="795134" cy="1361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3499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058D6577-28DD-5554-5495-7BB870985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EB4E34C-5868-8C75-D0D9-DC0297EF5C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1F3A9C68-22E4-7DEF-3F48-A73CF1EFCB9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431171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Gorgon (Medusa)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Forest of Whispers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kutukan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. </a:t>
            </a:r>
            <a:r>
              <a:rPr lang="en-ID" sz="1100" dirty="0" err="1"/>
              <a:t>Pandangannya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membatu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 </a:t>
            </a:r>
            <a:r>
              <a:rPr lang="en-ID" sz="1100" dirty="0" err="1"/>
              <a:t>seketika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Petrifikasi</a:t>
            </a:r>
            <a:r>
              <a:rPr lang="en-ID" sz="1100" dirty="0"/>
              <a:t>,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ular</a:t>
            </a:r>
            <a:r>
              <a:rPr lang="en-ID" sz="1100" dirty="0"/>
              <a:t> </a:t>
            </a:r>
            <a:r>
              <a:rPr lang="en-ID" sz="1100" dirty="0" err="1"/>
              <a:t>ekor</a:t>
            </a:r>
            <a:r>
              <a:rPr lang="en-ID" sz="1100" dirty="0"/>
              <a:t>, aura </a:t>
            </a:r>
            <a:r>
              <a:rPr lang="en-ID" sz="1100" dirty="0" err="1"/>
              <a:t>ketakutan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Gladiator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Ashpeak</a:t>
            </a:r>
            <a:r>
              <a:rPr lang="en-ID" sz="1100" dirty="0"/>
              <a:t> Mountain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Petarung</a:t>
            </a:r>
            <a:r>
              <a:rPr lang="en-ID" sz="1100" dirty="0"/>
              <a:t> </a:t>
            </a:r>
            <a:r>
              <a:rPr lang="en-ID" sz="1100" dirty="0" err="1"/>
              <a:t>abadi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arena </a:t>
            </a:r>
            <a:r>
              <a:rPr lang="en-ID" sz="1100" dirty="0" err="1"/>
              <a:t>terkutuk</a:t>
            </a:r>
            <a:r>
              <a:rPr lang="en-ID" sz="1100" dirty="0"/>
              <a:t>. Armor-</a:t>
            </a:r>
            <a:r>
              <a:rPr lang="en-ID" sz="1100" dirty="0" err="1"/>
              <a:t>nya</a:t>
            </a:r>
            <a:r>
              <a:rPr lang="en-ID" sz="1100" dirty="0"/>
              <a:t> </a:t>
            </a:r>
            <a:r>
              <a:rPr lang="en-ID" sz="1100" dirty="0" err="1"/>
              <a:t>menyatu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Dark Magic.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charge, </a:t>
            </a:r>
            <a:r>
              <a:rPr lang="en-ID" sz="1100" dirty="0" err="1"/>
              <a:t>blok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Minotaur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Dunes of Despair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</a:t>
            </a:r>
            <a:r>
              <a:rPr lang="en-ID" sz="1100" dirty="0" err="1"/>
              <a:t>labirin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 di </a:t>
            </a:r>
            <a:r>
              <a:rPr lang="en-ID" sz="1100" dirty="0" err="1"/>
              <a:t>bawah</a:t>
            </a:r>
            <a:r>
              <a:rPr lang="en-ID" sz="1100" dirty="0"/>
              <a:t> </a:t>
            </a:r>
            <a:r>
              <a:rPr lang="en-ID" sz="1100" dirty="0" err="1"/>
              <a:t>gurun</a:t>
            </a:r>
            <a:r>
              <a:rPr lang="en-ID" sz="1100" dirty="0"/>
              <a:t>. Tidak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dihentikan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mengamuk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Dash </a:t>
            </a:r>
            <a:r>
              <a:rPr lang="en-ID" sz="1100" dirty="0" err="1"/>
              <a:t>menghancurkan</a:t>
            </a:r>
            <a:r>
              <a:rPr lang="en-ID" sz="1100" dirty="0"/>
              <a:t> </a:t>
            </a:r>
            <a:r>
              <a:rPr lang="en-ID" sz="1100" dirty="0" err="1"/>
              <a:t>dinding</a:t>
            </a:r>
            <a:r>
              <a:rPr lang="en-ID" sz="1100" dirty="0"/>
              <a:t>, </a:t>
            </a:r>
            <a:r>
              <a:rPr lang="en-ID" sz="1100" dirty="0" err="1"/>
              <a:t>injakan</a:t>
            </a:r>
            <a:r>
              <a:rPr lang="en-ID" sz="1100" dirty="0"/>
              <a:t> area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534D554-2F97-9836-5073-EFDF6A5F60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2" y="431171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6" name="Picture 6">
            <a:extLst>
              <a:ext uri="{FF2B5EF4-FFF2-40B4-BE49-F238E27FC236}">
                <a16:creationId xmlns:a16="http://schemas.microsoft.com/office/drawing/2014/main" id="{9B003410-C99C-DCBE-7BA8-2B48D4F68A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1" y="1637544"/>
            <a:ext cx="1874056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8" name="Picture 8">
            <a:extLst>
              <a:ext uri="{FF2B5EF4-FFF2-40B4-BE49-F238E27FC236}">
                <a16:creationId xmlns:a16="http://schemas.microsoft.com/office/drawing/2014/main" id="{3371A030-744B-6C7C-AC19-8131D60123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1" y="2843917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38009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C3ADC497-D97E-50BD-8AC1-1E1E0232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646C3CA-1D87-579F-BB9D-FBB2CC7C9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02EE526A-7387-B4A9-7D23-708A10A5CD0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4299" y="87459"/>
            <a:ext cx="5416583" cy="41820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Golem </a:t>
            </a:r>
            <a:r>
              <a:rPr lang="en-ID" sz="1100" b="1" dirty="0" err="1"/>
              <a:t>Raksasa</a:t>
            </a:r>
            <a:endParaRPr lang="en-ID" sz="1100" b="1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Ruins of Solaria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raksasa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puing-puing</a:t>
            </a:r>
            <a:r>
              <a:rPr lang="en-ID" sz="1100" dirty="0"/>
              <a:t> </a:t>
            </a:r>
            <a:r>
              <a:rPr lang="en-ID" sz="1100" dirty="0" err="1"/>
              <a:t>istana</a:t>
            </a:r>
            <a:r>
              <a:rPr lang="en-ID" sz="1100" dirty="0"/>
              <a:t>. </a:t>
            </a:r>
            <a:r>
              <a:rPr lang="en-ID" sz="1100" dirty="0" err="1"/>
              <a:t>Terbentuk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kehancuran</a:t>
            </a:r>
            <a:r>
              <a:rPr lang="en-ID" sz="1100" dirty="0"/>
              <a:t> </a:t>
            </a:r>
            <a:r>
              <a:rPr lang="en-ID" sz="1100" dirty="0" err="1"/>
              <a:t>kerajaan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Menjatuhkan</a:t>
            </a:r>
            <a:r>
              <a:rPr lang="en-ID" sz="1100" dirty="0"/>
              <a:t> </a:t>
            </a:r>
            <a:r>
              <a:rPr lang="en-ID" sz="1100" dirty="0" err="1"/>
              <a:t>bagian</a:t>
            </a:r>
            <a:r>
              <a:rPr lang="en-ID" sz="1100" dirty="0"/>
              <a:t> </a:t>
            </a:r>
            <a:r>
              <a:rPr lang="en-ID" sz="1100" dirty="0" err="1"/>
              <a:t>tubuh</a:t>
            </a:r>
            <a:r>
              <a:rPr lang="en-ID" sz="1100" dirty="0"/>
              <a:t> </a:t>
            </a:r>
            <a:r>
              <a:rPr lang="en-ID" sz="1100" dirty="0" err="1"/>
              <a:t>sebagai</a:t>
            </a:r>
            <a:r>
              <a:rPr lang="en-ID" sz="1100" dirty="0"/>
              <a:t> </a:t>
            </a:r>
            <a:r>
              <a:rPr lang="en-ID" sz="1100" dirty="0" err="1"/>
              <a:t>bom</a:t>
            </a:r>
            <a:r>
              <a:rPr lang="en-ID" sz="1100" dirty="0"/>
              <a:t>, laser batu </a:t>
            </a:r>
            <a:r>
              <a:rPr lang="en-ID" sz="1100" dirty="0" err="1"/>
              <a:t>dari</a:t>
            </a:r>
            <a:r>
              <a:rPr lang="en-ID" sz="1100" dirty="0"/>
              <a:t> dada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Hellhound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dunia </a:t>
            </a:r>
            <a:r>
              <a:rPr lang="en-ID" sz="1100" dirty="0" err="1"/>
              <a:t>bawah</a:t>
            </a:r>
            <a:r>
              <a:rPr lang="en-ID" sz="1100" dirty="0"/>
              <a:t> yang </a:t>
            </a:r>
            <a:r>
              <a:rPr lang="en-ID" sz="1100" dirty="0" err="1"/>
              <a:t>dibangkitkan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lapisan</a:t>
            </a:r>
            <a:r>
              <a:rPr lang="en-ID" sz="1100" dirty="0"/>
              <a:t> </a:t>
            </a:r>
            <a:r>
              <a:rPr lang="en-ID" sz="1100" dirty="0" err="1"/>
              <a:t>terdalam</a:t>
            </a:r>
            <a:r>
              <a:rPr lang="en-ID" sz="1100" dirty="0"/>
              <a:t> es dan </a:t>
            </a:r>
            <a:r>
              <a:rPr lang="en-ID" sz="1100" dirty="0" err="1"/>
              <a:t>api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1: </a:t>
            </a:r>
            <a:r>
              <a:rPr lang="en-ID" sz="1100" dirty="0" err="1"/>
              <a:t>Gigitan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memberikan</a:t>
            </a:r>
            <a:r>
              <a:rPr lang="en-ID" sz="1100" dirty="0"/>
              <a:t> effect bleed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2: Damage Up &amp; 2 </a:t>
            </a:r>
            <a:r>
              <a:rPr lang="en-ID" sz="1100" dirty="0" err="1"/>
              <a:t>kepala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3: </a:t>
            </a:r>
            <a:r>
              <a:rPr lang="en-ID" sz="1100" dirty="0" err="1"/>
              <a:t>Transformasi</a:t>
            </a:r>
            <a:r>
              <a:rPr lang="en-ID" sz="1100" dirty="0"/>
              <a:t> </a:t>
            </a:r>
            <a:r>
              <a:rPr lang="en-ID" sz="1100" dirty="0" err="1"/>
              <a:t>iblis</a:t>
            </a:r>
            <a:r>
              <a:rPr lang="en-ID" sz="1100" dirty="0"/>
              <a:t> 3 </a:t>
            </a:r>
            <a:r>
              <a:rPr lang="en-ID" sz="1100" dirty="0" err="1"/>
              <a:t>kepala</a:t>
            </a:r>
            <a:r>
              <a:rPr lang="en-ID" sz="1100" dirty="0"/>
              <a:t> Damage?? Speed??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Dragon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Naga </a:t>
            </a:r>
            <a:r>
              <a:rPr lang="en-ID" sz="1100" dirty="0" err="1"/>
              <a:t>legendaris</a:t>
            </a:r>
            <a:r>
              <a:rPr lang="en-ID" sz="1100" dirty="0"/>
              <a:t> yang </a:t>
            </a:r>
            <a:r>
              <a:rPr lang="en-ID" sz="1100" dirty="0" err="1"/>
              <a:t>dirasuki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. </a:t>
            </a:r>
            <a:r>
              <a:rPr lang="en-ID" sz="1100" dirty="0" err="1"/>
              <a:t>Puncak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terlarang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Napas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hitam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Meteor </a:t>
            </a:r>
            <a:r>
              <a:rPr lang="en-ID" sz="1100" dirty="0" err="1"/>
              <a:t>kehancuran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Sayap </a:t>
            </a:r>
            <a:r>
              <a:rPr lang="en-ID" sz="1100" dirty="0" err="1"/>
              <a:t>sihir</a:t>
            </a:r>
            <a:r>
              <a:rPr lang="en-ID" sz="1100" dirty="0"/>
              <a:t> yang </a:t>
            </a:r>
            <a:r>
              <a:rPr lang="en-ID" sz="1100" dirty="0" err="1"/>
              <a:t>memanggil</a:t>
            </a:r>
            <a:r>
              <a:rPr lang="en-ID" sz="1100" dirty="0"/>
              <a:t> minion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Time Distortion (</a:t>
            </a:r>
            <a:r>
              <a:rPr lang="en-ID" sz="1100" dirty="0" err="1"/>
              <a:t>gerakan</a:t>
            </a:r>
            <a:r>
              <a:rPr lang="en-ID" sz="1100" dirty="0"/>
              <a:t>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pemain</a:t>
            </a:r>
            <a:r>
              <a:rPr lang="en-ID" sz="1100" dirty="0"/>
              <a:t>)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923D51E-0637-3C86-B865-91A0C1C793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5" t="-1302" r="65467" b="19698"/>
          <a:stretch/>
        </p:blipFill>
        <p:spPr bwMode="auto">
          <a:xfrm>
            <a:off x="5754754" y="431171"/>
            <a:ext cx="631134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6" name="Picture 2">
            <a:extLst>
              <a:ext uri="{FF2B5EF4-FFF2-40B4-BE49-F238E27FC236}">
                <a16:creationId xmlns:a16="http://schemas.microsoft.com/office/drawing/2014/main" id="{32CB514A-8BD3-A1A3-AEBE-A031ACB4F3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48"/>
          <a:stretch/>
        </p:blipFill>
        <p:spPr bwMode="auto">
          <a:xfrm>
            <a:off x="5757415" y="1637544"/>
            <a:ext cx="1871394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B8240C12-C33B-3300-D3AB-BCEE1AF7EA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66"/>
          <a:stretch/>
        </p:blipFill>
        <p:spPr bwMode="auto">
          <a:xfrm>
            <a:off x="5754753" y="3001020"/>
            <a:ext cx="1874056" cy="938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50797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38"/>
          <p:cNvSpPr txBox="1">
            <a:spLocks noGrp="1"/>
          </p:cNvSpPr>
          <p:nvPr>
            <p:ph type="title"/>
          </p:nvPr>
        </p:nvSpPr>
        <p:spPr>
          <a:xfrm>
            <a:off x="1108899" y="1540450"/>
            <a:ext cx="4964641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Story end</a:t>
            </a:r>
            <a:endParaRPr dirty="0"/>
          </a:p>
        </p:txBody>
      </p:sp>
      <p:sp>
        <p:nvSpPr>
          <p:cNvPr id="1008" name="Google Shape;1008;p38"/>
          <p:cNvSpPr txBox="1">
            <a:spLocks noGrp="1"/>
          </p:cNvSpPr>
          <p:nvPr>
            <p:ph type="body" idx="1"/>
          </p:nvPr>
        </p:nvSpPr>
        <p:spPr>
          <a:xfrm>
            <a:off x="1108874" y="2435000"/>
            <a:ext cx="5708499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-ID" dirty="0"/>
              <a:t>K</a:t>
            </a:r>
            <a:r>
              <a:rPr lang="en" dirty="0"/>
              <a:t>etika King Bob dari kerajaan Obsidian dikalahkan, king Bob di kurung dan king Bob jr. dihukum untuk 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membantu membangun kembali kerajaan 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Bersam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karakter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utama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yang telah dihancurkan Zephiron dan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ketenteraman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Kembali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untuk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bertahun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tahun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selanjut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77623E-D226-31D0-6461-748977E17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6629" y="1774601"/>
            <a:ext cx="1594297" cy="159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59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THANKS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1819</Words>
  <Application>Microsoft Office PowerPoint</Application>
  <PresentationFormat>On-screen Show (16:9)</PresentationFormat>
  <Paragraphs>217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2" baseType="lpstr">
      <vt:lpstr>Aptos</vt:lpstr>
      <vt:lpstr>Arial</vt:lpstr>
      <vt:lpstr>Bahnschrift</vt:lpstr>
      <vt:lpstr>LilyUPC</vt:lpstr>
      <vt:lpstr>Maven Pro</vt:lpstr>
      <vt:lpstr>Muli</vt:lpstr>
      <vt:lpstr>Press Start 2P</vt:lpstr>
      <vt:lpstr>Roboto</vt:lpstr>
      <vt:lpstr>Super Pixel Vintage Gaming by Slidesgo</vt:lpstr>
      <vt:lpstr>GAME PROG</vt:lpstr>
      <vt:lpstr>Back Story</vt:lpstr>
      <vt:lpstr>Back Story Obsidian Kingdom</vt:lpstr>
      <vt:lpstr>1. Emerald Kingdom – Benteng Cahaya dan Keadilan</vt:lpstr>
      <vt:lpstr>Karakter: The Brave Knight</vt:lpstr>
      <vt:lpstr>2. Ruby Kingdom – Tanah Api dan Disiplin</vt:lpstr>
      <vt:lpstr>Karakter: The Persitent Samurai</vt:lpstr>
      <vt:lpstr>Karakter Utama</vt:lpstr>
      <vt:lpstr>Karakter: The Cold Mind</vt:lpstr>
      <vt:lpstr>1. Forest of Whispers</vt:lpstr>
      <vt:lpstr>2. Ashpeak Mountain (Volcano Map)</vt:lpstr>
      <vt:lpstr>3. Dunes of Despair (Desert Map)</vt:lpstr>
      <vt:lpstr>4. Ruins of Obsidian Kingdom(Mediaval Map)</vt:lpstr>
      <vt:lpstr>5. Frozen Core (Frozen Map)</vt:lpstr>
      <vt:lpstr>6. Skyreach Summit (Plains / Floating Ruins Map) – Final Area</vt:lpstr>
      <vt:lpstr> Common Enemies</vt:lpstr>
      <vt:lpstr> Common Enemies</vt:lpstr>
      <vt:lpstr> Elite/Mini Bosses</vt:lpstr>
      <vt:lpstr> Elite/Mini Bosses</vt:lpstr>
      <vt:lpstr>Bosses</vt:lpstr>
      <vt:lpstr>Bosses</vt:lpstr>
      <vt:lpstr>Story end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Bryant Sanyata</cp:lastModifiedBy>
  <cp:revision>16</cp:revision>
  <dcterms:modified xsi:type="dcterms:W3CDTF">2025-04-07T07:15:17Z</dcterms:modified>
</cp:coreProperties>
</file>