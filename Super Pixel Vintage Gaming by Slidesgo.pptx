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82" r:id="rId35"/>
  </p:sldIdLst>
  <p:sldSz cx="9144000" cy="5143500" type="screen16x9"/>
  <p:notesSz cx="6858000" cy="9144000"/>
  <p:embeddedFontLst>
    <p:embeddedFont>
      <p:font typeface="Arvo" panose="020B0604020202020204" charset="0"/>
      <p:regular r:id="rId37"/>
      <p:bold r:id="rId38"/>
      <p:italic r:id="rId39"/>
      <p:boldItalic r:id="rId40"/>
    </p:embeddedFont>
    <p:embeddedFont>
      <p:font typeface="Fira Sans Condensed Medium" panose="020B0603050000020004" pitchFamily="34" charset="0"/>
      <p:regular r:id="rId41"/>
      <p:bold r:id="rId42"/>
      <p:italic r:id="rId43"/>
      <p:boldItalic r:id="rId44"/>
    </p:embeddedFont>
    <p:embeddedFont>
      <p:font typeface="Lato" panose="020F0502020204030203" pitchFamily="34" charset="0"/>
      <p:regular r:id="rId45"/>
      <p:bold r:id="rId46"/>
      <p:italic r:id="rId47"/>
      <p:boldItalic r:id="rId48"/>
    </p:embeddedFont>
    <p:embeddedFont>
      <p:font typeface="Maven Pro" panose="020B0604020202020204" charset="0"/>
      <p:regular r:id="rId49"/>
      <p:bold r:id="rId50"/>
    </p:embeddedFont>
    <p:embeddedFont>
      <p:font typeface="Maven Pro SemiBold" panose="020B0604020202020204" charset="0"/>
      <p:regular r:id="rId51"/>
      <p:bold r:id="rId52"/>
    </p:embeddedFont>
    <p:embeddedFont>
      <p:font typeface="Press Start 2P" panose="020B0604020202020204" charset="0"/>
      <p:regular r:id="rId53"/>
    </p:embeddedFont>
    <p:embeddedFont>
      <p:font typeface="Roboto" panose="02000000000000000000" pitchFamily="2" charset="0"/>
      <p:regular r:id="rId54"/>
      <p:bold r:id="rId55"/>
      <p:italic r:id="rId56"/>
      <p:boldItalic r:id="rId5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0E5C6-45F6-46E8-8BFB-9439B383B45D}">
  <a:tblStyle styleId="{C540E5C6-45F6-46E8-8BFB-9439B383B45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43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907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3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6.fntdata"/><Relationship Id="rId47" Type="http://schemas.openxmlformats.org/officeDocument/2006/relationships/font" Target="fonts/font11.fntdata"/><Relationship Id="rId50" Type="http://schemas.openxmlformats.org/officeDocument/2006/relationships/font" Target="fonts/font14.fntdata"/><Relationship Id="rId55" Type="http://schemas.openxmlformats.org/officeDocument/2006/relationships/font" Target="fonts/font19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font" Target="fonts/font9.fntdata"/><Relationship Id="rId53" Type="http://schemas.openxmlformats.org/officeDocument/2006/relationships/font" Target="fonts/font17.fntdata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7.fntdata"/><Relationship Id="rId48" Type="http://schemas.openxmlformats.org/officeDocument/2006/relationships/font" Target="fonts/font12.fntdata"/><Relationship Id="rId56" Type="http://schemas.openxmlformats.org/officeDocument/2006/relationships/font" Target="fonts/font20.fntdata"/><Relationship Id="rId8" Type="http://schemas.openxmlformats.org/officeDocument/2006/relationships/slide" Target="slides/slide7.xml"/><Relationship Id="rId51" Type="http://schemas.openxmlformats.org/officeDocument/2006/relationships/font" Target="fonts/font15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2.fntdata"/><Relationship Id="rId46" Type="http://schemas.openxmlformats.org/officeDocument/2006/relationships/font" Target="fonts/font10.fntdata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5.fntdata"/><Relationship Id="rId54" Type="http://schemas.openxmlformats.org/officeDocument/2006/relationships/font" Target="fonts/font1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49" Type="http://schemas.openxmlformats.org/officeDocument/2006/relationships/font" Target="fonts/font13.fntdata"/><Relationship Id="rId57" Type="http://schemas.openxmlformats.org/officeDocument/2006/relationships/font" Target="fonts/font21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8.fntdata"/><Relationship Id="rId52" Type="http://schemas.openxmlformats.org/officeDocument/2006/relationships/font" Target="fonts/font16.fntdata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gace710277d_0_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1" name="Google Shape;961;gace710277d_0_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g6f1bce38b0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3" name="Google Shape;1003;g6f1bce38b0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Google Shape;1014;gace710277d_0_13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5" name="Google Shape;1015;gace710277d_0_13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Google Shape;1052;g6ed1d3ee59_0_100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3" name="Google Shape;1053;g6ed1d3ee59_0_100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gad94538a3f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1" name="Google Shape;1061;gad94538a3f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Google Shape;1067;g8732b5858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8" name="Google Shape;1068;g8732b5858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Google Shape;1087;g6f1bce38b0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8" name="Google Shape;1088;g6f1bce38b0_0_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Google Shape;1106;gad10344254_0_3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7" name="Google Shape;1107;gad10344254_0_3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5" name="Google Shape;1195;gad10344254_0_7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6" name="Google Shape;1196;gad10344254_0_7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gad10344254_0_4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3" name="Google Shape;1203;gad10344254_0_4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ad10344254_0_4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ad10344254_0_4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Google Shape;1221;gad10344254_0_173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2" name="Google Shape;1222;gad10344254_0_173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" name="Google Shape;1228;gad10344254_0_4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9" name="Google Shape;1229;gad10344254_0_4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1" name="Google Shape;1241;gad10344254_0_5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2" name="Google Shape;1242;gad10344254_0_5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gad10344254_0_5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8" name="Google Shape;1248;gad10344254_0_5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Google Shape;1282;gad10344254_0_6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3" name="Google Shape;1283;gad10344254_0_6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Google Shape;1313;gad10344254_0_6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4" name="Google Shape;1314;gad10344254_0_6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Google Shape;1392;gad10344254_0_6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3" name="Google Shape;1393;gad10344254_0_6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5" name="Google Shape;1445;ga3364f6310_1_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6" name="Google Shape;1446;ga3364f6310_1_5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2" name="Google Shape;1452;ga3364f6310_1_38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3" name="Google Shape;1453;ga3364f6310_1_38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8" name="Google Shape;1478;gad10344254_0_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9" name="Google Shape;1479;gad10344254_0_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2" name="Google Shape;1512;gad10344254_0_172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3" name="Google Shape;1513;gad10344254_0_172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9" name="Google Shape;1519;gad10344254_0_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0" name="Google Shape;1520;gad10344254_0_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3" name="Google Shape;1573;gad10344254_0_7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4" name="Google Shape;1574;gad10344254_0_7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" name="Google Shape;1617;gad10344254_0_8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8" name="Google Shape;1618;gad10344254_0_8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Google Shape;1630;gad10344254_0_8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1" name="Google Shape;1631;gad10344254_0_8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gad10344254_0_8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7" name="Google Shape;1667;gad10344254_0_8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5" name="Google Shape;1675;gad10344254_0_8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6" name="Google Shape;1676;gad10344254_0_8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a3364f6310_1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7" name="Google Shape;1507;ga3364f6310_1_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890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861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7944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6915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861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833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750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7255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697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668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017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2"/>
          <p:cNvSpPr/>
          <p:nvPr/>
        </p:nvSpPr>
        <p:spPr>
          <a:xfrm>
            <a:off x="7666240" y="363586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677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8846774" y="303468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-51" y="1784888"/>
            <a:ext cx="295369" cy="302004"/>
          </a:xfrm>
          <a:custGeom>
            <a:avLst/>
            <a:gdLst/>
            <a:ahLst/>
            <a:cxnLst/>
            <a:rect l="l" t="t" r="r" b="b"/>
            <a:pathLst>
              <a:path w="9515" h="10579" extrusionOk="0">
                <a:moveTo>
                  <a:pt x="1" y="1"/>
                </a:moveTo>
                <a:lnTo>
                  <a:pt x="1" y="10579"/>
                </a:lnTo>
                <a:lnTo>
                  <a:pt x="9515" y="10579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590611" y="3034023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7993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892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834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05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7320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04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7780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8846852" y="243208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8846837" y="1829248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7074526" y="363792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1768933" y="36387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8258967" y="303510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"/>
          <p:cNvSpPr/>
          <p:nvPr/>
        </p:nvSpPr>
        <p:spPr>
          <a:xfrm flipH="1">
            <a:off x="589991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3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3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"/>
          <p:cNvSpPr/>
          <p:nvPr/>
        </p:nvSpPr>
        <p:spPr>
          <a:xfrm flipH="1">
            <a:off x="531019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3"/>
          <p:cNvSpPr/>
          <p:nvPr/>
        </p:nvSpPr>
        <p:spPr>
          <a:xfrm flipH="1">
            <a:off x="1771844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3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3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3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3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3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3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"/>
          <p:cNvSpPr/>
          <p:nvPr/>
        </p:nvSpPr>
        <p:spPr>
          <a:xfrm flipH="1">
            <a:off x="1183064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3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 flipH="1">
            <a:off x="592413" y="4239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 txBox="1">
            <a:spLocks noGrp="1"/>
          </p:cNvSpPr>
          <p:nvPr>
            <p:ph type="title"/>
          </p:nvPr>
        </p:nvSpPr>
        <p:spPr>
          <a:xfrm>
            <a:off x="1207825" y="3983254"/>
            <a:ext cx="6700500" cy="6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3"/>
          <p:cNvSpPr txBox="1">
            <a:spLocks noGrp="1"/>
          </p:cNvSpPr>
          <p:nvPr>
            <p:ph type="title" idx="2" hasCustomPrompt="1"/>
          </p:nvPr>
        </p:nvSpPr>
        <p:spPr>
          <a:xfrm>
            <a:off x="3722450" y="526575"/>
            <a:ext cx="1699200" cy="31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4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4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4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4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4"/>
          <p:cNvSpPr/>
          <p:nvPr/>
        </p:nvSpPr>
        <p:spPr>
          <a:xfrm rot="10800000" flipH="1">
            <a:off x="8257867" y="14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4"/>
          <p:cNvSpPr/>
          <p:nvPr/>
        </p:nvSpPr>
        <p:spPr>
          <a:xfrm rot="10800000" flipH="1">
            <a:off x="8847624" y="60260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4"/>
          <p:cNvSpPr/>
          <p:nvPr/>
        </p:nvSpPr>
        <p:spPr>
          <a:xfrm rot="10800000" flipH="1">
            <a:off x="8848630" y="-2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4"/>
          <p:cNvSpPr/>
          <p:nvPr/>
        </p:nvSpPr>
        <p:spPr>
          <a:xfrm rot="10800000" flipH="1">
            <a:off x="8847702" y="1205203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4"/>
          <p:cNvSpPr/>
          <p:nvPr/>
        </p:nvSpPr>
        <p:spPr>
          <a:xfrm rot="10800000" flipH="1">
            <a:off x="8847687" y="1807156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4"/>
          <p:cNvSpPr/>
          <p:nvPr/>
        </p:nvSpPr>
        <p:spPr>
          <a:xfrm rot="10800000" flipH="1">
            <a:off x="8259817" y="602189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5" name="Google Shape;95;p4"/>
          <p:cNvSpPr txBox="1">
            <a:spLocks noGrp="1"/>
          </p:cNvSpPr>
          <p:nvPr>
            <p:ph type="body" idx="1"/>
          </p:nvPr>
        </p:nvSpPr>
        <p:spPr>
          <a:xfrm>
            <a:off x="717425" y="1203750"/>
            <a:ext cx="7709100" cy="339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984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 sz="1200">
                <a:solidFill>
                  <a:srgbClr val="FFFFFF"/>
                </a:solidFill>
              </a:defRPr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4"/>
          <p:cNvSpPr txBox="1"/>
          <p:nvPr/>
        </p:nvSpPr>
        <p:spPr>
          <a:xfrm>
            <a:off x="-295875" y="3054825"/>
            <a:ext cx="2159700" cy="5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5"/>
          <p:cNvSpPr/>
          <p:nvPr/>
        </p:nvSpPr>
        <p:spPr>
          <a:xfrm>
            <a:off x="3834542" y="423848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5"/>
          <p:cNvSpPr/>
          <p:nvPr/>
        </p:nvSpPr>
        <p:spPr>
          <a:xfrm>
            <a:off x="4424257" y="423848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5"/>
          <p:cNvSpPr/>
          <p:nvPr/>
        </p:nvSpPr>
        <p:spPr>
          <a:xfrm>
            <a:off x="5013972" y="423848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5"/>
          <p:cNvSpPr/>
          <p:nvPr/>
        </p:nvSpPr>
        <p:spPr>
          <a:xfrm>
            <a:off x="3834542" y="3636301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5"/>
          <p:cNvSpPr/>
          <p:nvPr/>
        </p:nvSpPr>
        <p:spPr>
          <a:xfrm>
            <a:off x="4425144" y="3033260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5"/>
          <p:cNvSpPr/>
          <p:nvPr/>
        </p:nvSpPr>
        <p:spPr>
          <a:xfrm>
            <a:off x="4425170" y="363628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5"/>
          <p:cNvSpPr/>
          <p:nvPr/>
        </p:nvSpPr>
        <p:spPr>
          <a:xfrm>
            <a:off x="3835058" y="484151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5"/>
          <p:cNvSpPr/>
          <p:nvPr/>
        </p:nvSpPr>
        <p:spPr>
          <a:xfrm>
            <a:off x="4425277" y="484148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5"/>
          <p:cNvSpPr/>
          <p:nvPr/>
        </p:nvSpPr>
        <p:spPr>
          <a:xfrm>
            <a:off x="5015038" y="4841501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5"/>
          <p:cNvSpPr/>
          <p:nvPr/>
        </p:nvSpPr>
        <p:spPr>
          <a:xfrm rot="10800000">
            <a:off x="4427141" y="180909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5"/>
          <p:cNvSpPr/>
          <p:nvPr/>
        </p:nvSpPr>
        <p:spPr>
          <a:xfrm rot="10800000">
            <a:off x="4424767" y="3033241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5"/>
          <p:cNvSpPr/>
          <p:nvPr/>
        </p:nvSpPr>
        <p:spPr>
          <a:xfrm rot="10800000">
            <a:off x="5016341" y="1206060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5"/>
          <p:cNvSpPr/>
          <p:nvPr/>
        </p:nvSpPr>
        <p:spPr>
          <a:xfrm rot="10800000">
            <a:off x="4427083" y="120691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5"/>
          <p:cNvSpPr/>
          <p:nvPr/>
        </p:nvSpPr>
        <p:spPr>
          <a:xfrm rot="10800000">
            <a:off x="5016228" y="603035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"/>
          <p:cNvSpPr/>
          <p:nvPr/>
        </p:nvSpPr>
        <p:spPr>
          <a:xfrm rot="10800000">
            <a:off x="4426971" y="603893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5"/>
          <p:cNvSpPr/>
          <p:nvPr/>
        </p:nvSpPr>
        <p:spPr>
          <a:xfrm rot="10800000">
            <a:off x="3836634" y="60391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5"/>
          <p:cNvSpPr/>
          <p:nvPr/>
        </p:nvSpPr>
        <p:spPr>
          <a:xfrm rot="10800000">
            <a:off x="5016228" y="10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5"/>
          <p:cNvSpPr/>
          <p:nvPr/>
        </p:nvSpPr>
        <p:spPr>
          <a:xfrm rot="10800000">
            <a:off x="4426971" y="86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5"/>
          <p:cNvSpPr/>
          <p:nvPr/>
        </p:nvSpPr>
        <p:spPr>
          <a:xfrm rot="10800000">
            <a:off x="3837209" y="885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5"/>
          <p:cNvSpPr txBox="1">
            <a:spLocks noGrp="1"/>
          </p:cNvSpPr>
          <p:nvPr>
            <p:ph type="title"/>
          </p:nvPr>
        </p:nvSpPr>
        <p:spPr>
          <a:xfrm>
            <a:off x="716219" y="1785775"/>
            <a:ext cx="3095400" cy="83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8" name="Google Shape;118;p5"/>
          <p:cNvSpPr txBox="1">
            <a:spLocks noGrp="1"/>
          </p:cNvSpPr>
          <p:nvPr>
            <p:ph type="title" idx="2"/>
          </p:nvPr>
        </p:nvSpPr>
        <p:spPr>
          <a:xfrm>
            <a:off x="5341081" y="1785775"/>
            <a:ext cx="3086700" cy="83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9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9" name="Google Shape;119;p5"/>
          <p:cNvSpPr txBox="1">
            <a:spLocks noGrp="1"/>
          </p:cNvSpPr>
          <p:nvPr>
            <p:ph type="subTitle" idx="1"/>
          </p:nvPr>
        </p:nvSpPr>
        <p:spPr>
          <a:xfrm>
            <a:off x="5413531" y="2668925"/>
            <a:ext cx="2941800" cy="68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0" name="Google Shape;120;p5"/>
          <p:cNvSpPr txBox="1">
            <a:spLocks noGrp="1"/>
          </p:cNvSpPr>
          <p:nvPr>
            <p:ph type="subTitle" idx="3"/>
          </p:nvPr>
        </p:nvSpPr>
        <p:spPr>
          <a:xfrm>
            <a:off x="793019" y="2668925"/>
            <a:ext cx="2941800" cy="68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"/>
          <p:cNvSpPr/>
          <p:nvPr/>
        </p:nvSpPr>
        <p:spPr>
          <a:xfrm rot="10800000" flipH="1">
            <a:off x="8257042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"/>
          <p:cNvSpPr/>
          <p:nvPr/>
        </p:nvSpPr>
        <p:spPr>
          <a:xfrm rot="10800000" flipH="1">
            <a:off x="34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6"/>
          <p:cNvSpPr/>
          <p:nvPr/>
        </p:nvSpPr>
        <p:spPr>
          <a:xfrm rot="10800000" flipH="1">
            <a:off x="589750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6"/>
          <p:cNvSpPr/>
          <p:nvPr/>
        </p:nvSpPr>
        <p:spPr>
          <a:xfrm rot="10800000" flipH="1">
            <a:off x="117946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6"/>
          <p:cNvSpPr/>
          <p:nvPr/>
        </p:nvSpPr>
        <p:spPr>
          <a:xfrm rot="10800000" flipH="1">
            <a:off x="8846799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6"/>
          <p:cNvSpPr/>
          <p:nvPr/>
        </p:nvSpPr>
        <p:spPr>
          <a:xfrm rot="10800000" flipH="1">
            <a:off x="590662" y="12071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6"/>
          <p:cNvSpPr/>
          <p:nvPr/>
        </p:nvSpPr>
        <p:spPr>
          <a:xfrm rot="10800000" flipH="1">
            <a:off x="-25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6"/>
          <p:cNvSpPr/>
          <p:nvPr/>
        </p:nvSpPr>
        <p:spPr>
          <a:xfrm rot="10800000" flipH="1">
            <a:off x="590194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6"/>
          <p:cNvSpPr/>
          <p:nvPr/>
        </p:nvSpPr>
        <p:spPr>
          <a:xfrm rot="10800000" flipH="1">
            <a:off x="1179956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6"/>
          <p:cNvSpPr/>
          <p:nvPr/>
        </p:nvSpPr>
        <p:spPr>
          <a:xfrm rot="10800000" flipH="1">
            <a:off x="1768954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6"/>
          <p:cNvSpPr/>
          <p:nvPr/>
        </p:nvSpPr>
        <p:spPr>
          <a:xfrm rot="10800000" flipH="1">
            <a:off x="7076711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6"/>
          <p:cNvSpPr/>
          <p:nvPr/>
        </p:nvSpPr>
        <p:spPr>
          <a:xfrm rot="10800000" flipH="1">
            <a:off x="7667345" y="6059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6"/>
          <p:cNvSpPr/>
          <p:nvPr/>
        </p:nvSpPr>
        <p:spPr>
          <a:xfrm rot="10800000" flipH="1">
            <a:off x="7666423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6"/>
          <p:cNvSpPr/>
          <p:nvPr/>
        </p:nvSpPr>
        <p:spPr>
          <a:xfrm rot="10800000" flipH="1">
            <a:off x="8257074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"/>
          <p:cNvSpPr/>
          <p:nvPr/>
        </p:nvSpPr>
        <p:spPr>
          <a:xfrm rot="10800000" flipH="1">
            <a:off x="8848605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6"/>
          <p:cNvSpPr/>
          <p:nvPr/>
        </p:nvSpPr>
        <p:spPr>
          <a:xfrm rot="10800000" flipH="1">
            <a:off x="8257524" y="1206911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6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7"/>
          <p:cNvSpPr/>
          <p:nvPr/>
        </p:nvSpPr>
        <p:spPr>
          <a:xfrm>
            <a:off x="5307596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7"/>
          <p:cNvSpPr txBox="1">
            <a:spLocks noGrp="1"/>
          </p:cNvSpPr>
          <p:nvPr>
            <p:ph type="title"/>
          </p:nvPr>
        </p:nvSpPr>
        <p:spPr>
          <a:xfrm>
            <a:off x="1108900" y="1540450"/>
            <a:ext cx="3552000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69" name="Google Shape;169;p7"/>
          <p:cNvSpPr txBox="1">
            <a:spLocks noGrp="1"/>
          </p:cNvSpPr>
          <p:nvPr>
            <p:ph type="body" idx="1"/>
          </p:nvPr>
        </p:nvSpPr>
        <p:spPr>
          <a:xfrm>
            <a:off x="1108875" y="2435000"/>
            <a:ext cx="4084200" cy="8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400" b="0"/>
            </a:lvl1pPr>
            <a:lvl2pPr marL="914400" lvl="1" indent="-330200">
              <a:spcBef>
                <a:spcPts val="10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"/>
          <p:cNvSpPr/>
          <p:nvPr/>
        </p:nvSpPr>
        <p:spPr>
          <a:xfrm rot="-5400000" flipH="1">
            <a:off x="8837117" y="2417294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8"/>
          <p:cNvSpPr/>
          <p:nvPr/>
        </p:nvSpPr>
        <p:spPr>
          <a:xfrm rot="-5400000" flipH="1">
            <a:off x="8837117" y="3022331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8"/>
          <p:cNvSpPr/>
          <p:nvPr/>
        </p:nvSpPr>
        <p:spPr>
          <a:xfrm rot="-5400000" flipH="1">
            <a:off x="8218864" y="-3340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8"/>
          <p:cNvSpPr/>
          <p:nvPr/>
        </p:nvSpPr>
        <p:spPr>
          <a:xfrm rot="-5400000" flipH="1">
            <a:off x="8218848" y="60171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/>
          <p:nvPr/>
        </p:nvSpPr>
        <p:spPr>
          <a:xfrm rot="-5400000" flipH="1">
            <a:off x="8218848" y="120675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8"/>
          <p:cNvSpPr/>
          <p:nvPr/>
        </p:nvSpPr>
        <p:spPr>
          <a:xfrm rot="-5400000" flipH="1">
            <a:off x="8218848" y="181178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8"/>
          <p:cNvSpPr/>
          <p:nvPr/>
        </p:nvSpPr>
        <p:spPr>
          <a:xfrm rot="-5400000" flipH="1">
            <a:off x="8218848" y="3021891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8"/>
          <p:cNvSpPr/>
          <p:nvPr/>
        </p:nvSpPr>
        <p:spPr>
          <a:xfrm rot="-5400000" flipH="1">
            <a:off x="8218848" y="362692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8"/>
          <p:cNvSpPr/>
          <p:nvPr/>
        </p:nvSpPr>
        <p:spPr>
          <a:xfrm rot="-5400000" flipH="1">
            <a:off x="8218848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8"/>
          <p:cNvSpPr/>
          <p:nvPr/>
        </p:nvSpPr>
        <p:spPr>
          <a:xfrm rot="-5400000" flipH="1">
            <a:off x="7600595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/>
          <p:nvPr/>
        </p:nvSpPr>
        <p:spPr>
          <a:xfrm rot="-5400000" flipH="1">
            <a:off x="6982340" y="-3354"/>
            <a:ext cx="303021" cy="309859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8"/>
          <p:cNvSpPr/>
          <p:nvPr/>
        </p:nvSpPr>
        <p:spPr>
          <a:xfrm rot="-5400000" flipH="1">
            <a:off x="6364086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8"/>
          <p:cNvSpPr/>
          <p:nvPr/>
        </p:nvSpPr>
        <p:spPr>
          <a:xfrm rot="-5400000" flipH="1">
            <a:off x="6982818" y="602114"/>
            <a:ext cx="302065" cy="309859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8"/>
          <p:cNvSpPr/>
          <p:nvPr/>
        </p:nvSpPr>
        <p:spPr>
          <a:xfrm rot="-5400000" flipH="1">
            <a:off x="7601074" y="60258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8"/>
          <p:cNvSpPr/>
          <p:nvPr/>
        </p:nvSpPr>
        <p:spPr>
          <a:xfrm rot="-5400000" flipH="1">
            <a:off x="8837548" y="-3385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8"/>
          <p:cNvSpPr/>
          <p:nvPr/>
        </p:nvSpPr>
        <p:spPr>
          <a:xfrm rot="-5400000" flipH="1">
            <a:off x="8837586" y="60210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/>
          <p:nvPr/>
        </p:nvSpPr>
        <p:spPr>
          <a:xfrm rot="-5400000" flipH="1">
            <a:off x="8837584" y="1207199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"/>
          <p:cNvSpPr/>
          <p:nvPr/>
        </p:nvSpPr>
        <p:spPr>
          <a:xfrm rot="-5400000" flipH="1">
            <a:off x="8835354" y="181197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8"/>
          <p:cNvSpPr/>
          <p:nvPr/>
        </p:nvSpPr>
        <p:spPr>
          <a:xfrm rot="-5400000" flipH="1">
            <a:off x="8218844" y="24172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8"/>
          <p:cNvSpPr/>
          <p:nvPr/>
        </p:nvSpPr>
        <p:spPr>
          <a:xfrm rot="-5400000" flipH="1">
            <a:off x="8835362" y="36273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"/>
          <p:cNvSpPr/>
          <p:nvPr/>
        </p:nvSpPr>
        <p:spPr>
          <a:xfrm rot="-5400000" flipH="1">
            <a:off x="8835842" y="423239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8"/>
          <p:cNvSpPr/>
          <p:nvPr/>
        </p:nvSpPr>
        <p:spPr>
          <a:xfrm rot="-5400000" flipH="1">
            <a:off x="8835362" y="483747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/>
          <p:nvPr/>
        </p:nvSpPr>
        <p:spPr>
          <a:xfrm rot="-5400000" flipH="1">
            <a:off x="8218902" y="423196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8"/>
          <p:cNvSpPr/>
          <p:nvPr/>
        </p:nvSpPr>
        <p:spPr>
          <a:xfrm rot="-5400000" flipH="1">
            <a:off x="7602324" y="181198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8"/>
          <p:cNvSpPr/>
          <p:nvPr/>
        </p:nvSpPr>
        <p:spPr>
          <a:xfrm rot="-5400000" flipH="1">
            <a:off x="7602324" y="362570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8"/>
          <p:cNvSpPr/>
          <p:nvPr/>
        </p:nvSpPr>
        <p:spPr>
          <a:xfrm rot="-5400000" flipH="1">
            <a:off x="7601900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8"/>
          <p:cNvSpPr/>
          <p:nvPr/>
        </p:nvSpPr>
        <p:spPr>
          <a:xfrm rot="-5400000" flipH="1">
            <a:off x="6984953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8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9" name="Google Shape;199;p8"/>
          <p:cNvSpPr/>
          <p:nvPr/>
        </p:nvSpPr>
        <p:spPr>
          <a:xfrm rot="-5400000" flipH="1">
            <a:off x="6368449" y="483746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8"/>
          <p:cNvSpPr/>
          <p:nvPr/>
        </p:nvSpPr>
        <p:spPr>
          <a:xfrm rot="-5400000" flipH="1">
            <a:off x="5692174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8"/>
          <p:cNvSpPr/>
          <p:nvPr/>
        </p:nvSpPr>
        <p:spPr>
          <a:xfrm rot="-5400000" flipH="1">
            <a:off x="5020249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8"/>
          <p:cNvSpPr/>
          <p:nvPr/>
        </p:nvSpPr>
        <p:spPr>
          <a:xfrm rot="-5400000" flipH="1">
            <a:off x="5752349" y="483747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8"/>
          <p:cNvSpPr/>
          <p:nvPr/>
        </p:nvSpPr>
        <p:spPr>
          <a:xfrm rot="5400000">
            <a:off x="3454" y="-3368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8"/>
          <p:cNvSpPr/>
          <p:nvPr/>
        </p:nvSpPr>
        <p:spPr>
          <a:xfrm rot="5400000">
            <a:off x="3438" y="60168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8"/>
          <p:cNvSpPr/>
          <p:nvPr/>
        </p:nvSpPr>
        <p:spPr>
          <a:xfrm rot="5400000">
            <a:off x="3438" y="1811757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8"/>
          <p:cNvSpPr/>
          <p:nvPr/>
        </p:nvSpPr>
        <p:spPr>
          <a:xfrm rot="5400000">
            <a:off x="3438" y="362689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8"/>
          <p:cNvSpPr/>
          <p:nvPr/>
        </p:nvSpPr>
        <p:spPr>
          <a:xfrm rot="5400000">
            <a:off x="3438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8"/>
          <p:cNvSpPr/>
          <p:nvPr/>
        </p:nvSpPr>
        <p:spPr>
          <a:xfrm rot="5400000">
            <a:off x="621721" y="-2929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8"/>
          <p:cNvSpPr/>
          <p:nvPr/>
        </p:nvSpPr>
        <p:spPr>
          <a:xfrm rot="5400000">
            <a:off x="622197" y="602552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8"/>
          <p:cNvSpPr/>
          <p:nvPr/>
        </p:nvSpPr>
        <p:spPr>
          <a:xfrm rot="5400000">
            <a:off x="3442" y="241723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8"/>
          <p:cNvSpPr/>
          <p:nvPr/>
        </p:nvSpPr>
        <p:spPr>
          <a:xfrm rot="5400000">
            <a:off x="3384" y="423194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8"/>
          <p:cNvSpPr/>
          <p:nvPr/>
        </p:nvSpPr>
        <p:spPr>
          <a:xfrm rot="5400000">
            <a:off x="619959" y="1811954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8"/>
          <p:cNvSpPr/>
          <p:nvPr/>
        </p:nvSpPr>
        <p:spPr>
          <a:xfrm rot="5400000">
            <a:off x="619959" y="362567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8"/>
          <p:cNvSpPr/>
          <p:nvPr/>
        </p:nvSpPr>
        <p:spPr>
          <a:xfrm rot="5400000">
            <a:off x="620383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8"/>
          <p:cNvSpPr/>
          <p:nvPr/>
        </p:nvSpPr>
        <p:spPr>
          <a:xfrm rot="5400000">
            <a:off x="1237329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9"/>
          <p:cNvSpPr/>
          <p:nvPr/>
        </p:nvSpPr>
        <p:spPr>
          <a:xfrm>
            <a:off x="72" y="3026311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9"/>
          <p:cNvSpPr/>
          <p:nvPr/>
        </p:nvSpPr>
        <p:spPr>
          <a:xfrm>
            <a:off x="589787" y="302631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9"/>
          <p:cNvSpPr/>
          <p:nvPr/>
        </p:nvSpPr>
        <p:spPr>
          <a:xfrm>
            <a:off x="1179502" y="302631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9"/>
          <p:cNvSpPr/>
          <p:nvPr/>
        </p:nvSpPr>
        <p:spPr>
          <a:xfrm>
            <a:off x="72" y="242412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9"/>
          <p:cNvSpPr/>
          <p:nvPr/>
        </p:nvSpPr>
        <p:spPr>
          <a:xfrm>
            <a:off x="590674" y="1821085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9"/>
          <p:cNvSpPr/>
          <p:nvPr/>
        </p:nvSpPr>
        <p:spPr>
          <a:xfrm>
            <a:off x="590700" y="2424113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9"/>
          <p:cNvSpPr/>
          <p:nvPr/>
        </p:nvSpPr>
        <p:spPr>
          <a:xfrm>
            <a:off x="587" y="362934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9"/>
          <p:cNvSpPr/>
          <p:nvPr/>
        </p:nvSpPr>
        <p:spPr>
          <a:xfrm>
            <a:off x="590807" y="362931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9"/>
          <p:cNvSpPr/>
          <p:nvPr/>
        </p:nvSpPr>
        <p:spPr>
          <a:xfrm>
            <a:off x="1180568" y="362932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700" y="423236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590919" y="423233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9"/>
          <p:cNvSpPr/>
          <p:nvPr/>
        </p:nvSpPr>
        <p:spPr>
          <a:xfrm>
            <a:off x="1181256" y="4232351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700" y="483539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590919" y="483536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1180681" y="483537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9"/>
          <p:cNvSpPr/>
          <p:nvPr/>
        </p:nvSpPr>
        <p:spPr>
          <a:xfrm>
            <a:off x="7668397" y="3026311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9"/>
          <p:cNvSpPr/>
          <p:nvPr/>
        </p:nvSpPr>
        <p:spPr>
          <a:xfrm>
            <a:off x="8258112" y="302631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9"/>
          <p:cNvSpPr/>
          <p:nvPr/>
        </p:nvSpPr>
        <p:spPr>
          <a:xfrm>
            <a:off x="8847827" y="302631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"/>
          <p:cNvSpPr/>
          <p:nvPr/>
        </p:nvSpPr>
        <p:spPr>
          <a:xfrm>
            <a:off x="8848597" y="242412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9"/>
          <p:cNvSpPr/>
          <p:nvPr/>
        </p:nvSpPr>
        <p:spPr>
          <a:xfrm>
            <a:off x="8258999" y="1821085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9"/>
          <p:cNvSpPr/>
          <p:nvPr/>
        </p:nvSpPr>
        <p:spPr>
          <a:xfrm>
            <a:off x="8259025" y="2424113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9"/>
          <p:cNvSpPr/>
          <p:nvPr/>
        </p:nvSpPr>
        <p:spPr>
          <a:xfrm>
            <a:off x="7668912" y="362934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9"/>
          <p:cNvSpPr/>
          <p:nvPr/>
        </p:nvSpPr>
        <p:spPr>
          <a:xfrm>
            <a:off x="8259132" y="362931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848893" y="362932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3792C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9"/>
          <p:cNvSpPr/>
          <p:nvPr/>
        </p:nvSpPr>
        <p:spPr>
          <a:xfrm>
            <a:off x="7669025" y="423236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259244" y="423233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9"/>
          <p:cNvSpPr/>
          <p:nvPr/>
        </p:nvSpPr>
        <p:spPr>
          <a:xfrm>
            <a:off x="8849581" y="4232351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7669025" y="483539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259244" y="483536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849006" y="483537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0"/>
          <p:cNvSpPr txBox="1">
            <a:spLocks noGrp="1"/>
          </p:cNvSpPr>
          <p:nvPr>
            <p:ph type="title"/>
          </p:nvPr>
        </p:nvSpPr>
        <p:spPr>
          <a:xfrm>
            <a:off x="2198250" y="1782600"/>
            <a:ext cx="4747500" cy="18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33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33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33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33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33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33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33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33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3300"/>
            </a:lvl9pPr>
          </a:lstStyle>
          <a:p>
            <a:endParaRPr/>
          </a:p>
        </p:txBody>
      </p:sp>
      <p:sp>
        <p:nvSpPr>
          <p:cNvPr id="251" name="Google Shape;251;p10"/>
          <p:cNvSpPr/>
          <p:nvPr/>
        </p:nvSpPr>
        <p:spPr>
          <a:xfrm rot="-5400000">
            <a:off x="8844042" y="5886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10"/>
          <p:cNvSpPr/>
          <p:nvPr/>
        </p:nvSpPr>
        <p:spPr>
          <a:xfrm rot="-5400000">
            <a:off x="8241218" y="176859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10"/>
          <p:cNvSpPr/>
          <p:nvPr/>
        </p:nvSpPr>
        <p:spPr>
          <a:xfrm rot="-5400000">
            <a:off x="7638816" y="5886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0"/>
          <p:cNvSpPr/>
          <p:nvPr/>
        </p:nvSpPr>
        <p:spPr>
          <a:xfrm rot="-5400000">
            <a:off x="7637875" y="117993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10"/>
          <p:cNvSpPr/>
          <p:nvPr/>
        </p:nvSpPr>
        <p:spPr>
          <a:xfrm rot="-5400000">
            <a:off x="8241433" y="-108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10"/>
          <p:cNvSpPr/>
          <p:nvPr/>
        </p:nvSpPr>
        <p:spPr>
          <a:xfrm rot="-5400000">
            <a:off x="7036221" y="-106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10"/>
          <p:cNvSpPr/>
          <p:nvPr/>
        </p:nvSpPr>
        <p:spPr>
          <a:xfrm rot="-5400000">
            <a:off x="8240209" y="1178852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p10"/>
          <p:cNvSpPr/>
          <p:nvPr/>
        </p:nvSpPr>
        <p:spPr>
          <a:xfrm rot="-5400000">
            <a:off x="8842531" y="117977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10"/>
          <p:cNvSpPr/>
          <p:nvPr/>
        </p:nvSpPr>
        <p:spPr>
          <a:xfrm rot="-5400000">
            <a:off x="8241910" y="588710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10"/>
          <p:cNvSpPr/>
          <p:nvPr/>
        </p:nvSpPr>
        <p:spPr>
          <a:xfrm rot="-5400000">
            <a:off x="8843605" y="-288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0"/>
          <p:cNvSpPr/>
          <p:nvPr/>
        </p:nvSpPr>
        <p:spPr>
          <a:xfrm rot="-5400000">
            <a:off x="7638832" y="-2074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0"/>
          <p:cNvSpPr/>
          <p:nvPr/>
        </p:nvSpPr>
        <p:spPr>
          <a:xfrm rot="-5400000">
            <a:off x="7637200" y="177070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10"/>
          <p:cNvSpPr/>
          <p:nvPr/>
        </p:nvSpPr>
        <p:spPr>
          <a:xfrm rot="-5400000">
            <a:off x="7036641" y="5886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0"/>
          <p:cNvSpPr/>
          <p:nvPr/>
        </p:nvSpPr>
        <p:spPr>
          <a:xfrm>
            <a:off x="59" y="423849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10"/>
          <p:cNvSpPr/>
          <p:nvPr/>
        </p:nvSpPr>
        <p:spPr>
          <a:xfrm>
            <a:off x="589775" y="4238490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10"/>
          <p:cNvSpPr/>
          <p:nvPr/>
        </p:nvSpPr>
        <p:spPr>
          <a:xfrm>
            <a:off x="1179490" y="4238490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10"/>
          <p:cNvSpPr/>
          <p:nvPr/>
        </p:nvSpPr>
        <p:spPr>
          <a:xfrm>
            <a:off x="59" y="3636305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0"/>
          <p:cNvSpPr/>
          <p:nvPr/>
        </p:nvSpPr>
        <p:spPr>
          <a:xfrm>
            <a:off x="590661" y="3033264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10"/>
          <p:cNvSpPr/>
          <p:nvPr/>
        </p:nvSpPr>
        <p:spPr>
          <a:xfrm>
            <a:off x="590687" y="363629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0"/>
          <p:cNvSpPr/>
          <p:nvPr/>
        </p:nvSpPr>
        <p:spPr>
          <a:xfrm>
            <a:off x="0" y="484152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10"/>
          <p:cNvSpPr/>
          <p:nvPr/>
        </p:nvSpPr>
        <p:spPr>
          <a:xfrm>
            <a:off x="590219" y="4841493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0"/>
          <p:cNvSpPr/>
          <p:nvPr/>
        </p:nvSpPr>
        <p:spPr>
          <a:xfrm>
            <a:off x="1179981" y="4841505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0"/>
          <p:cNvSpPr/>
          <p:nvPr/>
        </p:nvSpPr>
        <p:spPr>
          <a:xfrm>
            <a:off x="1768979" y="483979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2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1"/>
          <p:cNvSpPr/>
          <p:nvPr/>
        </p:nvSpPr>
        <p:spPr>
          <a:xfrm>
            <a:off x="235890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11"/>
          <p:cNvSpPr/>
          <p:nvPr/>
        </p:nvSpPr>
        <p:spPr>
          <a:xfrm>
            <a:off x="294861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1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11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1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11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11"/>
          <p:cNvSpPr/>
          <p:nvPr/>
        </p:nvSpPr>
        <p:spPr>
          <a:xfrm>
            <a:off x="117944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11"/>
          <p:cNvSpPr/>
          <p:nvPr/>
        </p:nvSpPr>
        <p:spPr>
          <a:xfrm>
            <a:off x="176915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11"/>
          <p:cNvSpPr/>
          <p:nvPr/>
        </p:nvSpPr>
        <p:spPr>
          <a:xfrm>
            <a:off x="353833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p11"/>
          <p:cNvSpPr/>
          <p:nvPr/>
        </p:nvSpPr>
        <p:spPr>
          <a:xfrm>
            <a:off x="4717794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11"/>
          <p:cNvSpPr/>
          <p:nvPr/>
        </p:nvSpPr>
        <p:spPr>
          <a:xfrm>
            <a:off x="530750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p11"/>
          <p:cNvSpPr/>
          <p:nvPr/>
        </p:nvSpPr>
        <p:spPr>
          <a:xfrm>
            <a:off x="5897255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11"/>
          <p:cNvSpPr/>
          <p:nvPr/>
        </p:nvSpPr>
        <p:spPr>
          <a:xfrm>
            <a:off x="707668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1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11"/>
          <p:cNvSpPr/>
          <p:nvPr/>
        </p:nvSpPr>
        <p:spPr>
          <a:xfrm>
            <a:off x="8257017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11"/>
          <p:cNvSpPr/>
          <p:nvPr/>
        </p:nvSpPr>
        <p:spPr>
          <a:xfrm>
            <a:off x="7666240" y="363586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p11"/>
          <p:cNvSpPr/>
          <p:nvPr/>
        </p:nvSpPr>
        <p:spPr>
          <a:xfrm>
            <a:off x="884677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p11"/>
          <p:cNvSpPr/>
          <p:nvPr/>
        </p:nvSpPr>
        <p:spPr>
          <a:xfrm>
            <a:off x="8846774" y="303468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p11"/>
          <p:cNvSpPr/>
          <p:nvPr/>
        </p:nvSpPr>
        <p:spPr>
          <a:xfrm>
            <a:off x="590611" y="3034023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4" name="Google Shape;294;p11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11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11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1"/>
          <p:cNvSpPr/>
          <p:nvPr/>
        </p:nvSpPr>
        <p:spPr>
          <a:xfrm>
            <a:off x="117993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11"/>
          <p:cNvSpPr/>
          <p:nvPr/>
        </p:nvSpPr>
        <p:spPr>
          <a:xfrm>
            <a:off x="176892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11"/>
          <p:cNvSpPr/>
          <p:nvPr/>
        </p:nvSpPr>
        <p:spPr>
          <a:xfrm>
            <a:off x="353834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11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11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11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p11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4" name="Google Shape;304;p11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11"/>
          <p:cNvSpPr/>
          <p:nvPr/>
        </p:nvSpPr>
        <p:spPr>
          <a:xfrm>
            <a:off x="412805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1"/>
          <p:cNvSpPr/>
          <p:nvPr/>
        </p:nvSpPr>
        <p:spPr>
          <a:xfrm>
            <a:off x="7667320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1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11"/>
          <p:cNvSpPr/>
          <p:nvPr/>
        </p:nvSpPr>
        <p:spPr>
          <a:xfrm>
            <a:off x="825704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p11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11"/>
          <p:cNvSpPr/>
          <p:nvPr/>
        </p:nvSpPr>
        <p:spPr>
          <a:xfrm>
            <a:off x="8847780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11"/>
          <p:cNvSpPr/>
          <p:nvPr/>
        </p:nvSpPr>
        <p:spPr>
          <a:xfrm>
            <a:off x="5897247" y="363702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11"/>
          <p:cNvSpPr/>
          <p:nvPr/>
        </p:nvSpPr>
        <p:spPr>
          <a:xfrm rot="10800000" flipH="1">
            <a:off x="2358952" y="1912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11"/>
          <p:cNvSpPr/>
          <p:nvPr/>
        </p:nvSpPr>
        <p:spPr>
          <a:xfrm rot="10800000" flipH="1">
            <a:off x="2948667" y="1912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11"/>
          <p:cNvSpPr/>
          <p:nvPr/>
        </p:nvSpPr>
        <p:spPr>
          <a:xfrm rot="10800000" flipH="1">
            <a:off x="5897305" y="1912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11"/>
          <p:cNvSpPr/>
          <p:nvPr/>
        </p:nvSpPr>
        <p:spPr>
          <a:xfrm rot="10800000" flipH="1">
            <a:off x="8257067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p11"/>
          <p:cNvSpPr/>
          <p:nvPr/>
        </p:nvSpPr>
        <p:spPr>
          <a:xfrm rot="10800000" flipH="1">
            <a:off x="59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p11"/>
          <p:cNvSpPr/>
          <p:nvPr/>
        </p:nvSpPr>
        <p:spPr>
          <a:xfrm rot="10800000" flipH="1">
            <a:off x="58977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p11"/>
          <p:cNvSpPr/>
          <p:nvPr/>
        </p:nvSpPr>
        <p:spPr>
          <a:xfrm rot="10800000" flipH="1">
            <a:off x="176920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11"/>
          <p:cNvSpPr/>
          <p:nvPr/>
        </p:nvSpPr>
        <p:spPr>
          <a:xfrm rot="10800000" flipH="1">
            <a:off x="3538382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0" name="Google Shape;320;p11"/>
          <p:cNvSpPr/>
          <p:nvPr/>
        </p:nvSpPr>
        <p:spPr>
          <a:xfrm rot="10800000" flipH="1">
            <a:off x="5307559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11"/>
          <p:cNvSpPr/>
          <p:nvPr/>
        </p:nvSpPr>
        <p:spPr>
          <a:xfrm rot="10800000" flipH="1">
            <a:off x="7076736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p11"/>
          <p:cNvSpPr/>
          <p:nvPr/>
        </p:nvSpPr>
        <p:spPr>
          <a:xfrm rot="10800000" flipH="1">
            <a:off x="8846824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p11"/>
          <p:cNvSpPr/>
          <p:nvPr/>
        </p:nvSpPr>
        <p:spPr>
          <a:xfrm rot="10800000" flipH="1">
            <a:off x="0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11"/>
          <p:cNvSpPr/>
          <p:nvPr/>
        </p:nvSpPr>
        <p:spPr>
          <a:xfrm rot="10800000" flipH="1">
            <a:off x="590219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11"/>
          <p:cNvSpPr/>
          <p:nvPr/>
        </p:nvSpPr>
        <p:spPr>
          <a:xfrm rot="10800000" flipH="1">
            <a:off x="1179981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p11"/>
          <p:cNvSpPr/>
          <p:nvPr/>
        </p:nvSpPr>
        <p:spPr>
          <a:xfrm rot="10800000" flipH="1">
            <a:off x="1768979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p11"/>
          <p:cNvSpPr/>
          <p:nvPr/>
        </p:nvSpPr>
        <p:spPr>
          <a:xfrm rot="10800000" flipH="1">
            <a:off x="3538395" y="360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p11"/>
          <p:cNvSpPr/>
          <p:nvPr/>
        </p:nvSpPr>
        <p:spPr>
          <a:xfrm rot="10800000" flipH="1">
            <a:off x="4128580" y="36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" name="Google Shape;329;p11"/>
          <p:cNvSpPr/>
          <p:nvPr/>
        </p:nvSpPr>
        <p:spPr>
          <a:xfrm rot="10800000" flipH="1">
            <a:off x="4717857" y="360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0" name="Google Shape;330;p11"/>
          <p:cNvSpPr/>
          <p:nvPr/>
        </p:nvSpPr>
        <p:spPr>
          <a:xfrm rot="10800000" flipH="1">
            <a:off x="5308050" y="3622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p11"/>
          <p:cNvSpPr/>
          <p:nvPr/>
        </p:nvSpPr>
        <p:spPr>
          <a:xfrm rot="10800000" flipH="1">
            <a:off x="6487014" y="360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2" name="Google Shape;332;p11"/>
          <p:cNvSpPr/>
          <p:nvPr/>
        </p:nvSpPr>
        <p:spPr>
          <a:xfrm rot="10800000" flipH="1">
            <a:off x="7076736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1"/>
          <p:cNvSpPr/>
          <p:nvPr/>
        </p:nvSpPr>
        <p:spPr>
          <a:xfrm rot="10800000" flipH="1">
            <a:off x="4128102" y="60404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p11"/>
          <p:cNvSpPr/>
          <p:nvPr/>
        </p:nvSpPr>
        <p:spPr>
          <a:xfrm rot="10800000" flipH="1">
            <a:off x="7666448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11"/>
          <p:cNvSpPr/>
          <p:nvPr/>
        </p:nvSpPr>
        <p:spPr>
          <a:xfrm rot="10800000" flipH="1">
            <a:off x="8257099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11"/>
          <p:cNvSpPr/>
          <p:nvPr/>
        </p:nvSpPr>
        <p:spPr>
          <a:xfrm rot="10800000" flipH="1">
            <a:off x="8848630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11"/>
          <p:cNvSpPr txBox="1">
            <a:spLocks noGrp="1"/>
          </p:cNvSpPr>
          <p:nvPr>
            <p:ph type="title" hasCustomPrompt="1"/>
          </p:nvPr>
        </p:nvSpPr>
        <p:spPr>
          <a:xfrm>
            <a:off x="484325" y="1949750"/>
            <a:ext cx="7953900" cy="107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54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38" name="Google Shape;338;p11"/>
          <p:cNvSpPr txBox="1">
            <a:spLocks noGrp="1"/>
          </p:cNvSpPr>
          <p:nvPr>
            <p:ph type="subTitle" idx="1"/>
          </p:nvPr>
        </p:nvSpPr>
        <p:spPr>
          <a:xfrm>
            <a:off x="484318" y="2952600"/>
            <a:ext cx="7953900" cy="4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ITLE_AND_TWO_COLUMNS_1_1_1"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3"/>
          <p:cNvSpPr/>
          <p:nvPr/>
        </p:nvSpPr>
        <p:spPr>
          <a:xfrm rot="10800000" flipH="1">
            <a:off x="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3"/>
          <p:cNvSpPr/>
          <p:nvPr/>
        </p:nvSpPr>
        <p:spPr>
          <a:xfrm rot="10800000" flipH="1">
            <a:off x="589715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13"/>
          <p:cNvSpPr/>
          <p:nvPr/>
        </p:nvSpPr>
        <p:spPr>
          <a:xfrm rot="10800000" flipH="1">
            <a:off x="117943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3"/>
          <p:cNvSpPr/>
          <p:nvPr/>
        </p:nvSpPr>
        <p:spPr>
          <a:xfrm rot="10800000" flipH="1">
            <a:off x="886" y="1807370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13"/>
          <p:cNvSpPr/>
          <p:nvPr/>
        </p:nvSpPr>
        <p:spPr>
          <a:xfrm rot="10800000" flipH="1">
            <a:off x="912" y="120519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3"/>
          <p:cNvSpPr/>
          <p:nvPr/>
        </p:nvSpPr>
        <p:spPr>
          <a:xfrm rot="10800000" flipH="1">
            <a:off x="444" y="-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13"/>
          <p:cNvSpPr/>
          <p:nvPr/>
        </p:nvSpPr>
        <p:spPr>
          <a:xfrm rot="10800000" flipH="1">
            <a:off x="590206" y="14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13"/>
          <p:cNvSpPr/>
          <p:nvPr/>
        </p:nvSpPr>
        <p:spPr>
          <a:xfrm rot="10800000" flipH="1">
            <a:off x="1179204" y="169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13"/>
          <p:cNvSpPr/>
          <p:nvPr/>
        </p:nvSpPr>
        <p:spPr>
          <a:xfrm rot="10800000" flipH="1">
            <a:off x="1179208" y="120349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13"/>
          <p:cNvSpPr/>
          <p:nvPr/>
        </p:nvSpPr>
        <p:spPr>
          <a:xfrm>
            <a:off x="8846692" y="4840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3"/>
          <p:cNvSpPr/>
          <p:nvPr/>
        </p:nvSpPr>
        <p:spPr>
          <a:xfrm>
            <a:off x="7666361" y="423742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13"/>
          <p:cNvSpPr/>
          <p:nvPr/>
        </p:nvSpPr>
        <p:spPr>
          <a:xfrm>
            <a:off x="8846692" y="363545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13"/>
          <p:cNvSpPr/>
          <p:nvPr/>
        </p:nvSpPr>
        <p:spPr>
          <a:xfrm>
            <a:off x="8255915" y="363404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13"/>
          <p:cNvSpPr/>
          <p:nvPr/>
        </p:nvSpPr>
        <p:spPr>
          <a:xfrm>
            <a:off x="7666361" y="48423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3"/>
          <p:cNvSpPr/>
          <p:nvPr/>
        </p:nvSpPr>
        <p:spPr>
          <a:xfrm>
            <a:off x="8256995" y="42363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13"/>
          <p:cNvSpPr/>
          <p:nvPr/>
        </p:nvSpPr>
        <p:spPr>
          <a:xfrm>
            <a:off x="8256073" y="48386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3"/>
          <p:cNvSpPr/>
          <p:nvPr/>
        </p:nvSpPr>
        <p:spPr>
          <a:xfrm>
            <a:off x="8846724" y="4237634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13"/>
          <p:cNvSpPr/>
          <p:nvPr/>
        </p:nvSpPr>
        <p:spPr>
          <a:xfrm>
            <a:off x="8848642" y="3033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3"/>
          <p:cNvSpPr txBox="1">
            <a:spLocks noGrp="1"/>
          </p:cNvSpPr>
          <p:nvPr>
            <p:ph type="subTitle" idx="1"/>
          </p:nvPr>
        </p:nvSpPr>
        <p:spPr>
          <a:xfrm>
            <a:off x="1407681" y="4102075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0" name="Google Shape;360;p13"/>
          <p:cNvSpPr txBox="1">
            <a:spLocks noGrp="1"/>
          </p:cNvSpPr>
          <p:nvPr>
            <p:ph type="subTitle" idx="2"/>
          </p:nvPr>
        </p:nvSpPr>
        <p:spPr>
          <a:xfrm>
            <a:off x="4661319" y="4104337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1" name="Google Shape;361;p13"/>
          <p:cNvSpPr txBox="1">
            <a:spLocks noGrp="1"/>
          </p:cNvSpPr>
          <p:nvPr>
            <p:ph type="title" hasCustomPrompt="1"/>
          </p:nvPr>
        </p:nvSpPr>
        <p:spPr>
          <a:xfrm>
            <a:off x="1462581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2" name="Google Shape;362;p13"/>
          <p:cNvSpPr txBox="1">
            <a:spLocks noGrp="1"/>
          </p:cNvSpPr>
          <p:nvPr>
            <p:ph type="title" idx="3" hasCustomPrompt="1"/>
          </p:nvPr>
        </p:nvSpPr>
        <p:spPr>
          <a:xfrm>
            <a:off x="4716219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3" name="Google Shape;363;p13"/>
          <p:cNvSpPr txBox="1">
            <a:spLocks noGrp="1"/>
          </p:cNvSpPr>
          <p:nvPr>
            <p:ph type="title" idx="4" hasCustomPrompt="1"/>
          </p:nvPr>
        </p:nvSpPr>
        <p:spPr>
          <a:xfrm>
            <a:off x="1462581" y="2996049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4" name="Google Shape;364;p13"/>
          <p:cNvSpPr txBox="1">
            <a:spLocks noGrp="1"/>
          </p:cNvSpPr>
          <p:nvPr>
            <p:ph type="title" idx="5" hasCustomPrompt="1"/>
          </p:nvPr>
        </p:nvSpPr>
        <p:spPr>
          <a:xfrm>
            <a:off x="4716219" y="2998075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5" name="Google Shape;365;p13"/>
          <p:cNvSpPr txBox="1">
            <a:spLocks noGrp="1"/>
          </p:cNvSpPr>
          <p:nvPr>
            <p:ph type="subTitle" idx="6"/>
          </p:nvPr>
        </p:nvSpPr>
        <p:spPr>
          <a:xfrm>
            <a:off x="1781031" y="2015850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6" name="Google Shape;366;p13"/>
          <p:cNvSpPr txBox="1">
            <a:spLocks noGrp="1"/>
          </p:cNvSpPr>
          <p:nvPr>
            <p:ph type="subTitle" idx="7"/>
          </p:nvPr>
        </p:nvSpPr>
        <p:spPr>
          <a:xfrm>
            <a:off x="5034669" y="2018575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7" name="Google Shape;367;p13"/>
          <p:cNvSpPr txBox="1">
            <a:spLocks noGrp="1"/>
          </p:cNvSpPr>
          <p:nvPr>
            <p:ph type="subTitle" idx="8"/>
          </p:nvPr>
        </p:nvSpPr>
        <p:spPr>
          <a:xfrm>
            <a:off x="5034669" y="3643025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8" name="Google Shape;368;p13"/>
          <p:cNvSpPr txBox="1">
            <a:spLocks noGrp="1"/>
          </p:cNvSpPr>
          <p:nvPr>
            <p:ph type="subTitle" idx="9"/>
          </p:nvPr>
        </p:nvSpPr>
        <p:spPr>
          <a:xfrm>
            <a:off x="1407681" y="2479575"/>
            <a:ext cx="30750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9" name="Google Shape;369;p13"/>
          <p:cNvSpPr txBox="1">
            <a:spLocks noGrp="1"/>
          </p:cNvSpPr>
          <p:nvPr>
            <p:ph type="subTitle" idx="13"/>
          </p:nvPr>
        </p:nvSpPr>
        <p:spPr>
          <a:xfrm>
            <a:off x="4668369" y="2480138"/>
            <a:ext cx="30609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p13"/>
          <p:cNvSpPr txBox="1">
            <a:spLocks noGrp="1"/>
          </p:cNvSpPr>
          <p:nvPr>
            <p:ph type="subTitle" idx="14"/>
          </p:nvPr>
        </p:nvSpPr>
        <p:spPr>
          <a:xfrm>
            <a:off x="1781031" y="3640250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71" name="Google Shape;371;p13"/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TITLE_AND_TWO_COLUMNS_3_1"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4"/>
          <p:cNvSpPr/>
          <p:nvPr/>
        </p:nvSpPr>
        <p:spPr>
          <a:xfrm rot="10800000" flipH="1">
            <a:off x="8257067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14"/>
          <p:cNvSpPr/>
          <p:nvPr/>
        </p:nvSpPr>
        <p:spPr>
          <a:xfrm rot="10800000" flipH="1">
            <a:off x="59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14"/>
          <p:cNvSpPr/>
          <p:nvPr/>
        </p:nvSpPr>
        <p:spPr>
          <a:xfrm rot="10800000" flipH="1">
            <a:off x="58977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6" name="Google Shape;376;p14"/>
          <p:cNvSpPr/>
          <p:nvPr/>
        </p:nvSpPr>
        <p:spPr>
          <a:xfrm rot="10800000" flipH="1">
            <a:off x="8846824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7" name="Google Shape;377;p14"/>
          <p:cNvSpPr/>
          <p:nvPr/>
        </p:nvSpPr>
        <p:spPr>
          <a:xfrm rot="10800000" flipH="1">
            <a:off x="0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p14"/>
          <p:cNvSpPr/>
          <p:nvPr/>
        </p:nvSpPr>
        <p:spPr>
          <a:xfrm rot="10800000" flipH="1">
            <a:off x="590219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p14"/>
          <p:cNvSpPr/>
          <p:nvPr/>
        </p:nvSpPr>
        <p:spPr>
          <a:xfrm rot="10800000" flipH="1">
            <a:off x="1179981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0" name="Google Shape;380;p14"/>
          <p:cNvSpPr/>
          <p:nvPr/>
        </p:nvSpPr>
        <p:spPr>
          <a:xfrm rot="10800000" flipH="1">
            <a:off x="1768979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p14"/>
          <p:cNvSpPr/>
          <p:nvPr/>
        </p:nvSpPr>
        <p:spPr>
          <a:xfrm rot="10800000" flipH="1">
            <a:off x="7076736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4"/>
          <p:cNvSpPr/>
          <p:nvPr/>
        </p:nvSpPr>
        <p:spPr>
          <a:xfrm rot="10800000" flipH="1">
            <a:off x="7666448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p14"/>
          <p:cNvSpPr/>
          <p:nvPr/>
        </p:nvSpPr>
        <p:spPr>
          <a:xfrm rot="10800000" flipH="1">
            <a:off x="8257099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4" name="Google Shape;384;p14"/>
          <p:cNvSpPr/>
          <p:nvPr/>
        </p:nvSpPr>
        <p:spPr>
          <a:xfrm rot="10800000" flipH="1">
            <a:off x="8848630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14"/>
          <p:cNvSpPr txBox="1">
            <a:spLocks noGrp="1"/>
          </p:cNvSpPr>
          <p:nvPr>
            <p:ph type="subTitle" idx="1"/>
          </p:nvPr>
        </p:nvSpPr>
        <p:spPr>
          <a:xfrm>
            <a:off x="6187303" y="3331100"/>
            <a:ext cx="1899000" cy="804600"/>
          </a:xfrm>
          <a:prstGeom prst="rect">
            <a:avLst/>
          </a:prstGeom>
          <a:noFill/>
        </p:spPr>
        <p:txBody>
          <a:bodyPr spcFirstLastPara="1" wrap="square" lIns="91425" tIns="15270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386" name="Google Shape;386;p14"/>
          <p:cNvSpPr txBox="1">
            <a:spLocks noGrp="1"/>
          </p:cNvSpPr>
          <p:nvPr>
            <p:ph type="subTitle" idx="2"/>
          </p:nvPr>
        </p:nvSpPr>
        <p:spPr>
          <a:xfrm>
            <a:off x="3622500" y="3331100"/>
            <a:ext cx="1899000" cy="804600"/>
          </a:xfrm>
          <a:prstGeom prst="rect">
            <a:avLst/>
          </a:prstGeom>
          <a:noFill/>
        </p:spPr>
        <p:txBody>
          <a:bodyPr spcFirstLastPara="1" wrap="square" lIns="91425" tIns="15270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387" name="Google Shape;387;p14"/>
          <p:cNvSpPr txBox="1">
            <a:spLocks noGrp="1"/>
          </p:cNvSpPr>
          <p:nvPr>
            <p:ph type="subTitle" idx="3"/>
          </p:nvPr>
        </p:nvSpPr>
        <p:spPr>
          <a:xfrm>
            <a:off x="1057697" y="3331100"/>
            <a:ext cx="1899000" cy="804600"/>
          </a:xfrm>
          <a:prstGeom prst="rect">
            <a:avLst/>
          </a:prstGeom>
          <a:noFill/>
        </p:spPr>
        <p:txBody>
          <a:bodyPr spcFirstLastPara="1" wrap="square" lIns="91425" tIns="15270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388" name="Google Shape;388;p14"/>
          <p:cNvSpPr txBox="1">
            <a:spLocks noGrp="1"/>
          </p:cNvSpPr>
          <p:nvPr>
            <p:ph type="subTitle" idx="4"/>
          </p:nvPr>
        </p:nvSpPr>
        <p:spPr>
          <a:xfrm>
            <a:off x="1057697" y="2949800"/>
            <a:ext cx="1899000" cy="38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89" name="Google Shape;389;p14"/>
          <p:cNvSpPr txBox="1">
            <a:spLocks noGrp="1"/>
          </p:cNvSpPr>
          <p:nvPr>
            <p:ph type="subTitle" idx="5"/>
          </p:nvPr>
        </p:nvSpPr>
        <p:spPr>
          <a:xfrm>
            <a:off x="3622500" y="2949850"/>
            <a:ext cx="1899000" cy="38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90" name="Google Shape;390;p14"/>
          <p:cNvSpPr txBox="1">
            <a:spLocks noGrp="1"/>
          </p:cNvSpPr>
          <p:nvPr>
            <p:ph type="subTitle" idx="6"/>
          </p:nvPr>
        </p:nvSpPr>
        <p:spPr>
          <a:xfrm>
            <a:off x="6187303" y="2949850"/>
            <a:ext cx="1899000" cy="38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91" name="Google Shape;391;p14"/>
          <p:cNvSpPr/>
          <p:nvPr/>
        </p:nvSpPr>
        <p:spPr>
          <a:xfrm rot="10800000" flipH="1">
            <a:off x="8847312" y="12064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p14"/>
          <p:cNvSpPr/>
          <p:nvPr/>
        </p:nvSpPr>
        <p:spPr>
          <a:xfrm rot="10800000" flipH="1">
            <a:off x="589737" y="1207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3" name="Google Shape;393;p1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_AND_TWO_COLUMNS_2_1"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15"/>
          <p:cNvSpPr/>
          <p:nvPr/>
        </p:nvSpPr>
        <p:spPr>
          <a:xfrm rot="10800000">
            <a:off x="591538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15"/>
          <p:cNvSpPr/>
          <p:nvPr/>
        </p:nvSpPr>
        <p:spPr>
          <a:xfrm rot="10800000">
            <a:off x="8848577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15"/>
          <p:cNvSpPr/>
          <p:nvPr/>
        </p:nvSpPr>
        <p:spPr>
          <a:xfrm rot="10800000">
            <a:off x="8258831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15"/>
          <p:cNvSpPr/>
          <p:nvPr/>
        </p:nvSpPr>
        <p:spPr>
          <a:xfrm rot="10800000">
            <a:off x="766911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5"/>
          <p:cNvSpPr/>
          <p:nvPr/>
        </p:nvSpPr>
        <p:spPr>
          <a:xfrm rot="10800000">
            <a:off x="7079400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15"/>
          <p:cNvSpPr/>
          <p:nvPr/>
        </p:nvSpPr>
        <p:spPr>
          <a:xfrm rot="10800000">
            <a:off x="1771869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15"/>
          <p:cNvSpPr/>
          <p:nvPr/>
        </p:nvSpPr>
        <p:spPr>
          <a:xfrm rot="10800000">
            <a:off x="8848577" y="1207138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2" name="Google Shape;402;p15"/>
          <p:cNvSpPr/>
          <p:nvPr/>
        </p:nvSpPr>
        <p:spPr>
          <a:xfrm rot="10800000">
            <a:off x="591538" y="120692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p15"/>
          <p:cNvSpPr/>
          <p:nvPr/>
        </p:nvSpPr>
        <p:spPr>
          <a:xfrm rot="10800000">
            <a:off x="1183247" y="120833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Google Shape;404;p15"/>
          <p:cNvSpPr/>
          <p:nvPr/>
        </p:nvSpPr>
        <p:spPr>
          <a:xfrm rot="10800000">
            <a:off x="1781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5" name="Google Shape;405;p15"/>
          <p:cNvSpPr/>
          <p:nvPr/>
        </p:nvSpPr>
        <p:spPr>
          <a:xfrm rot="10800000">
            <a:off x="1781" y="1809522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15"/>
          <p:cNvSpPr/>
          <p:nvPr/>
        </p:nvSpPr>
        <p:spPr>
          <a:xfrm rot="10800000">
            <a:off x="8258906" y="1809294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15"/>
          <p:cNvSpPr/>
          <p:nvPr/>
        </p:nvSpPr>
        <p:spPr>
          <a:xfrm rot="10800000">
            <a:off x="8258880" y="12071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p15"/>
          <p:cNvSpPr/>
          <p:nvPr/>
        </p:nvSpPr>
        <p:spPr>
          <a:xfrm rot="10800000">
            <a:off x="8848605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15"/>
          <p:cNvSpPr/>
          <p:nvPr/>
        </p:nvSpPr>
        <p:spPr>
          <a:xfrm rot="10800000">
            <a:off x="8259348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15"/>
          <p:cNvSpPr/>
          <p:nvPr/>
        </p:nvSpPr>
        <p:spPr>
          <a:xfrm rot="10800000">
            <a:off x="7669587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15"/>
          <p:cNvSpPr/>
          <p:nvPr/>
        </p:nvSpPr>
        <p:spPr>
          <a:xfrm rot="10800000">
            <a:off x="7079626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15"/>
          <p:cNvSpPr/>
          <p:nvPr/>
        </p:nvSpPr>
        <p:spPr>
          <a:xfrm rot="10800000">
            <a:off x="2361591" y="360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5"/>
          <p:cNvSpPr/>
          <p:nvPr/>
        </p:nvSpPr>
        <p:spPr>
          <a:xfrm rot="10800000">
            <a:off x="1771869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15"/>
          <p:cNvSpPr/>
          <p:nvPr/>
        </p:nvSpPr>
        <p:spPr>
          <a:xfrm rot="10800000">
            <a:off x="1182166" y="6059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15"/>
          <p:cNvSpPr/>
          <p:nvPr/>
        </p:nvSpPr>
        <p:spPr>
          <a:xfrm rot="10800000">
            <a:off x="1183089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15"/>
          <p:cNvSpPr/>
          <p:nvPr/>
        </p:nvSpPr>
        <p:spPr>
          <a:xfrm rot="10800000">
            <a:off x="592468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7" name="Google Shape;417;p15"/>
          <p:cNvSpPr/>
          <p:nvPr/>
        </p:nvSpPr>
        <p:spPr>
          <a:xfrm rot="10800000">
            <a:off x="-25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15"/>
          <p:cNvSpPr/>
          <p:nvPr/>
        </p:nvSpPr>
        <p:spPr>
          <a:xfrm rot="10800000">
            <a:off x="775" y="120691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15"/>
          <p:cNvSpPr txBox="1">
            <a:spLocks noGrp="1"/>
          </p:cNvSpPr>
          <p:nvPr>
            <p:ph type="subTitle" idx="1"/>
          </p:nvPr>
        </p:nvSpPr>
        <p:spPr>
          <a:xfrm>
            <a:off x="2746782" y="3017575"/>
            <a:ext cx="1673400" cy="3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420" name="Google Shape;420;p15"/>
          <p:cNvSpPr txBox="1">
            <a:spLocks noGrp="1"/>
          </p:cNvSpPr>
          <p:nvPr>
            <p:ph type="subTitle" idx="2"/>
          </p:nvPr>
        </p:nvSpPr>
        <p:spPr>
          <a:xfrm>
            <a:off x="769750" y="3017575"/>
            <a:ext cx="1673400" cy="3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421" name="Google Shape;421;p15"/>
          <p:cNvSpPr txBox="1">
            <a:spLocks noGrp="1"/>
          </p:cNvSpPr>
          <p:nvPr>
            <p:ph type="subTitle" idx="3"/>
          </p:nvPr>
        </p:nvSpPr>
        <p:spPr>
          <a:xfrm>
            <a:off x="4723813" y="3017575"/>
            <a:ext cx="1673400" cy="3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422" name="Google Shape;422;p15"/>
          <p:cNvSpPr txBox="1">
            <a:spLocks noGrp="1"/>
          </p:cNvSpPr>
          <p:nvPr>
            <p:ph type="subTitle" idx="4"/>
          </p:nvPr>
        </p:nvSpPr>
        <p:spPr>
          <a:xfrm>
            <a:off x="6700845" y="3017575"/>
            <a:ext cx="1673400" cy="3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423" name="Google Shape;423;p15"/>
          <p:cNvSpPr txBox="1">
            <a:spLocks noGrp="1"/>
          </p:cNvSpPr>
          <p:nvPr>
            <p:ph type="subTitle" idx="5"/>
          </p:nvPr>
        </p:nvSpPr>
        <p:spPr>
          <a:xfrm>
            <a:off x="769762" y="3512600"/>
            <a:ext cx="1673400" cy="67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24" name="Google Shape;424;p15"/>
          <p:cNvSpPr txBox="1">
            <a:spLocks noGrp="1"/>
          </p:cNvSpPr>
          <p:nvPr>
            <p:ph type="subTitle" idx="6"/>
          </p:nvPr>
        </p:nvSpPr>
        <p:spPr>
          <a:xfrm>
            <a:off x="2746787" y="3512600"/>
            <a:ext cx="1673400" cy="67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25" name="Google Shape;425;p15"/>
          <p:cNvSpPr txBox="1">
            <a:spLocks noGrp="1"/>
          </p:cNvSpPr>
          <p:nvPr>
            <p:ph type="subTitle" idx="7"/>
          </p:nvPr>
        </p:nvSpPr>
        <p:spPr>
          <a:xfrm>
            <a:off x="6700838" y="3512600"/>
            <a:ext cx="1673400" cy="67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26" name="Google Shape;426;p15"/>
          <p:cNvSpPr txBox="1">
            <a:spLocks noGrp="1"/>
          </p:cNvSpPr>
          <p:nvPr>
            <p:ph type="subTitle" idx="8"/>
          </p:nvPr>
        </p:nvSpPr>
        <p:spPr>
          <a:xfrm>
            <a:off x="4723813" y="3512600"/>
            <a:ext cx="1673400" cy="67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27" name="Google Shape;427;p15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TITLE_AND_TWO_COLUMNS_2_1_1"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16"/>
          <p:cNvSpPr txBox="1">
            <a:spLocks noGrp="1"/>
          </p:cNvSpPr>
          <p:nvPr>
            <p:ph type="subTitle" idx="1"/>
          </p:nvPr>
        </p:nvSpPr>
        <p:spPr>
          <a:xfrm>
            <a:off x="1900403" y="1421044"/>
            <a:ext cx="20880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430" name="Google Shape;430;p16"/>
          <p:cNvSpPr txBox="1">
            <a:spLocks noGrp="1"/>
          </p:cNvSpPr>
          <p:nvPr>
            <p:ph type="subTitle" idx="2"/>
          </p:nvPr>
        </p:nvSpPr>
        <p:spPr>
          <a:xfrm>
            <a:off x="1994903" y="2886851"/>
            <a:ext cx="18990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431" name="Google Shape;431;p16"/>
          <p:cNvSpPr txBox="1">
            <a:spLocks noGrp="1"/>
          </p:cNvSpPr>
          <p:nvPr>
            <p:ph type="subTitle" idx="3"/>
          </p:nvPr>
        </p:nvSpPr>
        <p:spPr>
          <a:xfrm>
            <a:off x="5127397" y="2886851"/>
            <a:ext cx="20880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432" name="Google Shape;432;p16"/>
          <p:cNvSpPr txBox="1">
            <a:spLocks noGrp="1"/>
          </p:cNvSpPr>
          <p:nvPr>
            <p:ph type="subTitle" idx="4"/>
          </p:nvPr>
        </p:nvSpPr>
        <p:spPr>
          <a:xfrm>
            <a:off x="5099197" y="1421044"/>
            <a:ext cx="21444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 sz="1500" b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433" name="Google Shape;433;p16"/>
          <p:cNvSpPr txBox="1">
            <a:spLocks noGrp="1"/>
          </p:cNvSpPr>
          <p:nvPr>
            <p:ph type="subTitle" idx="5"/>
          </p:nvPr>
        </p:nvSpPr>
        <p:spPr>
          <a:xfrm>
            <a:off x="1900403" y="3292450"/>
            <a:ext cx="2088000" cy="6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>
                <a:solidFill>
                  <a:srgbClr val="F2F2F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34" name="Google Shape;434;p16"/>
          <p:cNvSpPr txBox="1">
            <a:spLocks noGrp="1"/>
          </p:cNvSpPr>
          <p:nvPr>
            <p:ph type="subTitle" idx="6"/>
          </p:nvPr>
        </p:nvSpPr>
        <p:spPr>
          <a:xfrm>
            <a:off x="1900403" y="1826519"/>
            <a:ext cx="2088000" cy="6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>
                <a:solidFill>
                  <a:srgbClr val="F2F2F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35" name="Google Shape;435;p16"/>
          <p:cNvSpPr txBox="1">
            <a:spLocks noGrp="1"/>
          </p:cNvSpPr>
          <p:nvPr>
            <p:ph type="subTitle" idx="7"/>
          </p:nvPr>
        </p:nvSpPr>
        <p:spPr>
          <a:xfrm>
            <a:off x="5127397" y="1826519"/>
            <a:ext cx="2088000" cy="6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>
                <a:solidFill>
                  <a:srgbClr val="F2F2F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36" name="Google Shape;436;p16"/>
          <p:cNvSpPr txBox="1">
            <a:spLocks noGrp="1"/>
          </p:cNvSpPr>
          <p:nvPr>
            <p:ph type="subTitle" idx="8"/>
          </p:nvPr>
        </p:nvSpPr>
        <p:spPr>
          <a:xfrm>
            <a:off x="5127397" y="3292450"/>
            <a:ext cx="2088000" cy="6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>
                <a:solidFill>
                  <a:srgbClr val="F2F2F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37" name="Google Shape;437;p16"/>
          <p:cNvSpPr/>
          <p:nvPr/>
        </p:nvSpPr>
        <p:spPr>
          <a:xfrm flipH="1">
            <a:off x="589991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8" name="Google Shape;438;p16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9" name="Google Shape;439;p16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0" name="Google Shape;440;p16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1" name="Google Shape;441;p16"/>
          <p:cNvSpPr/>
          <p:nvPr/>
        </p:nvSpPr>
        <p:spPr>
          <a:xfrm flipH="1">
            <a:off x="531019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2" name="Google Shape;442;p16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3" name="Google Shape;443;p16"/>
          <p:cNvSpPr/>
          <p:nvPr/>
        </p:nvSpPr>
        <p:spPr>
          <a:xfrm flipH="1">
            <a:off x="1771844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4" name="Google Shape;444;p16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5" name="Google Shape;445;p16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6" name="Google Shape;446;p16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7" name="Google Shape;447;p16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6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16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0" name="Google Shape;450;p16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1" name="Google Shape;451;p16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2" name="Google Shape;452;p16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3" name="Google Shape;453;p16"/>
          <p:cNvSpPr/>
          <p:nvPr/>
        </p:nvSpPr>
        <p:spPr>
          <a:xfrm flipH="1">
            <a:off x="1183064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4" name="Google Shape;454;p16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5" name="Google Shape;455;p16"/>
          <p:cNvSpPr/>
          <p:nvPr/>
        </p:nvSpPr>
        <p:spPr>
          <a:xfrm flipH="1">
            <a:off x="592413" y="4239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6" name="Google Shape;456;p16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7"/>
          <p:cNvSpPr/>
          <p:nvPr/>
        </p:nvSpPr>
        <p:spPr>
          <a:xfrm rot="10800000" flipH="1">
            <a:off x="8257042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17"/>
          <p:cNvSpPr/>
          <p:nvPr/>
        </p:nvSpPr>
        <p:spPr>
          <a:xfrm rot="10800000" flipH="1">
            <a:off x="34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p17"/>
          <p:cNvSpPr/>
          <p:nvPr/>
        </p:nvSpPr>
        <p:spPr>
          <a:xfrm rot="10800000" flipH="1">
            <a:off x="589750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17"/>
          <p:cNvSpPr/>
          <p:nvPr/>
        </p:nvSpPr>
        <p:spPr>
          <a:xfrm rot="10800000" flipH="1">
            <a:off x="117946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17"/>
          <p:cNvSpPr/>
          <p:nvPr/>
        </p:nvSpPr>
        <p:spPr>
          <a:xfrm rot="10800000" flipH="1">
            <a:off x="34" y="1207138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3" name="Google Shape;463;p17"/>
          <p:cNvSpPr/>
          <p:nvPr/>
        </p:nvSpPr>
        <p:spPr>
          <a:xfrm rot="10800000" flipH="1">
            <a:off x="8846799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17"/>
          <p:cNvSpPr/>
          <p:nvPr/>
        </p:nvSpPr>
        <p:spPr>
          <a:xfrm rot="10800000" flipH="1">
            <a:off x="590662" y="12071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17"/>
          <p:cNvSpPr/>
          <p:nvPr/>
        </p:nvSpPr>
        <p:spPr>
          <a:xfrm rot="10800000" flipH="1">
            <a:off x="-25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6" name="Google Shape;466;p17"/>
          <p:cNvSpPr/>
          <p:nvPr/>
        </p:nvSpPr>
        <p:spPr>
          <a:xfrm rot="10800000" flipH="1">
            <a:off x="590194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7"/>
          <p:cNvSpPr/>
          <p:nvPr/>
        </p:nvSpPr>
        <p:spPr>
          <a:xfrm rot="10800000" flipH="1">
            <a:off x="1179956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17"/>
          <p:cNvSpPr/>
          <p:nvPr/>
        </p:nvSpPr>
        <p:spPr>
          <a:xfrm rot="10800000" flipH="1">
            <a:off x="1768954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7"/>
          <p:cNvSpPr/>
          <p:nvPr/>
        </p:nvSpPr>
        <p:spPr>
          <a:xfrm rot="10800000" flipH="1">
            <a:off x="7076711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17"/>
          <p:cNvSpPr/>
          <p:nvPr/>
        </p:nvSpPr>
        <p:spPr>
          <a:xfrm rot="10800000" flipH="1">
            <a:off x="7667345" y="6059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17"/>
          <p:cNvSpPr/>
          <p:nvPr/>
        </p:nvSpPr>
        <p:spPr>
          <a:xfrm rot="10800000" flipH="1">
            <a:off x="7666423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17"/>
          <p:cNvSpPr/>
          <p:nvPr/>
        </p:nvSpPr>
        <p:spPr>
          <a:xfrm rot="10800000" flipH="1">
            <a:off x="8257074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17"/>
          <p:cNvSpPr/>
          <p:nvPr/>
        </p:nvSpPr>
        <p:spPr>
          <a:xfrm rot="10800000" flipH="1">
            <a:off x="8848605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17"/>
          <p:cNvSpPr/>
          <p:nvPr/>
        </p:nvSpPr>
        <p:spPr>
          <a:xfrm rot="10800000" flipH="1">
            <a:off x="8847805" y="120691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7"/>
          <p:cNvSpPr txBox="1">
            <a:spLocks noGrp="1"/>
          </p:cNvSpPr>
          <p:nvPr>
            <p:ph type="title"/>
          </p:nvPr>
        </p:nvSpPr>
        <p:spPr>
          <a:xfrm>
            <a:off x="2102668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6" name="Google Shape;476;p17"/>
          <p:cNvSpPr txBox="1">
            <a:spLocks noGrp="1"/>
          </p:cNvSpPr>
          <p:nvPr>
            <p:ph type="subTitle" idx="1"/>
          </p:nvPr>
        </p:nvSpPr>
        <p:spPr>
          <a:xfrm>
            <a:off x="2102668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7" name="Google Shape;477;p17"/>
          <p:cNvSpPr txBox="1">
            <a:spLocks noGrp="1"/>
          </p:cNvSpPr>
          <p:nvPr>
            <p:ph type="title" idx="2"/>
          </p:nvPr>
        </p:nvSpPr>
        <p:spPr>
          <a:xfrm>
            <a:off x="2102668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8" name="Google Shape;478;p17"/>
          <p:cNvSpPr txBox="1">
            <a:spLocks noGrp="1"/>
          </p:cNvSpPr>
          <p:nvPr>
            <p:ph type="subTitle" idx="3"/>
          </p:nvPr>
        </p:nvSpPr>
        <p:spPr>
          <a:xfrm>
            <a:off x="2102668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9" name="Google Shape;479;p17"/>
          <p:cNvSpPr txBox="1">
            <a:spLocks noGrp="1"/>
          </p:cNvSpPr>
          <p:nvPr>
            <p:ph type="title" idx="4"/>
          </p:nvPr>
        </p:nvSpPr>
        <p:spPr>
          <a:xfrm>
            <a:off x="5809669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0" name="Google Shape;480;p17"/>
          <p:cNvSpPr txBox="1">
            <a:spLocks noGrp="1"/>
          </p:cNvSpPr>
          <p:nvPr>
            <p:ph type="subTitle" idx="5"/>
          </p:nvPr>
        </p:nvSpPr>
        <p:spPr>
          <a:xfrm>
            <a:off x="5809671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1" name="Google Shape;481;p17"/>
          <p:cNvSpPr txBox="1">
            <a:spLocks noGrp="1"/>
          </p:cNvSpPr>
          <p:nvPr>
            <p:ph type="title" idx="6"/>
          </p:nvPr>
        </p:nvSpPr>
        <p:spPr>
          <a:xfrm>
            <a:off x="5809669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2" name="Google Shape;482;p17"/>
          <p:cNvSpPr txBox="1">
            <a:spLocks noGrp="1"/>
          </p:cNvSpPr>
          <p:nvPr>
            <p:ph type="subTitle" idx="7"/>
          </p:nvPr>
        </p:nvSpPr>
        <p:spPr>
          <a:xfrm>
            <a:off x="5809671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3" name="Google Shape;483;p17"/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ONE_COLUMN_TEXT_2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18"/>
          <p:cNvSpPr/>
          <p:nvPr/>
        </p:nvSpPr>
        <p:spPr>
          <a:xfrm rot="-5400000">
            <a:off x="5775839" y="4840803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18"/>
          <p:cNvSpPr/>
          <p:nvPr/>
        </p:nvSpPr>
        <p:spPr>
          <a:xfrm rot="-5400000">
            <a:off x="5173226" y="425065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7" name="Google Shape;487;p18"/>
          <p:cNvSpPr/>
          <p:nvPr/>
        </p:nvSpPr>
        <p:spPr>
          <a:xfrm rot="-5400000">
            <a:off x="1868926" y="483961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p18"/>
          <p:cNvSpPr/>
          <p:nvPr/>
        </p:nvSpPr>
        <p:spPr>
          <a:xfrm rot="-5400000">
            <a:off x="5173222" y="48408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9" name="Google Shape;489;p18"/>
          <p:cNvSpPr/>
          <p:nvPr/>
        </p:nvSpPr>
        <p:spPr>
          <a:xfrm rot="-5400000">
            <a:off x="2469828" y="4840020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3792C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18"/>
          <p:cNvSpPr/>
          <p:nvPr/>
        </p:nvSpPr>
        <p:spPr>
          <a:xfrm rot="-5400000">
            <a:off x="2470296" y="4250316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18"/>
          <p:cNvSpPr/>
          <p:nvPr/>
        </p:nvSpPr>
        <p:spPr>
          <a:xfrm rot="-5400000">
            <a:off x="1868979" y="424989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18"/>
          <p:cNvSpPr/>
          <p:nvPr/>
        </p:nvSpPr>
        <p:spPr>
          <a:xfrm rot="-5400000">
            <a:off x="1268014" y="484164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3" name="Google Shape;493;p18"/>
          <p:cNvSpPr/>
          <p:nvPr/>
        </p:nvSpPr>
        <p:spPr>
          <a:xfrm rot="-5400000">
            <a:off x="6378814" y="48407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3792C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8"/>
          <p:cNvSpPr/>
          <p:nvPr/>
        </p:nvSpPr>
        <p:spPr>
          <a:xfrm rot="-5400000">
            <a:off x="6378814" y="42510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5" name="Google Shape;495;p18"/>
          <p:cNvSpPr/>
          <p:nvPr/>
        </p:nvSpPr>
        <p:spPr>
          <a:xfrm rot="-5400000">
            <a:off x="3072803" y="484000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3792C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p18"/>
          <p:cNvSpPr/>
          <p:nvPr/>
        </p:nvSpPr>
        <p:spPr>
          <a:xfrm rot="-5400000">
            <a:off x="6981789" y="48407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18"/>
          <p:cNvSpPr/>
          <p:nvPr/>
        </p:nvSpPr>
        <p:spPr>
          <a:xfrm rot="-5400000">
            <a:off x="6981789" y="42510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p18"/>
          <p:cNvSpPr/>
          <p:nvPr/>
        </p:nvSpPr>
        <p:spPr>
          <a:xfrm rot="-5400000">
            <a:off x="3675778" y="484000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18"/>
          <p:cNvSpPr/>
          <p:nvPr/>
        </p:nvSpPr>
        <p:spPr>
          <a:xfrm rot="-5400000">
            <a:off x="7584764" y="4840803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0" name="Google Shape;500;p18"/>
          <p:cNvSpPr/>
          <p:nvPr/>
        </p:nvSpPr>
        <p:spPr>
          <a:xfrm rot="-5400000">
            <a:off x="3070721" y="42507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1" name="Google Shape;501;p18"/>
          <p:cNvSpPr txBox="1">
            <a:spLocks noGrp="1"/>
          </p:cNvSpPr>
          <p:nvPr>
            <p:ph type="subTitle" idx="1"/>
          </p:nvPr>
        </p:nvSpPr>
        <p:spPr>
          <a:xfrm>
            <a:off x="5081356" y="2439000"/>
            <a:ext cx="2784000" cy="108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02" name="Google Shape;502;p18"/>
          <p:cNvSpPr txBox="1">
            <a:spLocks noGrp="1"/>
          </p:cNvSpPr>
          <p:nvPr>
            <p:ph type="subTitle" idx="2"/>
          </p:nvPr>
        </p:nvSpPr>
        <p:spPr>
          <a:xfrm>
            <a:off x="1278644" y="2439000"/>
            <a:ext cx="2784000" cy="108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03" name="Google Shape;503;p18"/>
          <p:cNvSpPr txBox="1">
            <a:spLocks noGrp="1"/>
          </p:cNvSpPr>
          <p:nvPr>
            <p:ph type="ctrTitle"/>
          </p:nvPr>
        </p:nvSpPr>
        <p:spPr>
          <a:xfrm>
            <a:off x="1180994" y="3616625"/>
            <a:ext cx="2979300" cy="34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9pPr>
          </a:lstStyle>
          <a:p>
            <a:endParaRPr/>
          </a:p>
        </p:txBody>
      </p:sp>
      <p:sp>
        <p:nvSpPr>
          <p:cNvPr id="504" name="Google Shape;504;p18"/>
          <p:cNvSpPr txBox="1">
            <a:spLocks noGrp="1"/>
          </p:cNvSpPr>
          <p:nvPr>
            <p:ph type="ctrTitle" idx="3"/>
          </p:nvPr>
        </p:nvSpPr>
        <p:spPr>
          <a:xfrm>
            <a:off x="4983706" y="3616842"/>
            <a:ext cx="2979300" cy="34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 Medium"/>
              <a:buChar char="-"/>
              <a:defRPr sz="1600">
                <a:latin typeface="Fira Sans Condensed Medium"/>
                <a:ea typeface="Fira Sans Condensed Medium"/>
                <a:cs typeface="Fira Sans Condensed Medium"/>
                <a:sym typeface="Fira Sans Condensed Medium"/>
              </a:defRPr>
            </a:lvl9pPr>
          </a:lstStyle>
          <a:p>
            <a:endParaRPr/>
          </a:p>
        </p:txBody>
      </p:sp>
      <p:sp>
        <p:nvSpPr>
          <p:cNvPr id="505" name="Google Shape;505;p18"/>
          <p:cNvSpPr txBox="1">
            <a:spLocks noGrp="1"/>
          </p:cNvSpPr>
          <p:nvPr>
            <p:ph type="title" idx="4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ONE_COLUMN_TEXT_1_1_2"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19"/>
          <p:cNvSpPr/>
          <p:nvPr/>
        </p:nvSpPr>
        <p:spPr>
          <a:xfrm flipH="1">
            <a:off x="8848650" y="3026311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p19"/>
          <p:cNvSpPr/>
          <p:nvPr/>
        </p:nvSpPr>
        <p:spPr>
          <a:xfrm flipH="1">
            <a:off x="8258903" y="302631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19"/>
          <p:cNvSpPr/>
          <p:nvPr/>
        </p:nvSpPr>
        <p:spPr>
          <a:xfrm flipH="1">
            <a:off x="7669188" y="302631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19"/>
          <p:cNvSpPr/>
          <p:nvPr/>
        </p:nvSpPr>
        <p:spPr>
          <a:xfrm flipH="1">
            <a:off x="8848650" y="242412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1" name="Google Shape;511;p19"/>
          <p:cNvSpPr/>
          <p:nvPr/>
        </p:nvSpPr>
        <p:spPr>
          <a:xfrm flipH="1">
            <a:off x="8848103" y="362934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2" name="Google Shape;512;p19"/>
          <p:cNvSpPr/>
          <p:nvPr/>
        </p:nvSpPr>
        <p:spPr>
          <a:xfrm flipH="1">
            <a:off x="8258846" y="362931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3" name="Google Shape;513;p19"/>
          <p:cNvSpPr/>
          <p:nvPr/>
        </p:nvSpPr>
        <p:spPr>
          <a:xfrm flipH="1">
            <a:off x="7669084" y="362932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4" name="Google Shape;514;p19"/>
          <p:cNvSpPr/>
          <p:nvPr/>
        </p:nvSpPr>
        <p:spPr>
          <a:xfrm flipH="1">
            <a:off x="8847991" y="423236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5" name="Google Shape;515;p19"/>
          <p:cNvSpPr/>
          <p:nvPr/>
        </p:nvSpPr>
        <p:spPr>
          <a:xfrm flipH="1">
            <a:off x="8258733" y="423233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6" name="Google Shape;516;p19"/>
          <p:cNvSpPr/>
          <p:nvPr/>
        </p:nvSpPr>
        <p:spPr>
          <a:xfrm flipH="1">
            <a:off x="7668397" y="4232351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9"/>
          <p:cNvSpPr/>
          <p:nvPr/>
        </p:nvSpPr>
        <p:spPr>
          <a:xfrm flipH="1">
            <a:off x="8847991" y="483539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8" name="Google Shape;518;p19"/>
          <p:cNvSpPr/>
          <p:nvPr/>
        </p:nvSpPr>
        <p:spPr>
          <a:xfrm flipH="1">
            <a:off x="8258733" y="483536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9" name="Google Shape;519;p19"/>
          <p:cNvSpPr/>
          <p:nvPr/>
        </p:nvSpPr>
        <p:spPr>
          <a:xfrm flipH="1">
            <a:off x="7668972" y="483537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0" name="Google Shape;520;p19"/>
          <p:cNvSpPr/>
          <p:nvPr/>
        </p:nvSpPr>
        <p:spPr>
          <a:xfrm flipH="1">
            <a:off x="590578" y="302631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1" name="Google Shape;521;p19"/>
          <p:cNvSpPr/>
          <p:nvPr/>
        </p:nvSpPr>
        <p:spPr>
          <a:xfrm flipH="1">
            <a:off x="863" y="302631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9"/>
          <p:cNvSpPr/>
          <p:nvPr/>
        </p:nvSpPr>
        <p:spPr>
          <a:xfrm flipH="1">
            <a:off x="125" y="242412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3" name="Google Shape;523;p19"/>
          <p:cNvSpPr/>
          <p:nvPr/>
        </p:nvSpPr>
        <p:spPr>
          <a:xfrm flipH="1">
            <a:off x="1179778" y="362934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4" name="Google Shape;524;p19"/>
          <p:cNvSpPr/>
          <p:nvPr/>
        </p:nvSpPr>
        <p:spPr>
          <a:xfrm flipH="1">
            <a:off x="590521" y="362931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5" name="Google Shape;525;p19"/>
          <p:cNvSpPr/>
          <p:nvPr/>
        </p:nvSpPr>
        <p:spPr>
          <a:xfrm flipH="1">
            <a:off x="759" y="362932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3792C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6" name="Google Shape;526;p19"/>
          <p:cNvSpPr/>
          <p:nvPr/>
        </p:nvSpPr>
        <p:spPr>
          <a:xfrm flipH="1">
            <a:off x="1179666" y="423236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p19"/>
          <p:cNvSpPr/>
          <p:nvPr/>
        </p:nvSpPr>
        <p:spPr>
          <a:xfrm flipH="1">
            <a:off x="590408" y="423233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8" name="Google Shape;528;p19"/>
          <p:cNvSpPr/>
          <p:nvPr/>
        </p:nvSpPr>
        <p:spPr>
          <a:xfrm flipH="1">
            <a:off x="72" y="4232351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9" name="Google Shape;529;p19"/>
          <p:cNvSpPr/>
          <p:nvPr/>
        </p:nvSpPr>
        <p:spPr>
          <a:xfrm flipH="1">
            <a:off x="1179666" y="483539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0" name="Google Shape;530;p19"/>
          <p:cNvSpPr/>
          <p:nvPr/>
        </p:nvSpPr>
        <p:spPr>
          <a:xfrm flipH="1">
            <a:off x="590408" y="483536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1" name="Google Shape;531;p19"/>
          <p:cNvSpPr/>
          <p:nvPr/>
        </p:nvSpPr>
        <p:spPr>
          <a:xfrm flipH="1">
            <a:off x="647" y="483537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2" name="Google Shape;532;p19"/>
          <p:cNvSpPr txBox="1">
            <a:spLocks noGrp="1"/>
          </p:cNvSpPr>
          <p:nvPr>
            <p:ph type="subTitle" idx="1"/>
          </p:nvPr>
        </p:nvSpPr>
        <p:spPr>
          <a:xfrm>
            <a:off x="2636825" y="3379150"/>
            <a:ext cx="3870300" cy="90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33" name="Google Shape;533;p19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1">
  <p:cSld name="ONE_COLUMN_TEXT_1_1_1_1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20"/>
          <p:cNvSpPr/>
          <p:nvPr/>
        </p:nvSpPr>
        <p:spPr>
          <a:xfrm rot="10800000">
            <a:off x="591538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6" name="Google Shape;536;p20"/>
          <p:cNvSpPr/>
          <p:nvPr/>
        </p:nvSpPr>
        <p:spPr>
          <a:xfrm rot="10800000">
            <a:off x="8848577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7" name="Google Shape;537;p20"/>
          <p:cNvSpPr/>
          <p:nvPr/>
        </p:nvSpPr>
        <p:spPr>
          <a:xfrm rot="10800000">
            <a:off x="8258831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8" name="Google Shape;538;p20"/>
          <p:cNvSpPr/>
          <p:nvPr/>
        </p:nvSpPr>
        <p:spPr>
          <a:xfrm rot="10800000">
            <a:off x="766911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9" name="Google Shape;539;p20"/>
          <p:cNvSpPr/>
          <p:nvPr/>
        </p:nvSpPr>
        <p:spPr>
          <a:xfrm rot="10800000">
            <a:off x="1781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0" name="Google Shape;540;p20"/>
          <p:cNvSpPr/>
          <p:nvPr/>
        </p:nvSpPr>
        <p:spPr>
          <a:xfrm rot="10800000">
            <a:off x="8258880" y="12071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1" name="Google Shape;541;p20"/>
          <p:cNvSpPr/>
          <p:nvPr/>
        </p:nvSpPr>
        <p:spPr>
          <a:xfrm rot="10800000">
            <a:off x="8848605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20"/>
          <p:cNvSpPr/>
          <p:nvPr/>
        </p:nvSpPr>
        <p:spPr>
          <a:xfrm rot="10800000">
            <a:off x="8259348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3" name="Google Shape;543;p20"/>
          <p:cNvSpPr/>
          <p:nvPr/>
        </p:nvSpPr>
        <p:spPr>
          <a:xfrm rot="10800000">
            <a:off x="7669587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4" name="Google Shape;544;p20"/>
          <p:cNvSpPr/>
          <p:nvPr/>
        </p:nvSpPr>
        <p:spPr>
          <a:xfrm rot="10800000">
            <a:off x="7079626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p20"/>
          <p:cNvSpPr/>
          <p:nvPr/>
        </p:nvSpPr>
        <p:spPr>
          <a:xfrm rot="10800000">
            <a:off x="1771869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6" name="Google Shape;546;p20"/>
          <p:cNvSpPr/>
          <p:nvPr/>
        </p:nvSpPr>
        <p:spPr>
          <a:xfrm rot="10800000">
            <a:off x="1182166" y="6059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7" name="Google Shape;547;p20"/>
          <p:cNvSpPr/>
          <p:nvPr/>
        </p:nvSpPr>
        <p:spPr>
          <a:xfrm rot="10800000">
            <a:off x="1183089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8" name="Google Shape;548;p20"/>
          <p:cNvSpPr/>
          <p:nvPr/>
        </p:nvSpPr>
        <p:spPr>
          <a:xfrm rot="10800000">
            <a:off x="592468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9" name="Google Shape;549;p20"/>
          <p:cNvSpPr/>
          <p:nvPr/>
        </p:nvSpPr>
        <p:spPr>
          <a:xfrm rot="10800000">
            <a:off x="-25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0" name="Google Shape;550;p20"/>
          <p:cNvSpPr/>
          <p:nvPr/>
        </p:nvSpPr>
        <p:spPr>
          <a:xfrm rot="10800000">
            <a:off x="775" y="120691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1" name="Google Shape;551;p20"/>
          <p:cNvSpPr/>
          <p:nvPr/>
        </p:nvSpPr>
        <p:spPr>
          <a:xfrm rot="10800000">
            <a:off x="592018" y="1206911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20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3">
  <p:cSld name="ONE_COLUMN_TEXT_1_1_1_1_1_1"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22"/>
          <p:cNvSpPr/>
          <p:nvPr/>
        </p:nvSpPr>
        <p:spPr>
          <a:xfrm rot="5400000" flipH="1">
            <a:off x="3815" y="2417251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22"/>
          <p:cNvSpPr/>
          <p:nvPr/>
        </p:nvSpPr>
        <p:spPr>
          <a:xfrm rot="5400000" flipH="1">
            <a:off x="3815" y="1812214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5" name="Google Shape;575;p22"/>
          <p:cNvSpPr/>
          <p:nvPr/>
        </p:nvSpPr>
        <p:spPr>
          <a:xfrm rot="5400000" flipH="1">
            <a:off x="622100" y="4837006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6" name="Google Shape;576;p22"/>
          <p:cNvSpPr/>
          <p:nvPr/>
        </p:nvSpPr>
        <p:spPr>
          <a:xfrm rot="5400000" flipH="1">
            <a:off x="622084" y="423195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7" name="Google Shape;577;p22"/>
          <p:cNvSpPr/>
          <p:nvPr/>
        </p:nvSpPr>
        <p:spPr>
          <a:xfrm rot="5400000" flipH="1">
            <a:off x="622084" y="3626917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8" name="Google Shape;578;p22"/>
          <p:cNvSpPr/>
          <p:nvPr/>
        </p:nvSpPr>
        <p:spPr>
          <a:xfrm rot="5400000" flipH="1">
            <a:off x="622084" y="302188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9" name="Google Shape;579;p22"/>
          <p:cNvSpPr/>
          <p:nvPr/>
        </p:nvSpPr>
        <p:spPr>
          <a:xfrm rot="5400000" flipH="1">
            <a:off x="1240369" y="4837445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0" name="Google Shape;580;p22"/>
          <p:cNvSpPr/>
          <p:nvPr/>
        </p:nvSpPr>
        <p:spPr>
          <a:xfrm rot="5400000" flipH="1">
            <a:off x="1858623" y="4836991"/>
            <a:ext cx="303021" cy="309859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1" name="Google Shape;581;p22"/>
          <p:cNvSpPr/>
          <p:nvPr/>
        </p:nvSpPr>
        <p:spPr>
          <a:xfrm rot="5400000" flipH="1">
            <a:off x="2476878" y="4837445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2" name="Google Shape;582;p22"/>
          <p:cNvSpPr/>
          <p:nvPr/>
        </p:nvSpPr>
        <p:spPr>
          <a:xfrm rot="5400000" flipH="1">
            <a:off x="1859101" y="4231523"/>
            <a:ext cx="302065" cy="309859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3" name="Google Shape;583;p22"/>
          <p:cNvSpPr/>
          <p:nvPr/>
        </p:nvSpPr>
        <p:spPr>
          <a:xfrm rot="5400000" flipH="1">
            <a:off x="1240845" y="4231935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4" name="Google Shape;584;p22"/>
          <p:cNvSpPr/>
          <p:nvPr/>
        </p:nvSpPr>
        <p:spPr>
          <a:xfrm rot="5400000" flipH="1">
            <a:off x="3384" y="4837051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5" name="Google Shape;585;p22"/>
          <p:cNvSpPr/>
          <p:nvPr/>
        </p:nvSpPr>
        <p:spPr>
          <a:xfrm rot="5400000" flipH="1">
            <a:off x="4333" y="4232416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6" name="Google Shape;586;p22"/>
          <p:cNvSpPr/>
          <p:nvPr/>
        </p:nvSpPr>
        <p:spPr>
          <a:xfrm rot="5400000" flipH="1">
            <a:off x="4335" y="3627346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7" name="Google Shape;587;p22"/>
          <p:cNvSpPr/>
          <p:nvPr/>
        </p:nvSpPr>
        <p:spPr>
          <a:xfrm rot="5400000" flipH="1">
            <a:off x="5578" y="302253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8" name="Google Shape;588;p22"/>
          <p:cNvSpPr/>
          <p:nvPr/>
        </p:nvSpPr>
        <p:spPr>
          <a:xfrm rot="5400000" flipH="1">
            <a:off x="5570" y="1207150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9" name="Google Shape;589;p22"/>
          <p:cNvSpPr/>
          <p:nvPr/>
        </p:nvSpPr>
        <p:spPr>
          <a:xfrm rot="-5400000">
            <a:off x="8837494" y="302190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0" name="Google Shape;590;p22"/>
          <p:cNvSpPr/>
          <p:nvPr/>
        </p:nvSpPr>
        <p:spPr>
          <a:xfrm rot="-5400000">
            <a:off x="8837494" y="1206767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1" name="Google Shape;591;p22"/>
          <p:cNvSpPr/>
          <p:nvPr/>
        </p:nvSpPr>
        <p:spPr>
          <a:xfrm rot="-5400000">
            <a:off x="8837494" y="-333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2" name="Google Shape;592;p22"/>
          <p:cNvSpPr/>
          <p:nvPr/>
        </p:nvSpPr>
        <p:spPr>
          <a:xfrm rot="-5400000">
            <a:off x="8837490" y="241727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3" name="Google Shape;593;p22"/>
          <p:cNvSpPr/>
          <p:nvPr/>
        </p:nvSpPr>
        <p:spPr>
          <a:xfrm rot="-5400000">
            <a:off x="8837548" y="60172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4" name="Google Shape;594;p22"/>
          <p:cNvSpPr/>
          <p:nvPr/>
        </p:nvSpPr>
        <p:spPr>
          <a:xfrm rot="-5400000">
            <a:off x="8220972" y="1208844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5" name="Google Shape;595;p22"/>
          <p:cNvSpPr/>
          <p:nvPr/>
        </p:nvSpPr>
        <p:spPr>
          <a:xfrm rot="-5400000">
            <a:off x="8220549" y="-333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6" name="Google Shape;596;p22"/>
          <p:cNvSpPr/>
          <p:nvPr/>
        </p:nvSpPr>
        <p:spPr>
          <a:xfrm rot="-5400000">
            <a:off x="7603603" y="-333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7" name="Google Shape;597;p22"/>
          <p:cNvSpPr/>
          <p:nvPr/>
        </p:nvSpPr>
        <p:spPr>
          <a:xfrm rot="-5400000">
            <a:off x="8220973" y="60252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8" name="Google Shape;598;p22"/>
          <p:cNvSpPr/>
          <p:nvPr/>
        </p:nvSpPr>
        <p:spPr>
          <a:xfrm rot="-5400000">
            <a:off x="8837490" y="181222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9" name="Google Shape;599;p22"/>
          <p:cNvSpPr/>
          <p:nvPr/>
        </p:nvSpPr>
        <p:spPr>
          <a:xfrm rot="-5400000">
            <a:off x="8220977" y="1814704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0" name="Google Shape;600;p22"/>
          <p:cNvSpPr/>
          <p:nvPr/>
        </p:nvSpPr>
        <p:spPr>
          <a:xfrm rot="-5400000">
            <a:off x="6986678" y="-333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1" name="Google Shape;601;p22"/>
          <p:cNvSpPr/>
          <p:nvPr/>
        </p:nvSpPr>
        <p:spPr>
          <a:xfrm rot="-5400000">
            <a:off x="7604399" y="601737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2" name="Google Shape;602;p22"/>
          <p:cNvSpPr/>
          <p:nvPr/>
        </p:nvSpPr>
        <p:spPr>
          <a:xfrm rot="-5400000">
            <a:off x="8220990" y="242057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3" name="Google Shape;603;p22"/>
          <p:cNvSpPr/>
          <p:nvPr/>
        </p:nvSpPr>
        <p:spPr>
          <a:xfrm rot="-5400000">
            <a:off x="7604872" y="1207194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4" name="Google Shape;604;p22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2">
  <p:cSld name="TITLE_AND_TWO_COLUMNS_1_1_2_1"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23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7" name="Google Shape;607;p23"/>
          <p:cNvSpPr/>
          <p:nvPr/>
        </p:nvSpPr>
        <p:spPr>
          <a:xfrm rot="5400000">
            <a:off x="7815" y="2417277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8" name="Google Shape;608;p23"/>
          <p:cNvSpPr/>
          <p:nvPr/>
        </p:nvSpPr>
        <p:spPr>
          <a:xfrm rot="5400000">
            <a:off x="7815" y="3022317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9" name="Google Shape;609;p23"/>
          <p:cNvSpPr/>
          <p:nvPr/>
        </p:nvSpPr>
        <p:spPr>
          <a:xfrm rot="5400000">
            <a:off x="626108" y="-3369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0" name="Google Shape;610;p23"/>
          <p:cNvSpPr/>
          <p:nvPr/>
        </p:nvSpPr>
        <p:spPr>
          <a:xfrm rot="5400000">
            <a:off x="626092" y="601687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1" name="Google Shape;611;p23"/>
          <p:cNvSpPr/>
          <p:nvPr/>
        </p:nvSpPr>
        <p:spPr>
          <a:xfrm rot="5400000">
            <a:off x="626092" y="181176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2" name="Google Shape;612;p23"/>
          <p:cNvSpPr/>
          <p:nvPr/>
        </p:nvSpPr>
        <p:spPr>
          <a:xfrm rot="5400000">
            <a:off x="626092" y="3626917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23"/>
          <p:cNvSpPr/>
          <p:nvPr/>
        </p:nvSpPr>
        <p:spPr>
          <a:xfrm rot="5400000">
            <a:off x="626092" y="483702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4" name="Google Shape;614;p23"/>
          <p:cNvSpPr/>
          <p:nvPr/>
        </p:nvSpPr>
        <p:spPr>
          <a:xfrm rot="5400000">
            <a:off x="1244385" y="-2929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5" name="Google Shape;615;p23"/>
          <p:cNvSpPr/>
          <p:nvPr/>
        </p:nvSpPr>
        <p:spPr>
          <a:xfrm rot="5400000">
            <a:off x="7384" y="-341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6" name="Google Shape;616;p23"/>
          <p:cNvSpPr/>
          <p:nvPr/>
        </p:nvSpPr>
        <p:spPr>
          <a:xfrm rot="5400000">
            <a:off x="8333" y="602074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7" name="Google Shape;617;p23"/>
          <p:cNvSpPr/>
          <p:nvPr/>
        </p:nvSpPr>
        <p:spPr>
          <a:xfrm rot="5400000">
            <a:off x="8335" y="1207176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8" name="Google Shape;618;p23"/>
          <p:cNvSpPr/>
          <p:nvPr/>
        </p:nvSpPr>
        <p:spPr>
          <a:xfrm rot="5400000">
            <a:off x="9578" y="181195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9" name="Google Shape;619;p23"/>
          <p:cNvSpPr/>
          <p:nvPr/>
        </p:nvSpPr>
        <p:spPr>
          <a:xfrm rot="5400000">
            <a:off x="626096" y="241724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0" name="Google Shape;620;p23"/>
          <p:cNvSpPr/>
          <p:nvPr/>
        </p:nvSpPr>
        <p:spPr>
          <a:xfrm rot="5400000">
            <a:off x="9570" y="3627355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1" name="Google Shape;621;p23"/>
          <p:cNvSpPr/>
          <p:nvPr/>
        </p:nvSpPr>
        <p:spPr>
          <a:xfrm rot="5400000">
            <a:off x="10077" y="4232382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2" name="Google Shape;622;p23"/>
          <p:cNvSpPr/>
          <p:nvPr/>
        </p:nvSpPr>
        <p:spPr>
          <a:xfrm rot="5400000">
            <a:off x="9570" y="48374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3" name="Google Shape;623;p23"/>
          <p:cNvSpPr/>
          <p:nvPr/>
        </p:nvSpPr>
        <p:spPr>
          <a:xfrm rot="5400000">
            <a:off x="626038" y="4231961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4" name="Google Shape;624;p23"/>
          <p:cNvSpPr/>
          <p:nvPr/>
        </p:nvSpPr>
        <p:spPr>
          <a:xfrm rot="5400000">
            <a:off x="1242624" y="181196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5" name="Google Shape;625;p23"/>
          <p:cNvSpPr/>
          <p:nvPr/>
        </p:nvSpPr>
        <p:spPr>
          <a:xfrm rot="-5400000">
            <a:off x="7598616" y="483704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6" name="Google Shape;626;p23"/>
          <p:cNvSpPr/>
          <p:nvPr/>
        </p:nvSpPr>
        <p:spPr>
          <a:xfrm rot="-5400000">
            <a:off x="6980372" y="483748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7" name="Google Shape;627;p23"/>
          <p:cNvSpPr/>
          <p:nvPr/>
        </p:nvSpPr>
        <p:spPr>
          <a:xfrm rot="-5400000">
            <a:off x="7596910" y="60212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23"/>
          <p:cNvSpPr/>
          <p:nvPr/>
        </p:nvSpPr>
        <p:spPr>
          <a:xfrm rot="-5400000">
            <a:off x="8216821" y="1812222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9" name="Google Shape;629;p23"/>
          <p:cNvSpPr/>
          <p:nvPr/>
        </p:nvSpPr>
        <p:spPr>
          <a:xfrm rot="-5400000">
            <a:off x="8217252" y="483705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0" name="Google Shape;630;p23"/>
          <p:cNvSpPr/>
          <p:nvPr/>
        </p:nvSpPr>
        <p:spPr>
          <a:xfrm rot="-5400000">
            <a:off x="8217290" y="4232423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1" name="Google Shape;631;p23"/>
          <p:cNvSpPr/>
          <p:nvPr/>
        </p:nvSpPr>
        <p:spPr>
          <a:xfrm rot="-5400000">
            <a:off x="8217288" y="3627354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2" name="Google Shape;632;p23"/>
          <p:cNvSpPr/>
          <p:nvPr/>
        </p:nvSpPr>
        <p:spPr>
          <a:xfrm rot="-5400000">
            <a:off x="8215057" y="3022545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3" name="Google Shape;633;p23"/>
          <p:cNvSpPr/>
          <p:nvPr/>
        </p:nvSpPr>
        <p:spPr>
          <a:xfrm rot="-5400000">
            <a:off x="8215066" y="1207158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4" name="Google Shape;634;p23"/>
          <p:cNvSpPr/>
          <p:nvPr/>
        </p:nvSpPr>
        <p:spPr>
          <a:xfrm rot="-5400000">
            <a:off x="8215546" y="602133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5" name="Google Shape;635;p23"/>
          <p:cNvSpPr/>
          <p:nvPr/>
        </p:nvSpPr>
        <p:spPr>
          <a:xfrm rot="-5400000">
            <a:off x="8215066" y="-294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6" name="Google Shape;636;p23"/>
          <p:cNvSpPr/>
          <p:nvPr/>
        </p:nvSpPr>
        <p:spPr>
          <a:xfrm rot="5400000">
            <a:off x="1243048" y="483702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7" name="Google Shape;637;p23"/>
          <p:cNvSpPr/>
          <p:nvPr/>
        </p:nvSpPr>
        <p:spPr>
          <a:xfrm rot="-5400000">
            <a:off x="8837214" y="2417233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8" name="Google Shape;638;p23"/>
          <p:cNvSpPr/>
          <p:nvPr/>
        </p:nvSpPr>
        <p:spPr>
          <a:xfrm rot="-5400000">
            <a:off x="8837214" y="1812197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9" name="Google Shape;639;p23"/>
          <p:cNvSpPr/>
          <p:nvPr/>
        </p:nvSpPr>
        <p:spPr>
          <a:xfrm rot="-5400000">
            <a:off x="8837645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0" name="Google Shape;640;p23"/>
          <p:cNvSpPr/>
          <p:nvPr/>
        </p:nvSpPr>
        <p:spPr>
          <a:xfrm rot="-5400000">
            <a:off x="8837683" y="4232398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1" name="Google Shape;641;p23"/>
          <p:cNvSpPr/>
          <p:nvPr/>
        </p:nvSpPr>
        <p:spPr>
          <a:xfrm rot="-5400000">
            <a:off x="8837680" y="3627328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2" name="Google Shape;642;p23"/>
          <p:cNvSpPr/>
          <p:nvPr/>
        </p:nvSpPr>
        <p:spPr>
          <a:xfrm rot="-5400000">
            <a:off x="8835450" y="302251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3" name="Google Shape;643;p23"/>
          <p:cNvSpPr/>
          <p:nvPr/>
        </p:nvSpPr>
        <p:spPr>
          <a:xfrm rot="-5400000">
            <a:off x="8835458" y="120713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4" name="Google Shape;644;p23"/>
          <p:cNvSpPr/>
          <p:nvPr/>
        </p:nvSpPr>
        <p:spPr>
          <a:xfrm rot="-5400000">
            <a:off x="8835939" y="602108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5" name="Google Shape;645;p23"/>
          <p:cNvSpPr/>
          <p:nvPr/>
        </p:nvSpPr>
        <p:spPr>
          <a:xfrm rot="-5400000">
            <a:off x="8835458" y="-297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6" name="Google Shape;646;p23"/>
          <p:cNvSpPr txBox="1">
            <a:spLocks noGrp="1"/>
          </p:cNvSpPr>
          <p:nvPr>
            <p:ph type="subTitle" idx="1"/>
          </p:nvPr>
        </p:nvSpPr>
        <p:spPr>
          <a:xfrm>
            <a:off x="1948525" y="1499338"/>
            <a:ext cx="2011200" cy="3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647" name="Google Shape;647;p23"/>
          <p:cNvSpPr txBox="1">
            <a:spLocks noGrp="1"/>
          </p:cNvSpPr>
          <p:nvPr>
            <p:ph type="subTitle" idx="2"/>
          </p:nvPr>
        </p:nvSpPr>
        <p:spPr>
          <a:xfrm>
            <a:off x="1948525" y="2602982"/>
            <a:ext cx="2011200" cy="3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648" name="Google Shape;648;p23"/>
          <p:cNvSpPr txBox="1">
            <a:spLocks noGrp="1"/>
          </p:cNvSpPr>
          <p:nvPr>
            <p:ph type="subTitle" idx="3"/>
          </p:nvPr>
        </p:nvSpPr>
        <p:spPr>
          <a:xfrm>
            <a:off x="1948525" y="3706626"/>
            <a:ext cx="2011200" cy="3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649" name="Google Shape;649;p23"/>
          <p:cNvSpPr txBox="1">
            <a:spLocks noGrp="1"/>
          </p:cNvSpPr>
          <p:nvPr>
            <p:ph type="subTitle" idx="4"/>
          </p:nvPr>
        </p:nvSpPr>
        <p:spPr>
          <a:xfrm>
            <a:off x="5142475" y="1353538"/>
            <a:ext cx="2306700" cy="67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50" name="Google Shape;650;p23"/>
          <p:cNvSpPr txBox="1">
            <a:spLocks noGrp="1"/>
          </p:cNvSpPr>
          <p:nvPr>
            <p:ph type="subTitle" idx="5"/>
          </p:nvPr>
        </p:nvSpPr>
        <p:spPr>
          <a:xfrm>
            <a:off x="5142475" y="2483644"/>
            <a:ext cx="2306700" cy="67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51" name="Google Shape;651;p23"/>
          <p:cNvSpPr txBox="1">
            <a:spLocks noGrp="1"/>
          </p:cNvSpPr>
          <p:nvPr>
            <p:ph type="subTitle" idx="6"/>
          </p:nvPr>
        </p:nvSpPr>
        <p:spPr>
          <a:xfrm>
            <a:off x="5142475" y="3613750"/>
            <a:ext cx="2306700" cy="67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_AND_TWO_COLUMNS_1_1_2_1_1"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p24"/>
          <p:cNvSpPr/>
          <p:nvPr/>
        </p:nvSpPr>
        <p:spPr>
          <a:xfrm rot="10800000">
            <a:off x="591538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4" name="Google Shape;654;p24"/>
          <p:cNvSpPr/>
          <p:nvPr/>
        </p:nvSpPr>
        <p:spPr>
          <a:xfrm rot="10800000">
            <a:off x="8848577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5" name="Google Shape;655;p24"/>
          <p:cNvSpPr/>
          <p:nvPr/>
        </p:nvSpPr>
        <p:spPr>
          <a:xfrm rot="10800000">
            <a:off x="8258831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6" name="Google Shape;656;p24"/>
          <p:cNvSpPr/>
          <p:nvPr/>
        </p:nvSpPr>
        <p:spPr>
          <a:xfrm rot="10800000">
            <a:off x="766911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7" name="Google Shape;657;p24"/>
          <p:cNvSpPr/>
          <p:nvPr/>
        </p:nvSpPr>
        <p:spPr>
          <a:xfrm rot="10800000">
            <a:off x="1781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8" name="Google Shape;658;p24"/>
          <p:cNvSpPr/>
          <p:nvPr/>
        </p:nvSpPr>
        <p:spPr>
          <a:xfrm rot="10800000">
            <a:off x="8258880" y="12071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9" name="Google Shape;659;p24"/>
          <p:cNvSpPr/>
          <p:nvPr/>
        </p:nvSpPr>
        <p:spPr>
          <a:xfrm rot="10800000">
            <a:off x="8848605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0" name="Google Shape;660;p24"/>
          <p:cNvSpPr/>
          <p:nvPr/>
        </p:nvSpPr>
        <p:spPr>
          <a:xfrm rot="10800000">
            <a:off x="8259348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24"/>
          <p:cNvSpPr/>
          <p:nvPr/>
        </p:nvSpPr>
        <p:spPr>
          <a:xfrm rot="10800000">
            <a:off x="7669587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2" name="Google Shape;662;p24"/>
          <p:cNvSpPr/>
          <p:nvPr/>
        </p:nvSpPr>
        <p:spPr>
          <a:xfrm rot="10800000">
            <a:off x="7079626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3" name="Google Shape;663;p24"/>
          <p:cNvSpPr/>
          <p:nvPr/>
        </p:nvSpPr>
        <p:spPr>
          <a:xfrm rot="10800000">
            <a:off x="1771869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4" name="Google Shape;664;p24"/>
          <p:cNvSpPr/>
          <p:nvPr/>
        </p:nvSpPr>
        <p:spPr>
          <a:xfrm rot="10800000">
            <a:off x="1182166" y="6059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5" name="Google Shape;665;p24"/>
          <p:cNvSpPr/>
          <p:nvPr/>
        </p:nvSpPr>
        <p:spPr>
          <a:xfrm rot="10800000">
            <a:off x="1183089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6" name="Google Shape;666;p24"/>
          <p:cNvSpPr/>
          <p:nvPr/>
        </p:nvSpPr>
        <p:spPr>
          <a:xfrm rot="10800000">
            <a:off x="592468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7" name="Google Shape;667;p24"/>
          <p:cNvSpPr/>
          <p:nvPr/>
        </p:nvSpPr>
        <p:spPr>
          <a:xfrm rot="10800000">
            <a:off x="-25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8" name="Google Shape;668;p24"/>
          <p:cNvSpPr/>
          <p:nvPr/>
        </p:nvSpPr>
        <p:spPr>
          <a:xfrm rot="10800000">
            <a:off x="775" y="120691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9" name="Google Shape;669;p24"/>
          <p:cNvSpPr/>
          <p:nvPr/>
        </p:nvSpPr>
        <p:spPr>
          <a:xfrm rot="10800000">
            <a:off x="592018" y="1206911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0" name="Google Shape;670;p24"/>
          <p:cNvSpPr txBox="1">
            <a:spLocks noGrp="1"/>
          </p:cNvSpPr>
          <p:nvPr>
            <p:ph type="subTitle" idx="1"/>
          </p:nvPr>
        </p:nvSpPr>
        <p:spPr>
          <a:xfrm>
            <a:off x="1113412" y="3895647"/>
            <a:ext cx="1899000" cy="2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671" name="Google Shape;671;p24"/>
          <p:cNvSpPr txBox="1">
            <a:spLocks noGrp="1"/>
          </p:cNvSpPr>
          <p:nvPr>
            <p:ph type="subTitle" idx="2"/>
          </p:nvPr>
        </p:nvSpPr>
        <p:spPr>
          <a:xfrm>
            <a:off x="3621241" y="3895647"/>
            <a:ext cx="1899000" cy="2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672" name="Google Shape;672;p24"/>
          <p:cNvSpPr txBox="1">
            <a:spLocks noGrp="1"/>
          </p:cNvSpPr>
          <p:nvPr>
            <p:ph type="subTitle" idx="3"/>
          </p:nvPr>
        </p:nvSpPr>
        <p:spPr>
          <a:xfrm>
            <a:off x="6130163" y="3895647"/>
            <a:ext cx="1899000" cy="2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673" name="Google Shape;673;p24"/>
          <p:cNvSpPr txBox="1">
            <a:spLocks noGrp="1"/>
          </p:cNvSpPr>
          <p:nvPr>
            <p:ph type="subTitle" idx="4"/>
          </p:nvPr>
        </p:nvSpPr>
        <p:spPr>
          <a:xfrm>
            <a:off x="1113412" y="2286201"/>
            <a:ext cx="1899000" cy="2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674" name="Google Shape;674;p24"/>
          <p:cNvSpPr txBox="1">
            <a:spLocks noGrp="1"/>
          </p:cNvSpPr>
          <p:nvPr>
            <p:ph type="subTitle" idx="5"/>
          </p:nvPr>
        </p:nvSpPr>
        <p:spPr>
          <a:xfrm>
            <a:off x="3621241" y="2286201"/>
            <a:ext cx="1899000" cy="2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675" name="Google Shape;675;p24"/>
          <p:cNvSpPr txBox="1">
            <a:spLocks noGrp="1"/>
          </p:cNvSpPr>
          <p:nvPr>
            <p:ph type="subTitle" idx="6"/>
          </p:nvPr>
        </p:nvSpPr>
        <p:spPr>
          <a:xfrm>
            <a:off x="6130163" y="2286201"/>
            <a:ext cx="1899000" cy="2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676" name="Google Shape;676;p24"/>
          <p:cNvSpPr txBox="1">
            <a:spLocks noGrp="1"/>
          </p:cNvSpPr>
          <p:nvPr>
            <p:ph type="subTitle" idx="7"/>
          </p:nvPr>
        </p:nvSpPr>
        <p:spPr>
          <a:xfrm>
            <a:off x="1113412" y="2571800"/>
            <a:ext cx="1899000" cy="4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7" name="Google Shape;677;p24"/>
          <p:cNvSpPr txBox="1">
            <a:spLocks noGrp="1"/>
          </p:cNvSpPr>
          <p:nvPr>
            <p:ph type="subTitle" idx="8"/>
          </p:nvPr>
        </p:nvSpPr>
        <p:spPr>
          <a:xfrm>
            <a:off x="3621240" y="2571800"/>
            <a:ext cx="1899000" cy="4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8" name="Google Shape;678;p24"/>
          <p:cNvSpPr txBox="1">
            <a:spLocks noGrp="1"/>
          </p:cNvSpPr>
          <p:nvPr>
            <p:ph type="subTitle" idx="9"/>
          </p:nvPr>
        </p:nvSpPr>
        <p:spPr>
          <a:xfrm>
            <a:off x="6130162" y="2571800"/>
            <a:ext cx="1899000" cy="4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9" name="Google Shape;679;p24"/>
          <p:cNvSpPr txBox="1">
            <a:spLocks noGrp="1"/>
          </p:cNvSpPr>
          <p:nvPr>
            <p:ph type="subTitle" idx="13"/>
          </p:nvPr>
        </p:nvSpPr>
        <p:spPr>
          <a:xfrm>
            <a:off x="1114837" y="4181250"/>
            <a:ext cx="1899000" cy="4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0" name="Google Shape;680;p24"/>
          <p:cNvSpPr txBox="1">
            <a:spLocks noGrp="1"/>
          </p:cNvSpPr>
          <p:nvPr>
            <p:ph type="subTitle" idx="14"/>
          </p:nvPr>
        </p:nvSpPr>
        <p:spPr>
          <a:xfrm>
            <a:off x="3622666" y="4181249"/>
            <a:ext cx="1899000" cy="4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1" name="Google Shape;681;p24"/>
          <p:cNvSpPr txBox="1">
            <a:spLocks noGrp="1"/>
          </p:cNvSpPr>
          <p:nvPr>
            <p:ph type="subTitle" idx="15"/>
          </p:nvPr>
        </p:nvSpPr>
        <p:spPr>
          <a:xfrm>
            <a:off x="6131588" y="4181249"/>
            <a:ext cx="1899000" cy="4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2" name="Google Shape;682;p2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_1_1"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25"/>
          <p:cNvSpPr/>
          <p:nvPr/>
        </p:nvSpPr>
        <p:spPr>
          <a:xfrm rot="5400000">
            <a:off x="2480121" y="2417290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5" name="Google Shape;685;p25"/>
          <p:cNvSpPr/>
          <p:nvPr/>
        </p:nvSpPr>
        <p:spPr>
          <a:xfrm rot="5400000">
            <a:off x="2480121" y="3022327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6" name="Google Shape;686;p25"/>
          <p:cNvSpPr/>
          <p:nvPr/>
        </p:nvSpPr>
        <p:spPr>
          <a:xfrm rot="5400000">
            <a:off x="3098404" y="-3343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7" name="Google Shape;687;p25"/>
          <p:cNvSpPr/>
          <p:nvPr/>
        </p:nvSpPr>
        <p:spPr>
          <a:xfrm rot="5400000">
            <a:off x="3098388" y="60170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5"/>
          <p:cNvSpPr/>
          <p:nvPr/>
        </p:nvSpPr>
        <p:spPr>
          <a:xfrm rot="5400000">
            <a:off x="3098388" y="1811782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9" name="Google Shape;689;p25"/>
          <p:cNvSpPr/>
          <p:nvPr/>
        </p:nvSpPr>
        <p:spPr>
          <a:xfrm rot="5400000">
            <a:off x="3098388" y="362692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0" name="Google Shape;690;p25"/>
          <p:cNvSpPr/>
          <p:nvPr/>
        </p:nvSpPr>
        <p:spPr>
          <a:xfrm rot="5400000">
            <a:off x="3098388" y="483702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1" name="Google Shape;691;p25"/>
          <p:cNvSpPr/>
          <p:nvPr/>
        </p:nvSpPr>
        <p:spPr>
          <a:xfrm rot="5400000">
            <a:off x="3716671" y="-2904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2" name="Google Shape;692;p25"/>
          <p:cNvSpPr/>
          <p:nvPr/>
        </p:nvSpPr>
        <p:spPr>
          <a:xfrm rot="5400000">
            <a:off x="4335401" y="602110"/>
            <a:ext cx="302065" cy="309859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3" name="Google Shape;693;p25"/>
          <p:cNvSpPr/>
          <p:nvPr/>
        </p:nvSpPr>
        <p:spPr>
          <a:xfrm rot="5400000">
            <a:off x="3717147" y="602577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4" name="Google Shape;694;p25"/>
          <p:cNvSpPr/>
          <p:nvPr/>
        </p:nvSpPr>
        <p:spPr>
          <a:xfrm rot="5400000">
            <a:off x="2479690" y="-338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5" name="Google Shape;695;p25"/>
          <p:cNvSpPr/>
          <p:nvPr/>
        </p:nvSpPr>
        <p:spPr>
          <a:xfrm rot="5400000">
            <a:off x="2480639" y="602096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6" name="Google Shape;696;p25"/>
          <p:cNvSpPr/>
          <p:nvPr/>
        </p:nvSpPr>
        <p:spPr>
          <a:xfrm rot="5400000">
            <a:off x="2480641" y="1207195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7" name="Google Shape;697;p25"/>
          <p:cNvSpPr/>
          <p:nvPr/>
        </p:nvSpPr>
        <p:spPr>
          <a:xfrm rot="5400000">
            <a:off x="2481884" y="1811975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8" name="Google Shape;698;p25"/>
          <p:cNvSpPr/>
          <p:nvPr/>
        </p:nvSpPr>
        <p:spPr>
          <a:xfrm rot="5400000">
            <a:off x="3098392" y="241726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9" name="Google Shape;699;p25"/>
          <p:cNvSpPr/>
          <p:nvPr/>
        </p:nvSpPr>
        <p:spPr>
          <a:xfrm rot="5400000">
            <a:off x="2481876" y="362736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0" name="Google Shape;700;p25"/>
          <p:cNvSpPr/>
          <p:nvPr/>
        </p:nvSpPr>
        <p:spPr>
          <a:xfrm rot="5400000">
            <a:off x="2482383" y="4232387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1" name="Google Shape;701;p25"/>
          <p:cNvSpPr/>
          <p:nvPr/>
        </p:nvSpPr>
        <p:spPr>
          <a:xfrm rot="5400000">
            <a:off x="2481876" y="483746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2" name="Google Shape;702;p25"/>
          <p:cNvSpPr/>
          <p:nvPr/>
        </p:nvSpPr>
        <p:spPr>
          <a:xfrm rot="5400000">
            <a:off x="3098334" y="4231965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3" name="Google Shape;703;p25"/>
          <p:cNvSpPr/>
          <p:nvPr/>
        </p:nvSpPr>
        <p:spPr>
          <a:xfrm rot="5400000">
            <a:off x="3714909" y="181197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4" name="Google Shape;704;p25"/>
          <p:cNvSpPr/>
          <p:nvPr/>
        </p:nvSpPr>
        <p:spPr>
          <a:xfrm rot="5400000">
            <a:off x="3714909" y="362569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5" name="Google Shape;705;p25"/>
          <p:cNvSpPr/>
          <p:nvPr/>
        </p:nvSpPr>
        <p:spPr>
          <a:xfrm rot="5400000">
            <a:off x="1861482" y="2417303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6" name="Google Shape;706;p25"/>
          <p:cNvSpPr/>
          <p:nvPr/>
        </p:nvSpPr>
        <p:spPr>
          <a:xfrm rot="5400000">
            <a:off x="1861482" y="3022340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7" name="Google Shape;707;p25"/>
          <p:cNvSpPr/>
          <p:nvPr/>
        </p:nvSpPr>
        <p:spPr>
          <a:xfrm rot="5400000">
            <a:off x="1861051" y="-337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25"/>
          <p:cNvSpPr/>
          <p:nvPr/>
        </p:nvSpPr>
        <p:spPr>
          <a:xfrm rot="5400000">
            <a:off x="1862000" y="602109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25"/>
          <p:cNvSpPr/>
          <p:nvPr/>
        </p:nvSpPr>
        <p:spPr>
          <a:xfrm rot="5400000">
            <a:off x="1862003" y="1207208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0" name="Google Shape;710;p25"/>
          <p:cNvSpPr/>
          <p:nvPr/>
        </p:nvSpPr>
        <p:spPr>
          <a:xfrm rot="5400000">
            <a:off x="1863246" y="1811988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1" name="Google Shape;711;p25"/>
          <p:cNvSpPr/>
          <p:nvPr/>
        </p:nvSpPr>
        <p:spPr>
          <a:xfrm rot="5400000">
            <a:off x="1863238" y="3627375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2" name="Google Shape;712;p25"/>
          <p:cNvSpPr/>
          <p:nvPr/>
        </p:nvSpPr>
        <p:spPr>
          <a:xfrm rot="5400000">
            <a:off x="1863745" y="423240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3" name="Google Shape;713;p25"/>
          <p:cNvSpPr/>
          <p:nvPr/>
        </p:nvSpPr>
        <p:spPr>
          <a:xfrm rot="5400000">
            <a:off x="1863238" y="4837480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4" name="Google Shape;714;p25"/>
          <p:cNvSpPr/>
          <p:nvPr/>
        </p:nvSpPr>
        <p:spPr>
          <a:xfrm rot="5400000">
            <a:off x="1242844" y="2417303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5" name="Google Shape;715;p25"/>
          <p:cNvSpPr/>
          <p:nvPr/>
        </p:nvSpPr>
        <p:spPr>
          <a:xfrm rot="5400000">
            <a:off x="1242844" y="3022340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6" name="Google Shape;716;p25"/>
          <p:cNvSpPr/>
          <p:nvPr/>
        </p:nvSpPr>
        <p:spPr>
          <a:xfrm rot="5400000">
            <a:off x="1242413" y="-337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7" name="Google Shape;717;p25"/>
          <p:cNvSpPr/>
          <p:nvPr/>
        </p:nvSpPr>
        <p:spPr>
          <a:xfrm rot="5400000">
            <a:off x="1243362" y="602109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8" name="Google Shape;718;p25"/>
          <p:cNvSpPr/>
          <p:nvPr/>
        </p:nvSpPr>
        <p:spPr>
          <a:xfrm rot="5400000">
            <a:off x="1243365" y="1207208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9" name="Google Shape;719;p25"/>
          <p:cNvSpPr/>
          <p:nvPr/>
        </p:nvSpPr>
        <p:spPr>
          <a:xfrm rot="5400000">
            <a:off x="1244607" y="1811988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0" name="Google Shape;720;p25"/>
          <p:cNvSpPr/>
          <p:nvPr/>
        </p:nvSpPr>
        <p:spPr>
          <a:xfrm rot="5400000">
            <a:off x="1244599" y="3627375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1" name="Google Shape;721;p25"/>
          <p:cNvSpPr/>
          <p:nvPr/>
        </p:nvSpPr>
        <p:spPr>
          <a:xfrm rot="5400000">
            <a:off x="1245106" y="423240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2" name="Google Shape;722;p25"/>
          <p:cNvSpPr/>
          <p:nvPr/>
        </p:nvSpPr>
        <p:spPr>
          <a:xfrm rot="5400000">
            <a:off x="1244599" y="4837480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3" name="Google Shape;723;p25"/>
          <p:cNvSpPr/>
          <p:nvPr/>
        </p:nvSpPr>
        <p:spPr>
          <a:xfrm rot="5400000">
            <a:off x="624205" y="2417290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4" name="Google Shape;724;p25"/>
          <p:cNvSpPr/>
          <p:nvPr/>
        </p:nvSpPr>
        <p:spPr>
          <a:xfrm rot="5400000">
            <a:off x="624205" y="3022327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5" name="Google Shape;725;p25"/>
          <p:cNvSpPr/>
          <p:nvPr/>
        </p:nvSpPr>
        <p:spPr>
          <a:xfrm rot="5400000">
            <a:off x="623774" y="-338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6" name="Google Shape;726;p25"/>
          <p:cNvSpPr/>
          <p:nvPr/>
        </p:nvSpPr>
        <p:spPr>
          <a:xfrm rot="5400000">
            <a:off x="624724" y="602096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7" name="Google Shape;727;p25"/>
          <p:cNvSpPr/>
          <p:nvPr/>
        </p:nvSpPr>
        <p:spPr>
          <a:xfrm rot="5400000">
            <a:off x="624726" y="1207195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8" name="Google Shape;728;p25"/>
          <p:cNvSpPr/>
          <p:nvPr/>
        </p:nvSpPr>
        <p:spPr>
          <a:xfrm rot="5400000">
            <a:off x="625969" y="1811975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9" name="Google Shape;729;p25"/>
          <p:cNvSpPr/>
          <p:nvPr/>
        </p:nvSpPr>
        <p:spPr>
          <a:xfrm rot="5400000">
            <a:off x="625961" y="362736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0" name="Google Shape;730;p25"/>
          <p:cNvSpPr/>
          <p:nvPr/>
        </p:nvSpPr>
        <p:spPr>
          <a:xfrm rot="5400000">
            <a:off x="626468" y="4232387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1" name="Google Shape;731;p25"/>
          <p:cNvSpPr/>
          <p:nvPr/>
        </p:nvSpPr>
        <p:spPr>
          <a:xfrm rot="5400000">
            <a:off x="625961" y="483746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2" name="Google Shape;732;p25"/>
          <p:cNvSpPr/>
          <p:nvPr/>
        </p:nvSpPr>
        <p:spPr>
          <a:xfrm rot="5400000">
            <a:off x="3715333" y="483702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3" name="Google Shape;733;p25"/>
          <p:cNvSpPr/>
          <p:nvPr/>
        </p:nvSpPr>
        <p:spPr>
          <a:xfrm rot="5400000">
            <a:off x="4332279" y="483702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4" name="Google Shape;734;p25"/>
          <p:cNvSpPr/>
          <p:nvPr/>
        </p:nvSpPr>
        <p:spPr>
          <a:xfrm rot="5400000">
            <a:off x="3810" y="2417316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5" name="Google Shape;735;p25"/>
          <p:cNvSpPr/>
          <p:nvPr/>
        </p:nvSpPr>
        <p:spPr>
          <a:xfrm rot="5400000">
            <a:off x="3810" y="3022352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6" name="Google Shape;736;p25"/>
          <p:cNvSpPr/>
          <p:nvPr/>
        </p:nvSpPr>
        <p:spPr>
          <a:xfrm rot="5400000">
            <a:off x="3379" y="-336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7" name="Google Shape;737;p25"/>
          <p:cNvSpPr/>
          <p:nvPr/>
        </p:nvSpPr>
        <p:spPr>
          <a:xfrm rot="5400000">
            <a:off x="4328" y="602122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8" name="Google Shape;738;p25"/>
          <p:cNvSpPr/>
          <p:nvPr/>
        </p:nvSpPr>
        <p:spPr>
          <a:xfrm rot="5400000">
            <a:off x="4331" y="1207221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9" name="Google Shape;739;p25"/>
          <p:cNvSpPr/>
          <p:nvPr/>
        </p:nvSpPr>
        <p:spPr>
          <a:xfrm rot="5400000">
            <a:off x="5574" y="181200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0" name="Google Shape;740;p25"/>
          <p:cNvSpPr/>
          <p:nvPr/>
        </p:nvSpPr>
        <p:spPr>
          <a:xfrm rot="5400000">
            <a:off x="5565" y="3627388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1" name="Google Shape;741;p25"/>
          <p:cNvSpPr/>
          <p:nvPr/>
        </p:nvSpPr>
        <p:spPr>
          <a:xfrm rot="5400000">
            <a:off x="6072" y="4232412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2" name="Google Shape;742;p25"/>
          <p:cNvSpPr/>
          <p:nvPr/>
        </p:nvSpPr>
        <p:spPr>
          <a:xfrm rot="5400000">
            <a:off x="5565" y="483749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3" name="Google Shape;743;p25"/>
          <p:cNvSpPr/>
          <p:nvPr/>
        </p:nvSpPr>
        <p:spPr>
          <a:xfrm rot="5400000">
            <a:off x="4949224" y="483706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4" name="Google Shape;744;p25"/>
          <p:cNvSpPr txBox="1">
            <a:spLocks noGrp="1"/>
          </p:cNvSpPr>
          <p:nvPr>
            <p:ph type="title"/>
          </p:nvPr>
        </p:nvSpPr>
        <p:spPr>
          <a:xfrm>
            <a:off x="5022775" y="2487975"/>
            <a:ext cx="3403800" cy="98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45" name="Google Shape;745;p25"/>
          <p:cNvSpPr txBox="1">
            <a:spLocks noGrp="1"/>
          </p:cNvSpPr>
          <p:nvPr>
            <p:ph type="title" idx="2" hasCustomPrompt="1"/>
          </p:nvPr>
        </p:nvSpPr>
        <p:spPr>
          <a:xfrm>
            <a:off x="5671075" y="1501025"/>
            <a:ext cx="2755500" cy="9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73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46" name="Google Shape;746;p25"/>
          <p:cNvSpPr txBox="1">
            <a:spLocks noGrp="1"/>
          </p:cNvSpPr>
          <p:nvPr>
            <p:ph type="subTitle" idx="1"/>
          </p:nvPr>
        </p:nvSpPr>
        <p:spPr>
          <a:xfrm>
            <a:off x="5718775" y="3474975"/>
            <a:ext cx="2707800" cy="70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>
                <a:latin typeface="Lato"/>
                <a:ea typeface="Lato"/>
                <a:cs typeface="Lato"/>
                <a:sym typeface="La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1_2"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26"/>
          <p:cNvSpPr/>
          <p:nvPr/>
        </p:nvSpPr>
        <p:spPr>
          <a:xfrm rot="-5400000">
            <a:off x="6360817" y="2417259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9" name="Google Shape;749;p26"/>
          <p:cNvSpPr/>
          <p:nvPr/>
        </p:nvSpPr>
        <p:spPr>
          <a:xfrm rot="-5400000">
            <a:off x="6360817" y="1812222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0" name="Google Shape;750;p26"/>
          <p:cNvSpPr/>
          <p:nvPr/>
        </p:nvSpPr>
        <p:spPr>
          <a:xfrm rot="-5400000">
            <a:off x="5742564" y="4837014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1" name="Google Shape;751;p26"/>
          <p:cNvSpPr/>
          <p:nvPr/>
        </p:nvSpPr>
        <p:spPr>
          <a:xfrm rot="-5400000">
            <a:off x="5742548" y="4231961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2" name="Google Shape;752;p26"/>
          <p:cNvSpPr/>
          <p:nvPr/>
        </p:nvSpPr>
        <p:spPr>
          <a:xfrm rot="-5400000">
            <a:off x="5742548" y="3626925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3" name="Google Shape;753;p26"/>
          <p:cNvSpPr/>
          <p:nvPr/>
        </p:nvSpPr>
        <p:spPr>
          <a:xfrm rot="-5400000">
            <a:off x="5742548" y="302188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4" name="Google Shape;754;p26"/>
          <p:cNvSpPr/>
          <p:nvPr/>
        </p:nvSpPr>
        <p:spPr>
          <a:xfrm rot="-5400000">
            <a:off x="5742548" y="181178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5" name="Google Shape;755;p26"/>
          <p:cNvSpPr/>
          <p:nvPr/>
        </p:nvSpPr>
        <p:spPr>
          <a:xfrm rot="-5400000">
            <a:off x="5742548" y="120674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6" name="Google Shape;756;p26"/>
          <p:cNvSpPr/>
          <p:nvPr/>
        </p:nvSpPr>
        <p:spPr>
          <a:xfrm rot="-5400000">
            <a:off x="5742548" y="-335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7" name="Google Shape;757;p26"/>
          <p:cNvSpPr/>
          <p:nvPr/>
        </p:nvSpPr>
        <p:spPr>
          <a:xfrm rot="-5400000">
            <a:off x="5124295" y="4837453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8" name="Google Shape;758;p26"/>
          <p:cNvSpPr/>
          <p:nvPr/>
        </p:nvSpPr>
        <p:spPr>
          <a:xfrm rot="-5400000">
            <a:off x="4506040" y="4836999"/>
            <a:ext cx="303021" cy="309859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9" name="Google Shape;759;p26"/>
          <p:cNvSpPr/>
          <p:nvPr/>
        </p:nvSpPr>
        <p:spPr>
          <a:xfrm rot="-5400000">
            <a:off x="3887786" y="4837453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0" name="Google Shape;760;p26"/>
          <p:cNvSpPr/>
          <p:nvPr/>
        </p:nvSpPr>
        <p:spPr>
          <a:xfrm rot="-5400000">
            <a:off x="4506518" y="4231531"/>
            <a:ext cx="302065" cy="309859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1" name="Google Shape;761;p26"/>
          <p:cNvSpPr/>
          <p:nvPr/>
        </p:nvSpPr>
        <p:spPr>
          <a:xfrm rot="-5400000">
            <a:off x="5124774" y="4231943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2" name="Google Shape;762;p26"/>
          <p:cNvSpPr/>
          <p:nvPr/>
        </p:nvSpPr>
        <p:spPr>
          <a:xfrm rot="-5400000">
            <a:off x="6361248" y="483705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3" name="Google Shape;763;p26"/>
          <p:cNvSpPr/>
          <p:nvPr/>
        </p:nvSpPr>
        <p:spPr>
          <a:xfrm rot="-5400000">
            <a:off x="6361286" y="4232423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4" name="Google Shape;764;p26"/>
          <p:cNvSpPr/>
          <p:nvPr/>
        </p:nvSpPr>
        <p:spPr>
          <a:xfrm rot="-5400000">
            <a:off x="6361284" y="3627354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5" name="Google Shape;765;p26"/>
          <p:cNvSpPr/>
          <p:nvPr/>
        </p:nvSpPr>
        <p:spPr>
          <a:xfrm rot="-5400000">
            <a:off x="6359054" y="3022545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6" name="Google Shape;766;p26"/>
          <p:cNvSpPr/>
          <p:nvPr/>
        </p:nvSpPr>
        <p:spPr>
          <a:xfrm rot="-5400000">
            <a:off x="5742544" y="2417258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7" name="Google Shape;767;p26"/>
          <p:cNvSpPr/>
          <p:nvPr/>
        </p:nvSpPr>
        <p:spPr>
          <a:xfrm rot="-5400000">
            <a:off x="6359062" y="1207158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26"/>
          <p:cNvSpPr/>
          <p:nvPr/>
        </p:nvSpPr>
        <p:spPr>
          <a:xfrm rot="-5400000">
            <a:off x="6359542" y="602133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9" name="Google Shape;769;p26"/>
          <p:cNvSpPr/>
          <p:nvPr/>
        </p:nvSpPr>
        <p:spPr>
          <a:xfrm rot="-5400000">
            <a:off x="6359062" y="-294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0" name="Google Shape;770;p26"/>
          <p:cNvSpPr/>
          <p:nvPr/>
        </p:nvSpPr>
        <p:spPr>
          <a:xfrm rot="-5400000">
            <a:off x="5742602" y="601705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1" name="Google Shape;771;p26"/>
          <p:cNvSpPr/>
          <p:nvPr/>
        </p:nvSpPr>
        <p:spPr>
          <a:xfrm rot="-5400000">
            <a:off x="5126024" y="302254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2" name="Google Shape;772;p26"/>
          <p:cNvSpPr/>
          <p:nvPr/>
        </p:nvSpPr>
        <p:spPr>
          <a:xfrm rot="-5400000">
            <a:off x="5126024" y="120882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3" name="Google Shape;773;p26"/>
          <p:cNvSpPr/>
          <p:nvPr/>
        </p:nvSpPr>
        <p:spPr>
          <a:xfrm rot="-5400000">
            <a:off x="6979458" y="2417246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4" name="Google Shape;774;p26"/>
          <p:cNvSpPr/>
          <p:nvPr/>
        </p:nvSpPr>
        <p:spPr>
          <a:xfrm rot="-5400000">
            <a:off x="6979458" y="1812210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5" name="Google Shape;775;p26"/>
          <p:cNvSpPr/>
          <p:nvPr/>
        </p:nvSpPr>
        <p:spPr>
          <a:xfrm rot="-5400000">
            <a:off x="6979889" y="483704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6" name="Google Shape;776;p26"/>
          <p:cNvSpPr/>
          <p:nvPr/>
        </p:nvSpPr>
        <p:spPr>
          <a:xfrm rot="-5400000">
            <a:off x="6979927" y="4232411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7" name="Google Shape;777;p26"/>
          <p:cNvSpPr/>
          <p:nvPr/>
        </p:nvSpPr>
        <p:spPr>
          <a:xfrm rot="-5400000">
            <a:off x="6979924" y="3627341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8" name="Google Shape;778;p26"/>
          <p:cNvSpPr/>
          <p:nvPr/>
        </p:nvSpPr>
        <p:spPr>
          <a:xfrm rot="-5400000">
            <a:off x="6977694" y="302253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9" name="Google Shape;779;p26"/>
          <p:cNvSpPr/>
          <p:nvPr/>
        </p:nvSpPr>
        <p:spPr>
          <a:xfrm rot="-5400000">
            <a:off x="6977702" y="1207145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0" name="Google Shape;780;p26"/>
          <p:cNvSpPr/>
          <p:nvPr/>
        </p:nvSpPr>
        <p:spPr>
          <a:xfrm rot="-5400000">
            <a:off x="6978183" y="60212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1" name="Google Shape;781;p26"/>
          <p:cNvSpPr/>
          <p:nvPr/>
        </p:nvSpPr>
        <p:spPr>
          <a:xfrm rot="-5400000">
            <a:off x="6977702" y="-2960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2" name="Google Shape;782;p26"/>
          <p:cNvSpPr/>
          <p:nvPr/>
        </p:nvSpPr>
        <p:spPr>
          <a:xfrm rot="-5400000">
            <a:off x="7598098" y="2417246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3" name="Google Shape;783;p26"/>
          <p:cNvSpPr/>
          <p:nvPr/>
        </p:nvSpPr>
        <p:spPr>
          <a:xfrm rot="-5400000">
            <a:off x="7598098" y="1812210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4" name="Google Shape;784;p26"/>
          <p:cNvSpPr/>
          <p:nvPr/>
        </p:nvSpPr>
        <p:spPr>
          <a:xfrm rot="-5400000">
            <a:off x="7598529" y="483704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5" name="Google Shape;785;p26"/>
          <p:cNvSpPr/>
          <p:nvPr/>
        </p:nvSpPr>
        <p:spPr>
          <a:xfrm rot="-5400000">
            <a:off x="7598568" y="4232411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6" name="Google Shape;786;p26"/>
          <p:cNvSpPr/>
          <p:nvPr/>
        </p:nvSpPr>
        <p:spPr>
          <a:xfrm rot="-5400000">
            <a:off x="7598565" y="3627341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7" name="Google Shape;787;p26"/>
          <p:cNvSpPr/>
          <p:nvPr/>
        </p:nvSpPr>
        <p:spPr>
          <a:xfrm rot="-5400000">
            <a:off x="7596335" y="302253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8" name="Google Shape;788;p26"/>
          <p:cNvSpPr/>
          <p:nvPr/>
        </p:nvSpPr>
        <p:spPr>
          <a:xfrm rot="-5400000">
            <a:off x="7596343" y="1207145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9" name="Google Shape;789;p26"/>
          <p:cNvSpPr/>
          <p:nvPr/>
        </p:nvSpPr>
        <p:spPr>
          <a:xfrm rot="-5400000">
            <a:off x="7596823" y="60212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0" name="Google Shape;790;p26"/>
          <p:cNvSpPr/>
          <p:nvPr/>
        </p:nvSpPr>
        <p:spPr>
          <a:xfrm rot="-5400000">
            <a:off x="7596343" y="-2960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1" name="Google Shape;791;p26"/>
          <p:cNvSpPr/>
          <p:nvPr/>
        </p:nvSpPr>
        <p:spPr>
          <a:xfrm rot="-5400000">
            <a:off x="8216739" y="2417259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2" name="Google Shape;792;p26"/>
          <p:cNvSpPr/>
          <p:nvPr/>
        </p:nvSpPr>
        <p:spPr>
          <a:xfrm rot="-5400000">
            <a:off x="8216739" y="1812222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3" name="Google Shape;793;p26"/>
          <p:cNvSpPr/>
          <p:nvPr/>
        </p:nvSpPr>
        <p:spPr>
          <a:xfrm rot="-5400000">
            <a:off x="8217170" y="483705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4" name="Google Shape;794;p26"/>
          <p:cNvSpPr/>
          <p:nvPr/>
        </p:nvSpPr>
        <p:spPr>
          <a:xfrm rot="-5400000">
            <a:off x="8217208" y="4232423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5" name="Google Shape;795;p26"/>
          <p:cNvSpPr/>
          <p:nvPr/>
        </p:nvSpPr>
        <p:spPr>
          <a:xfrm rot="-5400000">
            <a:off x="8217206" y="3627354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6" name="Google Shape;796;p26"/>
          <p:cNvSpPr/>
          <p:nvPr/>
        </p:nvSpPr>
        <p:spPr>
          <a:xfrm rot="-5400000">
            <a:off x="8214975" y="3022545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7" name="Google Shape;797;p26"/>
          <p:cNvSpPr/>
          <p:nvPr/>
        </p:nvSpPr>
        <p:spPr>
          <a:xfrm rot="-5400000">
            <a:off x="8214984" y="1207158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8" name="Google Shape;798;p26"/>
          <p:cNvSpPr/>
          <p:nvPr/>
        </p:nvSpPr>
        <p:spPr>
          <a:xfrm rot="-5400000">
            <a:off x="8215464" y="602133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9" name="Google Shape;799;p26"/>
          <p:cNvSpPr/>
          <p:nvPr/>
        </p:nvSpPr>
        <p:spPr>
          <a:xfrm rot="-5400000">
            <a:off x="8214984" y="-294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0" name="Google Shape;800;p26"/>
          <p:cNvSpPr/>
          <p:nvPr/>
        </p:nvSpPr>
        <p:spPr>
          <a:xfrm rot="-5400000">
            <a:off x="5125600" y="-335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1" name="Google Shape;801;p26"/>
          <p:cNvSpPr/>
          <p:nvPr/>
        </p:nvSpPr>
        <p:spPr>
          <a:xfrm rot="-5400000">
            <a:off x="4508653" y="-335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2" name="Google Shape;802;p26"/>
          <p:cNvSpPr/>
          <p:nvPr/>
        </p:nvSpPr>
        <p:spPr>
          <a:xfrm rot="-5400000">
            <a:off x="8837137" y="2417233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3" name="Google Shape;803;p26"/>
          <p:cNvSpPr/>
          <p:nvPr/>
        </p:nvSpPr>
        <p:spPr>
          <a:xfrm rot="-5400000">
            <a:off x="8837137" y="1812197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p26"/>
          <p:cNvSpPr/>
          <p:nvPr/>
        </p:nvSpPr>
        <p:spPr>
          <a:xfrm rot="-5400000">
            <a:off x="8837568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5" name="Google Shape;805;p26"/>
          <p:cNvSpPr/>
          <p:nvPr/>
        </p:nvSpPr>
        <p:spPr>
          <a:xfrm rot="-5400000">
            <a:off x="8837606" y="4232398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6" name="Google Shape;806;p26"/>
          <p:cNvSpPr/>
          <p:nvPr/>
        </p:nvSpPr>
        <p:spPr>
          <a:xfrm rot="-5400000">
            <a:off x="8837603" y="3627328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7" name="Google Shape;807;p26"/>
          <p:cNvSpPr/>
          <p:nvPr/>
        </p:nvSpPr>
        <p:spPr>
          <a:xfrm rot="-5400000">
            <a:off x="8835373" y="302251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8" name="Google Shape;808;p26"/>
          <p:cNvSpPr/>
          <p:nvPr/>
        </p:nvSpPr>
        <p:spPr>
          <a:xfrm rot="-5400000">
            <a:off x="8835381" y="120713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9" name="Google Shape;809;p26"/>
          <p:cNvSpPr/>
          <p:nvPr/>
        </p:nvSpPr>
        <p:spPr>
          <a:xfrm rot="-5400000">
            <a:off x="8835861" y="602108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0" name="Google Shape;810;p26"/>
          <p:cNvSpPr/>
          <p:nvPr/>
        </p:nvSpPr>
        <p:spPr>
          <a:xfrm rot="-5400000">
            <a:off x="8835381" y="-297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1" name="Google Shape;811;p26"/>
          <p:cNvSpPr txBox="1">
            <a:spLocks noGrp="1"/>
          </p:cNvSpPr>
          <p:nvPr>
            <p:ph type="title"/>
          </p:nvPr>
        </p:nvSpPr>
        <p:spPr>
          <a:xfrm>
            <a:off x="706225" y="2501750"/>
            <a:ext cx="4168200" cy="98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12" name="Google Shape;812;p26"/>
          <p:cNvSpPr txBox="1">
            <a:spLocks noGrp="1"/>
          </p:cNvSpPr>
          <p:nvPr>
            <p:ph type="title" idx="2" hasCustomPrompt="1"/>
          </p:nvPr>
        </p:nvSpPr>
        <p:spPr>
          <a:xfrm>
            <a:off x="706225" y="1514800"/>
            <a:ext cx="2755500" cy="9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73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13" name="Google Shape;813;p26"/>
          <p:cNvSpPr txBox="1">
            <a:spLocks noGrp="1"/>
          </p:cNvSpPr>
          <p:nvPr>
            <p:ph type="subTitle" idx="1"/>
          </p:nvPr>
        </p:nvSpPr>
        <p:spPr>
          <a:xfrm>
            <a:off x="717500" y="3488750"/>
            <a:ext cx="2707800" cy="70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>
                <a:latin typeface="Lato"/>
                <a:ea typeface="Lato"/>
                <a:cs typeface="Lato"/>
                <a:sym typeface="La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APTION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2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6" name="Google Shape;816;p2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7" name="Google Shape;817;p2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8" name="Google Shape;818;p2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9" name="Google Shape;819;p2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0" name="Google Shape;820;p2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1" name="Google Shape;821;p2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2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3" name="Google Shape;823;p2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4" name="Google Shape;824;p2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2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2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2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2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9" name="Google Shape;829;p2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0" name="Google Shape;830;p2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1" name="Google Shape;831;p2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2" name="Google Shape;832;p2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3" name="Google Shape;833;p2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2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5" name="Google Shape;835;p2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2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7" name="Google Shape;837;p2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p2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9" name="Google Shape;839;p2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0" name="Google Shape;840;p27"/>
          <p:cNvSpPr/>
          <p:nvPr/>
        </p:nvSpPr>
        <p:spPr>
          <a:xfrm>
            <a:off x="1768971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1" name="Google Shape;841;p2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2" name="Google Shape;842;p2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3" name="Google Shape;843;p27"/>
          <p:cNvSpPr txBox="1">
            <a:spLocks noGrp="1"/>
          </p:cNvSpPr>
          <p:nvPr>
            <p:ph type="subTitle" idx="1"/>
          </p:nvPr>
        </p:nvSpPr>
        <p:spPr>
          <a:xfrm>
            <a:off x="1059150" y="1276625"/>
            <a:ext cx="7025700" cy="146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31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844" name="Google Shape;844;p27"/>
          <p:cNvSpPr txBox="1">
            <a:spLocks noGrp="1"/>
          </p:cNvSpPr>
          <p:nvPr>
            <p:ph type="title"/>
          </p:nvPr>
        </p:nvSpPr>
        <p:spPr>
          <a:xfrm>
            <a:off x="2332425" y="3034500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Char char="-"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2">
    <p:spTree>
      <p:nvGrpSpPr>
        <p:cNvPr id="1" name="Shape 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28"/>
          <p:cNvSpPr txBox="1">
            <a:spLocks noGrp="1"/>
          </p:cNvSpPr>
          <p:nvPr>
            <p:ph type="title"/>
          </p:nvPr>
        </p:nvSpPr>
        <p:spPr>
          <a:xfrm>
            <a:off x="889950" y="1407400"/>
            <a:ext cx="4484700" cy="80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47" name="Google Shape;847;p28"/>
          <p:cNvSpPr txBox="1">
            <a:spLocks noGrp="1"/>
          </p:cNvSpPr>
          <p:nvPr>
            <p:ph type="subTitle" idx="1"/>
          </p:nvPr>
        </p:nvSpPr>
        <p:spPr>
          <a:xfrm>
            <a:off x="889950" y="2270875"/>
            <a:ext cx="4045200" cy="2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48" name="Google Shape;848;p28"/>
          <p:cNvSpPr txBox="1">
            <a:spLocks noGrp="1"/>
          </p:cNvSpPr>
          <p:nvPr>
            <p:ph type="body" idx="2"/>
          </p:nvPr>
        </p:nvSpPr>
        <p:spPr>
          <a:xfrm>
            <a:off x="889950" y="2867650"/>
            <a:ext cx="4360200" cy="105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400"/>
            </a:lvl1pPr>
            <a:lvl2pPr marL="914400" lvl="1" indent="-330200" rtl="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30200" rtl="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3pPr>
            <a:lvl4pPr marL="1828800" lvl="3" indent="-330200" rtl="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 rtl="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 rtl="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 rtl="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 rtl="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 rtl="0">
              <a:spcBef>
                <a:spcPts val="1600"/>
              </a:spcBef>
              <a:spcAft>
                <a:spcPts val="160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  <p:sp>
        <p:nvSpPr>
          <p:cNvPr id="849" name="Google Shape;849;p28"/>
          <p:cNvSpPr/>
          <p:nvPr/>
        </p:nvSpPr>
        <p:spPr>
          <a:xfrm rot="10800000" flipH="1">
            <a:off x="5897255" y="1912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0" name="Google Shape;850;p28"/>
          <p:cNvSpPr/>
          <p:nvPr/>
        </p:nvSpPr>
        <p:spPr>
          <a:xfrm rot="10800000" flipH="1">
            <a:off x="8257017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1" name="Google Shape;851;p28"/>
          <p:cNvSpPr/>
          <p:nvPr/>
        </p:nvSpPr>
        <p:spPr>
          <a:xfrm rot="10800000" flipH="1">
            <a:off x="4717834" y="324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2" name="Google Shape;852;p28"/>
          <p:cNvSpPr/>
          <p:nvPr/>
        </p:nvSpPr>
        <p:spPr>
          <a:xfrm rot="10800000" flipH="1">
            <a:off x="5897255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3" name="Google Shape;853;p28"/>
          <p:cNvSpPr/>
          <p:nvPr/>
        </p:nvSpPr>
        <p:spPr>
          <a:xfrm rot="10800000" flipH="1">
            <a:off x="7076686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4" name="Google Shape;854;p28"/>
          <p:cNvSpPr/>
          <p:nvPr/>
        </p:nvSpPr>
        <p:spPr>
          <a:xfrm rot="10800000" flipH="1">
            <a:off x="8257017" y="120692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5" name="Google Shape;855;p28"/>
          <p:cNvSpPr/>
          <p:nvPr/>
        </p:nvSpPr>
        <p:spPr>
          <a:xfrm rot="10800000" flipH="1">
            <a:off x="7666240" y="120833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6" name="Google Shape;856;p28"/>
          <p:cNvSpPr/>
          <p:nvPr/>
        </p:nvSpPr>
        <p:spPr>
          <a:xfrm rot="10800000" flipH="1">
            <a:off x="8846774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7" name="Google Shape;857;p28"/>
          <p:cNvSpPr/>
          <p:nvPr/>
        </p:nvSpPr>
        <p:spPr>
          <a:xfrm rot="10800000" flipH="1">
            <a:off x="8846774" y="1809522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8" name="Google Shape;858;p28"/>
          <p:cNvSpPr/>
          <p:nvPr/>
        </p:nvSpPr>
        <p:spPr>
          <a:xfrm rot="10800000" flipH="1">
            <a:off x="5308000" y="3622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9" name="Google Shape;859;p28"/>
          <p:cNvSpPr/>
          <p:nvPr/>
        </p:nvSpPr>
        <p:spPr>
          <a:xfrm rot="10800000" flipH="1">
            <a:off x="6486964" y="360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0" name="Google Shape;860;p28"/>
          <p:cNvSpPr/>
          <p:nvPr/>
        </p:nvSpPr>
        <p:spPr>
          <a:xfrm rot="10800000" flipH="1">
            <a:off x="7076686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1" name="Google Shape;861;p28"/>
          <p:cNvSpPr/>
          <p:nvPr/>
        </p:nvSpPr>
        <p:spPr>
          <a:xfrm rot="10800000" flipH="1">
            <a:off x="7667320" y="6059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2" name="Google Shape;862;p28"/>
          <p:cNvSpPr/>
          <p:nvPr/>
        </p:nvSpPr>
        <p:spPr>
          <a:xfrm rot="10800000" flipH="1">
            <a:off x="7666398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28"/>
          <p:cNvSpPr/>
          <p:nvPr/>
        </p:nvSpPr>
        <p:spPr>
          <a:xfrm rot="10800000" flipH="1">
            <a:off x="8257049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4" name="Google Shape;864;p28"/>
          <p:cNvSpPr/>
          <p:nvPr/>
        </p:nvSpPr>
        <p:spPr>
          <a:xfrm rot="10800000" flipH="1">
            <a:off x="8848580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5" name="Google Shape;865;p28"/>
          <p:cNvSpPr/>
          <p:nvPr/>
        </p:nvSpPr>
        <p:spPr>
          <a:xfrm rot="10800000" flipH="1">
            <a:off x="8847780" y="120691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6" name="Google Shape;866;p28"/>
          <p:cNvSpPr/>
          <p:nvPr/>
        </p:nvSpPr>
        <p:spPr>
          <a:xfrm rot="10800000" flipH="1">
            <a:off x="5897247" y="120714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7" name="Google Shape;867;p28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8" name="Google Shape;868;p28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9" name="Google Shape;869;p28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0" name="Google Shape;870;p28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1" name="Google Shape;871;p28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2" name="Google Shape;872;p28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3" name="Google Shape;873;p28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4" name="Google Shape;874;p28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5" name="Google Shape;875;p28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6" name="Google Shape;876;p28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7" name="Google Shape;877;p28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8" name="Google Shape;878;p28"/>
          <p:cNvSpPr/>
          <p:nvPr/>
        </p:nvSpPr>
        <p:spPr>
          <a:xfrm>
            <a:off x="4717884" y="484376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 03">
  <p:cSld name="ONE_COLUMN_TEXT_3_1"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p29"/>
          <p:cNvSpPr txBox="1">
            <a:spLocks noGrp="1"/>
          </p:cNvSpPr>
          <p:nvPr>
            <p:ph type="title"/>
          </p:nvPr>
        </p:nvSpPr>
        <p:spPr>
          <a:xfrm>
            <a:off x="3661425" y="1814600"/>
            <a:ext cx="4837800" cy="12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22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81" name="Google Shape;881;p29"/>
          <p:cNvSpPr txBox="1">
            <a:spLocks noGrp="1"/>
          </p:cNvSpPr>
          <p:nvPr>
            <p:ph type="subTitle" idx="1"/>
          </p:nvPr>
        </p:nvSpPr>
        <p:spPr>
          <a:xfrm>
            <a:off x="3744175" y="3094250"/>
            <a:ext cx="4755000" cy="40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7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882" name="Google Shape;882;p29"/>
          <p:cNvSpPr/>
          <p:nvPr/>
        </p:nvSpPr>
        <p:spPr>
          <a:xfrm>
            <a:off x="2523842" y="423848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3" name="Google Shape;883;p29"/>
          <p:cNvSpPr/>
          <p:nvPr/>
        </p:nvSpPr>
        <p:spPr>
          <a:xfrm>
            <a:off x="3113557" y="423848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4" name="Google Shape;884;p29"/>
          <p:cNvSpPr/>
          <p:nvPr/>
        </p:nvSpPr>
        <p:spPr>
          <a:xfrm>
            <a:off x="3703272" y="423848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5" name="Google Shape;885;p29"/>
          <p:cNvSpPr/>
          <p:nvPr/>
        </p:nvSpPr>
        <p:spPr>
          <a:xfrm>
            <a:off x="2523842" y="3636301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6" name="Google Shape;886;p29"/>
          <p:cNvSpPr/>
          <p:nvPr/>
        </p:nvSpPr>
        <p:spPr>
          <a:xfrm>
            <a:off x="3114444" y="3033260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7" name="Google Shape;887;p29"/>
          <p:cNvSpPr/>
          <p:nvPr/>
        </p:nvSpPr>
        <p:spPr>
          <a:xfrm>
            <a:off x="3114470" y="363628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8" name="Google Shape;888;p29"/>
          <p:cNvSpPr/>
          <p:nvPr/>
        </p:nvSpPr>
        <p:spPr>
          <a:xfrm>
            <a:off x="2524358" y="484151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9" name="Google Shape;889;p29"/>
          <p:cNvSpPr/>
          <p:nvPr/>
        </p:nvSpPr>
        <p:spPr>
          <a:xfrm>
            <a:off x="3114577" y="484148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0" name="Google Shape;890;p29"/>
          <p:cNvSpPr/>
          <p:nvPr/>
        </p:nvSpPr>
        <p:spPr>
          <a:xfrm>
            <a:off x="3704338" y="4841501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1" name="Google Shape;891;p29"/>
          <p:cNvSpPr/>
          <p:nvPr/>
        </p:nvSpPr>
        <p:spPr>
          <a:xfrm rot="10800000">
            <a:off x="3116441" y="180909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2" name="Google Shape;892;p29"/>
          <p:cNvSpPr/>
          <p:nvPr/>
        </p:nvSpPr>
        <p:spPr>
          <a:xfrm rot="10800000">
            <a:off x="3114067" y="3033241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3" name="Google Shape;893;p29"/>
          <p:cNvSpPr/>
          <p:nvPr/>
        </p:nvSpPr>
        <p:spPr>
          <a:xfrm rot="10800000">
            <a:off x="3705641" y="1206060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4" name="Google Shape;894;p29"/>
          <p:cNvSpPr/>
          <p:nvPr/>
        </p:nvSpPr>
        <p:spPr>
          <a:xfrm rot="10800000">
            <a:off x="3116383" y="120691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5" name="Google Shape;895;p29"/>
          <p:cNvSpPr/>
          <p:nvPr/>
        </p:nvSpPr>
        <p:spPr>
          <a:xfrm rot="10800000">
            <a:off x="3705528" y="603035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6" name="Google Shape;896;p29"/>
          <p:cNvSpPr/>
          <p:nvPr/>
        </p:nvSpPr>
        <p:spPr>
          <a:xfrm rot="10800000">
            <a:off x="3116271" y="603893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7" name="Google Shape;897;p29"/>
          <p:cNvSpPr/>
          <p:nvPr/>
        </p:nvSpPr>
        <p:spPr>
          <a:xfrm rot="10800000">
            <a:off x="2525934" y="60391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8" name="Google Shape;898;p29"/>
          <p:cNvSpPr/>
          <p:nvPr/>
        </p:nvSpPr>
        <p:spPr>
          <a:xfrm rot="10800000">
            <a:off x="3705528" y="10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9" name="Google Shape;899;p29"/>
          <p:cNvSpPr/>
          <p:nvPr/>
        </p:nvSpPr>
        <p:spPr>
          <a:xfrm rot="10800000">
            <a:off x="3116271" y="86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0" name="Google Shape;900;p29"/>
          <p:cNvSpPr/>
          <p:nvPr/>
        </p:nvSpPr>
        <p:spPr>
          <a:xfrm rot="10800000">
            <a:off x="2526509" y="885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UrRkuC-bFdY7oow1iQU5R7JqS5AAL9kHowZJpUr3f5I/copy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UrRkuC-bFdY7oow1iQU5R7JqS5AAL9kHowZJpUr3f5I/copy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5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33"/>
          <p:cNvSpPr txBox="1">
            <a:spLocks noGrp="1"/>
          </p:cNvSpPr>
          <p:nvPr>
            <p:ph type="ctrTitle"/>
          </p:nvPr>
        </p:nvSpPr>
        <p:spPr>
          <a:xfrm>
            <a:off x="1841100" y="114923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GAME PROG</a:t>
            </a:r>
            <a:endParaRPr dirty="0"/>
          </a:p>
        </p:txBody>
      </p:sp>
      <p:sp>
        <p:nvSpPr>
          <p:cNvPr id="964" name="Google Shape;964;p33"/>
          <p:cNvSpPr txBox="1">
            <a:spLocks noGrp="1"/>
          </p:cNvSpPr>
          <p:nvPr>
            <p:ph type="subTitle" idx="1"/>
          </p:nvPr>
        </p:nvSpPr>
        <p:spPr>
          <a:xfrm>
            <a:off x="2373819" y="2097535"/>
            <a:ext cx="4264874" cy="16770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ichard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adiyanto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gnatius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ryant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222117029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eynard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amadjaja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222117054 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hio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ichcie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umundo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222117065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5" name="Google Shape;965;p33"/>
          <p:cNvSpPr txBox="1">
            <a:spLocks noGrp="1"/>
          </p:cNvSpPr>
          <p:nvPr>
            <p:ph type="ctrTitle" idx="2"/>
          </p:nvPr>
        </p:nvSpPr>
        <p:spPr>
          <a:xfrm>
            <a:off x="713100" y="274960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PIXEL GUARDIAN</a:t>
            </a:r>
            <a:endParaRPr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 Story</a:t>
            </a:r>
            <a:endParaRPr dirty="0"/>
          </a:p>
        </p:txBody>
      </p:sp>
      <p:sp>
        <p:nvSpPr>
          <p:cNvPr id="971" name="Google Shape;971;p34"/>
          <p:cNvSpPr txBox="1">
            <a:spLocks noGrp="1"/>
          </p:cNvSpPr>
          <p:nvPr>
            <p:ph type="body" idx="1"/>
          </p:nvPr>
        </p:nvSpPr>
        <p:spPr>
          <a:xfrm>
            <a:off x="717425" y="1203750"/>
            <a:ext cx="7709100" cy="1093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>
              <a:buNone/>
            </a:pPr>
            <a:r>
              <a:rPr lang="en-ID" dirty="0"/>
              <a:t>Di </a:t>
            </a:r>
            <a:r>
              <a:rPr lang="en-ID" dirty="0" err="1"/>
              <a:t>tanah</a:t>
            </a:r>
            <a:r>
              <a:rPr lang="en-ID" dirty="0"/>
              <a:t> Astoria, </a:t>
            </a:r>
            <a:r>
              <a:rPr lang="en-ID" dirty="0" err="1"/>
              <a:t>sebuah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makmur</a:t>
            </a:r>
            <a:r>
              <a:rPr lang="en-ID" dirty="0"/>
              <a:t> yang </a:t>
            </a:r>
            <a:r>
              <a:rPr lang="en-ID" dirty="0" err="1"/>
              <a:t>diberkati</a:t>
            </a:r>
            <a:r>
              <a:rPr lang="en-ID" dirty="0"/>
              <a:t> oleh para </a:t>
            </a:r>
            <a:r>
              <a:rPr lang="en-ID" dirty="0" err="1"/>
              <a:t>dewa</a:t>
            </a:r>
            <a:r>
              <a:rPr lang="en-ID" dirty="0"/>
              <a:t>, </a:t>
            </a:r>
            <a:r>
              <a:rPr lang="en-ID" dirty="0" err="1"/>
              <a:t>muncul</a:t>
            </a:r>
            <a:r>
              <a:rPr lang="en-ID" dirty="0"/>
              <a:t> </a:t>
            </a:r>
            <a:r>
              <a:rPr lang="en-ID" dirty="0" err="1"/>
              <a:t>ancaman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timur</a:t>
            </a:r>
            <a:r>
              <a:rPr lang="en-ID" dirty="0"/>
              <a:t>: Kerajaan </a:t>
            </a:r>
            <a:r>
              <a:rPr lang="en-ID" dirty="0" err="1"/>
              <a:t>Zephiron</a:t>
            </a:r>
            <a:r>
              <a:rPr lang="en-ID" dirty="0"/>
              <a:t> yang </a:t>
            </a:r>
            <a:r>
              <a:rPr lang="en-ID" dirty="0" err="1"/>
              <a:t>haus</a:t>
            </a:r>
            <a:r>
              <a:rPr lang="en-ID" dirty="0"/>
              <a:t> </a:t>
            </a:r>
            <a:r>
              <a:rPr lang="en-ID" dirty="0" err="1"/>
              <a:t>akan</a:t>
            </a:r>
            <a:r>
              <a:rPr lang="en-ID" dirty="0"/>
              <a:t> </a:t>
            </a:r>
            <a:r>
              <a:rPr lang="en-ID" dirty="0" err="1"/>
              <a:t>darah</a:t>
            </a:r>
            <a:r>
              <a:rPr lang="en-ID" dirty="0"/>
              <a:t> dan </a:t>
            </a:r>
            <a:r>
              <a:rPr lang="en-ID" dirty="0" err="1"/>
              <a:t>kekuasaan</a:t>
            </a:r>
            <a:r>
              <a:rPr lang="en-ID" dirty="0"/>
              <a:t>. King Bob dan </a:t>
            </a:r>
            <a:r>
              <a:rPr lang="en-ID" dirty="0" err="1"/>
              <a:t>putranya</a:t>
            </a:r>
            <a:r>
              <a:rPr lang="en-ID" dirty="0"/>
              <a:t>, King Bob Jr., </a:t>
            </a:r>
            <a:r>
              <a:rPr lang="en-ID" dirty="0" err="1"/>
              <a:t>memimpin</a:t>
            </a:r>
            <a:r>
              <a:rPr lang="en-ID" dirty="0"/>
              <a:t>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mereka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ekspansi</a:t>
            </a:r>
            <a:r>
              <a:rPr lang="en-ID" dirty="0"/>
              <a:t> brutal, </a:t>
            </a:r>
            <a:r>
              <a:rPr lang="en-ID" dirty="0" err="1"/>
              <a:t>menghancurkan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demi </a:t>
            </a:r>
            <a:r>
              <a:rPr lang="en-ID" dirty="0" err="1"/>
              <a:t>kerajaan</a:t>
            </a:r>
            <a:r>
              <a:rPr lang="en-ID" dirty="0"/>
              <a:t>, </a:t>
            </a:r>
            <a:r>
              <a:rPr lang="en-ID" dirty="0" err="1"/>
              <a:t>termasuk</a:t>
            </a:r>
            <a:r>
              <a:rPr lang="en-ID" dirty="0"/>
              <a:t> </a:t>
            </a:r>
            <a:r>
              <a:rPr lang="en-ID" dirty="0" err="1"/>
              <a:t>tanah</a:t>
            </a:r>
            <a:r>
              <a:rPr lang="en-ID" dirty="0"/>
              <a:t> air para mercenary. Di </a:t>
            </a:r>
            <a:r>
              <a:rPr lang="en-ID" dirty="0" err="1"/>
              <a:t>tengah</a:t>
            </a:r>
            <a:r>
              <a:rPr lang="en-ID" dirty="0"/>
              <a:t> </a:t>
            </a:r>
            <a:r>
              <a:rPr lang="en-ID" dirty="0" err="1"/>
              <a:t>kekacauan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, </a:t>
            </a:r>
            <a:r>
              <a:rPr lang="en-ID" dirty="0" err="1"/>
              <a:t>tiga</a:t>
            </a:r>
            <a:r>
              <a:rPr lang="en-ID" dirty="0"/>
              <a:t> </a:t>
            </a:r>
            <a:r>
              <a:rPr lang="en-ID" dirty="0" err="1"/>
              <a:t>tentara</a:t>
            </a:r>
            <a:r>
              <a:rPr lang="en-ID" dirty="0"/>
              <a:t> </a:t>
            </a:r>
            <a:r>
              <a:rPr lang="en-ID" dirty="0" err="1"/>
              <a:t>bayaran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hancur</a:t>
            </a:r>
            <a:r>
              <a:rPr lang="en-ID" dirty="0"/>
              <a:t> </a:t>
            </a:r>
            <a:r>
              <a:rPr lang="en-ID" dirty="0" err="1"/>
              <a:t>bersatu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membalas</a:t>
            </a:r>
            <a:r>
              <a:rPr lang="en-ID" dirty="0"/>
              <a:t> </a:t>
            </a:r>
            <a:r>
              <a:rPr lang="en-ID" dirty="0" err="1"/>
              <a:t>dendam</a:t>
            </a:r>
            <a:r>
              <a:rPr lang="en-ID" dirty="0"/>
              <a:t> dan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penjajahan</a:t>
            </a:r>
            <a:r>
              <a:rPr lang="en-ID" dirty="0"/>
              <a:t> </a:t>
            </a:r>
            <a:r>
              <a:rPr lang="en-ID" dirty="0" err="1"/>
              <a:t>Zephiron</a:t>
            </a:r>
            <a:r>
              <a:rPr lang="en-ID"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/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b="1" dirty="0" err="1"/>
              <a:t>Karakter</a:t>
            </a:r>
            <a:r>
              <a:rPr lang="en-ID" b="1" dirty="0"/>
              <a:t> Utama</a:t>
            </a:r>
          </a:p>
        </p:txBody>
      </p:sp>
      <p:sp>
        <p:nvSpPr>
          <p:cNvPr id="977" name="Google Shape;977;p35"/>
          <p:cNvSpPr txBox="1">
            <a:spLocks noGrp="1"/>
          </p:cNvSpPr>
          <p:nvPr>
            <p:ph type="subTitle" idx="6"/>
          </p:nvPr>
        </p:nvSpPr>
        <p:spPr>
          <a:xfrm>
            <a:off x="1781031" y="2015850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Warrior</a:t>
            </a:r>
            <a:endParaRPr dirty="0"/>
          </a:p>
        </p:txBody>
      </p:sp>
      <p:sp>
        <p:nvSpPr>
          <p:cNvPr id="978" name="Google Shape;978;p35"/>
          <p:cNvSpPr txBox="1">
            <a:spLocks noGrp="1"/>
          </p:cNvSpPr>
          <p:nvPr>
            <p:ph type="subTitle" idx="7"/>
          </p:nvPr>
        </p:nvSpPr>
        <p:spPr>
          <a:xfrm>
            <a:off x="5034669" y="2018575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Archer</a:t>
            </a:r>
            <a:endParaRPr dirty="0"/>
          </a:p>
        </p:txBody>
      </p:sp>
      <p:sp>
        <p:nvSpPr>
          <p:cNvPr id="980" name="Google Shape;980;p35"/>
          <p:cNvSpPr txBox="1">
            <a:spLocks noGrp="1"/>
          </p:cNvSpPr>
          <p:nvPr>
            <p:ph type="title"/>
          </p:nvPr>
        </p:nvSpPr>
        <p:spPr>
          <a:xfrm>
            <a:off x="1462581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981" name="Google Shape;981;p35"/>
          <p:cNvSpPr txBox="1">
            <a:spLocks noGrp="1"/>
          </p:cNvSpPr>
          <p:nvPr>
            <p:ph type="title" idx="3"/>
          </p:nvPr>
        </p:nvSpPr>
        <p:spPr>
          <a:xfrm>
            <a:off x="4716219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982" name="Google Shape;982;p35"/>
          <p:cNvSpPr txBox="1">
            <a:spLocks noGrp="1"/>
          </p:cNvSpPr>
          <p:nvPr>
            <p:ph type="title" idx="4"/>
          </p:nvPr>
        </p:nvSpPr>
        <p:spPr>
          <a:xfrm>
            <a:off x="3000081" y="3019023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984" name="Google Shape;984;p35"/>
          <p:cNvSpPr txBox="1">
            <a:spLocks noGrp="1"/>
          </p:cNvSpPr>
          <p:nvPr>
            <p:ph type="subTitle" idx="9"/>
          </p:nvPr>
        </p:nvSpPr>
        <p:spPr>
          <a:xfrm>
            <a:off x="1407681" y="2479575"/>
            <a:ext cx="30750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Describe here this section</a:t>
            </a:r>
            <a:endParaRPr dirty="0"/>
          </a:p>
        </p:txBody>
      </p:sp>
      <p:sp>
        <p:nvSpPr>
          <p:cNvPr id="985" name="Google Shape;985;p35"/>
          <p:cNvSpPr txBox="1">
            <a:spLocks noGrp="1"/>
          </p:cNvSpPr>
          <p:nvPr>
            <p:ph type="subTitle" idx="13"/>
          </p:nvPr>
        </p:nvSpPr>
        <p:spPr>
          <a:xfrm>
            <a:off x="4668369" y="2480138"/>
            <a:ext cx="30609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Describe here this section</a:t>
            </a:r>
            <a:endParaRPr/>
          </a:p>
        </p:txBody>
      </p:sp>
      <p:sp>
        <p:nvSpPr>
          <p:cNvPr id="986" name="Google Shape;986;p35"/>
          <p:cNvSpPr txBox="1">
            <a:spLocks noGrp="1"/>
          </p:cNvSpPr>
          <p:nvPr>
            <p:ph type="subTitle" idx="1"/>
          </p:nvPr>
        </p:nvSpPr>
        <p:spPr>
          <a:xfrm>
            <a:off x="2945181" y="4125049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Describe here this section</a:t>
            </a:r>
            <a:endParaRPr dirty="0"/>
          </a:p>
        </p:txBody>
      </p:sp>
      <p:sp>
        <p:nvSpPr>
          <p:cNvPr id="988" name="Google Shape;988;p35"/>
          <p:cNvSpPr txBox="1">
            <a:spLocks noGrp="1"/>
          </p:cNvSpPr>
          <p:nvPr>
            <p:ph type="subTitle" idx="14"/>
          </p:nvPr>
        </p:nvSpPr>
        <p:spPr>
          <a:xfrm>
            <a:off x="3318531" y="3663224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Mage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/>
          <p:cNvSpPr txBox="1">
            <a:spLocks noGrp="1"/>
          </p:cNvSpPr>
          <p:nvPr>
            <p:ph type="title"/>
          </p:nvPr>
        </p:nvSpPr>
        <p:spPr>
          <a:xfrm>
            <a:off x="2332425" y="3034500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—SOMEONE FAMOUS</a:t>
            </a:r>
            <a:endParaRPr/>
          </a:p>
        </p:txBody>
      </p:sp>
      <p:sp>
        <p:nvSpPr>
          <p:cNvPr id="994" name="Google Shape;994;p36"/>
          <p:cNvSpPr txBox="1">
            <a:spLocks noGrp="1"/>
          </p:cNvSpPr>
          <p:nvPr>
            <p:ph type="subTitle" idx="1"/>
          </p:nvPr>
        </p:nvSpPr>
        <p:spPr>
          <a:xfrm>
            <a:off x="1059150" y="1276625"/>
            <a:ext cx="7025700" cy="146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“This is a quote, words full of wisdom that someone important said and can make the reader get inspired.”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37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INTRODUCTION</a:t>
            </a:r>
            <a:endParaRPr/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Mercury is the closest planet to the Sun and the smallest one in the Solar System—it’s a bit larger than the Moon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Google Shape;1005;p38"/>
          <p:cNvSpPr txBox="1">
            <a:spLocks noGrp="1"/>
          </p:cNvSpPr>
          <p:nvPr>
            <p:ph type="title"/>
          </p:nvPr>
        </p:nvSpPr>
        <p:spPr>
          <a:xfrm>
            <a:off x="1108900" y="1540450"/>
            <a:ext cx="3552000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OUR COMPANY</a:t>
            </a:r>
            <a:endParaRPr/>
          </a:p>
        </p:txBody>
      </p:sp>
      <p:sp>
        <p:nvSpPr>
          <p:cNvPr id="1006" name="Google Shape;1006;p38"/>
          <p:cNvSpPr txBox="1">
            <a:spLocks noGrp="1"/>
          </p:cNvSpPr>
          <p:nvPr>
            <p:ph type="title"/>
          </p:nvPr>
        </p:nvSpPr>
        <p:spPr>
          <a:xfrm>
            <a:off x="5674825" y="2496925"/>
            <a:ext cx="2159100" cy="38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none">
                <a:solidFill>
                  <a:schemeClr val="lt1"/>
                </a:solidFill>
                <a:latin typeface="Maven Pro SemiBold"/>
                <a:ea typeface="Maven Pro SemiBold"/>
                <a:cs typeface="Maven Pro SemiBold"/>
                <a:sym typeface="Maven Pro SemiBold"/>
              </a:rPr>
              <a:t>COMPANY LOGO</a:t>
            </a:r>
            <a:endParaRPr sz="1800" u="none">
              <a:solidFill>
                <a:schemeClr val="lt1"/>
              </a:solidFill>
              <a:latin typeface="Maven Pro SemiBold"/>
              <a:ea typeface="Maven Pro SemiBold"/>
              <a:cs typeface="Maven Pro SemiBold"/>
              <a:sym typeface="Maven Pro SemiBold"/>
            </a:endParaRPr>
          </a:p>
        </p:txBody>
      </p:sp>
      <p:sp>
        <p:nvSpPr>
          <p:cNvPr id="1007" name="Google Shape;1007;p38"/>
          <p:cNvSpPr txBox="1">
            <a:spLocks noGrp="1"/>
          </p:cNvSpPr>
          <p:nvPr>
            <p:ph type="title"/>
          </p:nvPr>
        </p:nvSpPr>
        <p:spPr>
          <a:xfrm>
            <a:off x="5674825" y="2845200"/>
            <a:ext cx="2159100" cy="38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none">
                <a:solidFill>
                  <a:schemeClr val="lt1"/>
                </a:solidFill>
                <a:latin typeface="Maven Pro SemiBold"/>
                <a:ea typeface="Maven Pro SemiBold"/>
                <a:cs typeface="Maven Pro SemiBold"/>
                <a:sym typeface="Maven Pro SemiBold"/>
              </a:rPr>
              <a:t>Your tagline here</a:t>
            </a:r>
            <a:endParaRPr sz="1200" u="none">
              <a:solidFill>
                <a:schemeClr val="lt1"/>
              </a:solidFill>
              <a:latin typeface="Maven Pro SemiBold"/>
              <a:ea typeface="Maven Pro SemiBold"/>
              <a:cs typeface="Maven Pro SemiBold"/>
              <a:sym typeface="Maven Pro SemiBold"/>
            </a:endParaRPr>
          </a:p>
        </p:txBody>
      </p:sp>
      <p:sp>
        <p:nvSpPr>
          <p:cNvPr id="1008" name="Google Shape;1008;p38"/>
          <p:cNvSpPr txBox="1">
            <a:spLocks noGrp="1"/>
          </p:cNvSpPr>
          <p:nvPr>
            <p:ph type="body" idx="1"/>
          </p:nvPr>
        </p:nvSpPr>
        <p:spPr>
          <a:xfrm>
            <a:off x="1108875" y="2435000"/>
            <a:ext cx="4084200" cy="8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Jupiter is a gas giant, the biggest planet in the Solar System and also the fourth-brightest object in the night sky</a:t>
            </a:r>
            <a:endParaRPr/>
          </a:p>
        </p:txBody>
      </p:sp>
      <p:sp>
        <p:nvSpPr>
          <p:cNvPr id="1009" name="Google Shape;1009;p38"/>
          <p:cNvSpPr/>
          <p:nvPr/>
        </p:nvSpPr>
        <p:spPr>
          <a:xfrm>
            <a:off x="6404184" y="1657858"/>
            <a:ext cx="700356" cy="700356"/>
          </a:xfrm>
          <a:custGeom>
            <a:avLst/>
            <a:gdLst/>
            <a:ahLst/>
            <a:cxnLst/>
            <a:rect l="l" t="t" r="r" b="b"/>
            <a:pathLst>
              <a:path w="52967" h="52967" extrusionOk="0">
                <a:moveTo>
                  <a:pt x="9841" y="0"/>
                </a:moveTo>
                <a:lnTo>
                  <a:pt x="0" y="9841"/>
                </a:lnTo>
                <a:lnTo>
                  <a:pt x="16594" y="26435"/>
                </a:lnTo>
                <a:lnTo>
                  <a:pt x="0" y="43030"/>
                </a:lnTo>
                <a:lnTo>
                  <a:pt x="9841" y="52967"/>
                </a:lnTo>
                <a:lnTo>
                  <a:pt x="26435" y="36373"/>
                </a:lnTo>
                <a:lnTo>
                  <a:pt x="43029" y="52967"/>
                </a:lnTo>
                <a:lnTo>
                  <a:pt x="52967" y="43030"/>
                </a:lnTo>
                <a:lnTo>
                  <a:pt x="36372" y="26435"/>
                </a:lnTo>
                <a:lnTo>
                  <a:pt x="52967" y="9841"/>
                </a:lnTo>
                <a:lnTo>
                  <a:pt x="43029" y="0"/>
                </a:lnTo>
                <a:lnTo>
                  <a:pt x="26435" y="16595"/>
                </a:lnTo>
                <a:lnTo>
                  <a:pt x="9841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0" name="Google Shape;1010;p38"/>
          <p:cNvSpPr/>
          <p:nvPr/>
        </p:nvSpPr>
        <p:spPr>
          <a:xfrm>
            <a:off x="7101967" y="1674439"/>
            <a:ext cx="876401" cy="654434"/>
          </a:xfrm>
          <a:custGeom>
            <a:avLst/>
            <a:gdLst/>
            <a:ahLst/>
            <a:cxnLst/>
            <a:rect l="l" t="t" r="r" b="b"/>
            <a:pathLst>
              <a:path w="66281" h="49494" extrusionOk="0">
                <a:moveTo>
                  <a:pt x="33092" y="25181"/>
                </a:moveTo>
                <a:lnTo>
                  <a:pt x="40039" y="35601"/>
                </a:lnTo>
                <a:lnTo>
                  <a:pt x="26146" y="35601"/>
                </a:lnTo>
                <a:lnTo>
                  <a:pt x="33092" y="25181"/>
                </a:lnTo>
                <a:close/>
                <a:moveTo>
                  <a:pt x="33092" y="1"/>
                </a:moveTo>
                <a:lnTo>
                  <a:pt x="1" y="49494"/>
                </a:lnTo>
                <a:lnTo>
                  <a:pt x="66281" y="49494"/>
                </a:lnTo>
                <a:lnTo>
                  <a:pt x="3309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1" name="Google Shape;1011;p38"/>
          <p:cNvSpPr/>
          <p:nvPr/>
        </p:nvSpPr>
        <p:spPr>
          <a:xfrm>
            <a:off x="5460188" y="1633820"/>
            <a:ext cx="864923" cy="740989"/>
          </a:xfrm>
          <a:custGeom>
            <a:avLst/>
            <a:gdLst/>
            <a:ahLst/>
            <a:cxnLst/>
            <a:rect l="l" t="t" r="r" b="b"/>
            <a:pathLst>
              <a:path w="65413" h="56040" extrusionOk="0">
                <a:moveTo>
                  <a:pt x="37434" y="13975"/>
                </a:moveTo>
                <a:cubicBezTo>
                  <a:pt x="45152" y="13975"/>
                  <a:pt x="51423" y="20246"/>
                  <a:pt x="51423" y="27964"/>
                </a:cubicBezTo>
                <a:cubicBezTo>
                  <a:pt x="51489" y="36469"/>
                  <a:pt x="44545" y="42090"/>
                  <a:pt x="37300" y="42090"/>
                </a:cubicBezTo>
                <a:cubicBezTo>
                  <a:pt x="33861" y="42090"/>
                  <a:pt x="30354" y="40824"/>
                  <a:pt x="27497" y="37998"/>
                </a:cubicBezTo>
                <a:cubicBezTo>
                  <a:pt x="18621" y="29122"/>
                  <a:pt x="24892" y="14071"/>
                  <a:pt x="37434" y="14071"/>
                </a:cubicBezTo>
                <a:lnTo>
                  <a:pt x="37434" y="13975"/>
                </a:lnTo>
                <a:close/>
                <a:moveTo>
                  <a:pt x="37201" y="1"/>
                </a:moveTo>
                <a:cubicBezTo>
                  <a:pt x="30310" y="1"/>
                  <a:pt x="23281" y="2561"/>
                  <a:pt x="17560" y="8282"/>
                </a:cubicBezTo>
                <a:cubicBezTo>
                  <a:pt x="1" y="25938"/>
                  <a:pt x="12447" y="56039"/>
                  <a:pt x="37434" y="56039"/>
                </a:cubicBezTo>
                <a:cubicBezTo>
                  <a:pt x="52871" y="56039"/>
                  <a:pt x="65413" y="43497"/>
                  <a:pt x="65413" y="27964"/>
                </a:cubicBezTo>
                <a:cubicBezTo>
                  <a:pt x="65348" y="11139"/>
                  <a:pt x="51574" y="1"/>
                  <a:pt x="3720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2" name="Google Shape;1012;p38"/>
          <p:cNvSpPr/>
          <p:nvPr/>
        </p:nvSpPr>
        <p:spPr>
          <a:xfrm>
            <a:off x="5860745" y="1540438"/>
            <a:ext cx="188817" cy="432468"/>
          </a:xfrm>
          <a:custGeom>
            <a:avLst/>
            <a:gdLst/>
            <a:ahLst/>
            <a:cxnLst/>
            <a:rect l="l" t="t" r="r" b="b"/>
            <a:pathLst>
              <a:path w="14280" h="32707" extrusionOk="0">
                <a:moveTo>
                  <a:pt x="1" y="0"/>
                </a:moveTo>
                <a:lnTo>
                  <a:pt x="1" y="32706"/>
                </a:lnTo>
                <a:lnTo>
                  <a:pt x="14280" y="32706"/>
                </a:lnTo>
                <a:lnTo>
                  <a:pt x="14280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p39"/>
          <p:cNvSpPr txBox="1">
            <a:spLocks noGrp="1"/>
          </p:cNvSpPr>
          <p:nvPr>
            <p:ph type="subTitle" idx="3"/>
          </p:nvPr>
        </p:nvSpPr>
        <p:spPr>
          <a:xfrm>
            <a:off x="1057697" y="3331100"/>
            <a:ext cx="1899000" cy="804600"/>
          </a:xfrm>
          <a:prstGeom prst="rect">
            <a:avLst/>
          </a:prstGeom>
        </p:spPr>
        <p:txBody>
          <a:bodyPr spcFirstLastPara="1" wrap="square" lIns="182875" tIns="182875" rIns="182875" bIns="1828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Despite being red, Mars is actually a very cold place</a:t>
            </a:r>
            <a:endParaRPr/>
          </a:p>
        </p:txBody>
      </p:sp>
      <p:sp>
        <p:nvSpPr>
          <p:cNvPr id="1018" name="Google Shape;1018;p39"/>
          <p:cNvSpPr txBox="1">
            <a:spLocks noGrp="1"/>
          </p:cNvSpPr>
          <p:nvPr>
            <p:ph type="subTitle" idx="2"/>
          </p:nvPr>
        </p:nvSpPr>
        <p:spPr>
          <a:xfrm>
            <a:off x="3622500" y="3331100"/>
            <a:ext cx="1899000" cy="804600"/>
          </a:xfrm>
          <a:prstGeom prst="rect">
            <a:avLst/>
          </a:prstGeom>
        </p:spPr>
        <p:txBody>
          <a:bodyPr spcFirstLastPara="1" wrap="square" lIns="182875" tIns="182875" rIns="182875" bIns="1828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Jupiter is the biggest planet in the Solar System</a:t>
            </a:r>
            <a:endParaRPr/>
          </a:p>
        </p:txBody>
      </p:sp>
      <p:sp>
        <p:nvSpPr>
          <p:cNvPr id="1019" name="Google Shape;1019;p39"/>
          <p:cNvSpPr txBox="1">
            <a:spLocks noGrp="1"/>
          </p:cNvSpPr>
          <p:nvPr>
            <p:ph type="subTitle" idx="1"/>
          </p:nvPr>
        </p:nvSpPr>
        <p:spPr>
          <a:xfrm>
            <a:off x="6187303" y="3331100"/>
            <a:ext cx="1899000" cy="804600"/>
          </a:xfrm>
          <a:prstGeom prst="rect">
            <a:avLst/>
          </a:prstGeom>
        </p:spPr>
        <p:txBody>
          <a:bodyPr spcFirstLastPara="1" wrap="square" lIns="182875" tIns="182875" rIns="182875" bIns="1828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Venus is the second planet from the Sun</a:t>
            </a:r>
            <a:endParaRPr/>
          </a:p>
        </p:txBody>
      </p:sp>
      <p:sp>
        <p:nvSpPr>
          <p:cNvPr id="1020" name="Google Shape;1020;p39"/>
          <p:cNvSpPr txBox="1">
            <a:spLocks noGrp="1"/>
          </p:cNvSpPr>
          <p:nvPr>
            <p:ph type="subTitle" idx="4"/>
          </p:nvPr>
        </p:nvSpPr>
        <p:spPr>
          <a:xfrm>
            <a:off x="1057697" y="2949800"/>
            <a:ext cx="1899000" cy="38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MARS</a:t>
            </a:r>
            <a:endParaRPr/>
          </a:p>
        </p:txBody>
      </p:sp>
      <p:sp>
        <p:nvSpPr>
          <p:cNvPr id="1021" name="Google Shape;1021;p39"/>
          <p:cNvSpPr txBox="1">
            <a:spLocks noGrp="1"/>
          </p:cNvSpPr>
          <p:nvPr>
            <p:ph type="subTitle" idx="5"/>
          </p:nvPr>
        </p:nvSpPr>
        <p:spPr>
          <a:xfrm>
            <a:off x="3622500" y="2949850"/>
            <a:ext cx="1899000" cy="38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</a:t>
            </a:r>
            <a:endParaRPr/>
          </a:p>
        </p:txBody>
      </p:sp>
      <p:sp>
        <p:nvSpPr>
          <p:cNvPr id="1022" name="Google Shape;1022;p39"/>
          <p:cNvSpPr txBox="1">
            <a:spLocks noGrp="1"/>
          </p:cNvSpPr>
          <p:nvPr>
            <p:ph type="subTitle" idx="6"/>
          </p:nvPr>
        </p:nvSpPr>
        <p:spPr>
          <a:xfrm>
            <a:off x="6187303" y="2949850"/>
            <a:ext cx="1899000" cy="38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1023" name="Google Shape;1023;p39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PRODUCT OVERVIEW</a:t>
            </a:r>
            <a:endParaRPr/>
          </a:p>
        </p:txBody>
      </p:sp>
      <p:grpSp>
        <p:nvGrpSpPr>
          <p:cNvPr id="1024" name="Google Shape;1024;p39"/>
          <p:cNvGrpSpPr/>
          <p:nvPr/>
        </p:nvGrpSpPr>
        <p:grpSpPr>
          <a:xfrm>
            <a:off x="1533069" y="1830104"/>
            <a:ext cx="948255" cy="948787"/>
            <a:chOff x="1192250" y="238125"/>
            <a:chExt cx="5215925" cy="5218850"/>
          </a:xfrm>
        </p:grpSpPr>
        <p:sp>
          <p:nvSpPr>
            <p:cNvPr id="1025" name="Google Shape;1025;p39"/>
            <p:cNvSpPr/>
            <p:nvPr/>
          </p:nvSpPr>
          <p:spPr>
            <a:xfrm>
              <a:off x="3146575" y="1031600"/>
              <a:ext cx="3261600" cy="2384750"/>
            </a:xfrm>
            <a:custGeom>
              <a:avLst/>
              <a:gdLst/>
              <a:ahLst/>
              <a:cxnLst/>
              <a:rect l="l" t="t" r="r" b="b"/>
              <a:pathLst>
                <a:path w="130464" h="95390" extrusionOk="0">
                  <a:moveTo>
                    <a:pt x="96441" y="0"/>
                  </a:moveTo>
                  <a:cubicBezTo>
                    <a:pt x="88286" y="0"/>
                    <a:pt x="80392" y="2936"/>
                    <a:pt x="74195" y="8286"/>
                  </a:cubicBezTo>
                  <a:lnTo>
                    <a:pt x="15087" y="59401"/>
                  </a:lnTo>
                  <a:cubicBezTo>
                    <a:pt x="1" y="72402"/>
                    <a:pt x="10919" y="95389"/>
                    <a:pt x="28111" y="95389"/>
                  </a:cubicBezTo>
                  <a:cubicBezTo>
                    <a:pt x="30545" y="95389"/>
                    <a:pt x="33106" y="94928"/>
                    <a:pt x="35736" y="93913"/>
                  </a:cubicBezTo>
                  <a:lnTo>
                    <a:pt x="108674" y="65762"/>
                  </a:lnTo>
                  <a:cubicBezTo>
                    <a:pt x="121722" y="60738"/>
                    <a:pt x="130464" y="47984"/>
                    <a:pt x="130464" y="34023"/>
                  </a:cubicBezTo>
                  <a:cubicBezTo>
                    <a:pt x="130464" y="15266"/>
                    <a:pt x="115198" y="0"/>
                    <a:pt x="9644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39"/>
            <p:cNvSpPr/>
            <p:nvPr/>
          </p:nvSpPr>
          <p:spPr>
            <a:xfrm>
              <a:off x="1192250" y="3072775"/>
              <a:ext cx="3260700" cy="2384200"/>
            </a:xfrm>
            <a:custGeom>
              <a:avLst/>
              <a:gdLst/>
              <a:ahLst/>
              <a:cxnLst/>
              <a:rect l="l" t="t" r="r" b="b"/>
              <a:pathLst>
                <a:path w="130428" h="95368" extrusionOk="0">
                  <a:moveTo>
                    <a:pt x="34023" y="1"/>
                  </a:moveTo>
                  <a:cubicBezTo>
                    <a:pt x="15266" y="1"/>
                    <a:pt x="0" y="15267"/>
                    <a:pt x="0" y="34023"/>
                  </a:cubicBezTo>
                  <a:cubicBezTo>
                    <a:pt x="0" y="47984"/>
                    <a:pt x="8742" y="60739"/>
                    <a:pt x="21790" y="65762"/>
                  </a:cubicBezTo>
                  <a:lnTo>
                    <a:pt x="94728" y="93881"/>
                  </a:lnTo>
                  <a:cubicBezTo>
                    <a:pt x="97375" y="94904"/>
                    <a:pt x="99950" y="95368"/>
                    <a:pt x="102395" y="95368"/>
                  </a:cubicBezTo>
                  <a:cubicBezTo>
                    <a:pt x="119598" y="95368"/>
                    <a:pt x="130428" y="72396"/>
                    <a:pt x="115377" y="59401"/>
                  </a:cubicBezTo>
                  <a:lnTo>
                    <a:pt x="56237" y="8286"/>
                  </a:lnTo>
                  <a:cubicBezTo>
                    <a:pt x="50072" y="2936"/>
                    <a:pt x="42178" y="1"/>
                    <a:pt x="340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39"/>
            <p:cNvSpPr/>
            <p:nvPr/>
          </p:nvSpPr>
          <p:spPr>
            <a:xfrm>
              <a:off x="1872375" y="3752900"/>
              <a:ext cx="340075" cy="340900"/>
            </a:xfrm>
            <a:custGeom>
              <a:avLst/>
              <a:gdLst/>
              <a:ahLst/>
              <a:cxnLst/>
              <a:rect l="l" t="t" r="r" b="b"/>
              <a:pathLst>
                <a:path w="13603" h="13636" extrusionOk="0">
                  <a:moveTo>
                    <a:pt x="6818" y="1"/>
                  </a:moveTo>
                  <a:cubicBezTo>
                    <a:pt x="3066" y="1"/>
                    <a:pt x="0" y="3067"/>
                    <a:pt x="0" y="6818"/>
                  </a:cubicBezTo>
                  <a:cubicBezTo>
                    <a:pt x="0" y="10569"/>
                    <a:pt x="3066" y="13636"/>
                    <a:pt x="6818" y="13636"/>
                  </a:cubicBezTo>
                  <a:cubicBezTo>
                    <a:pt x="10569" y="13636"/>
                    <a:pt x="13603" y="10569"/>
                    <a:pt x="13603" y="6818"/>
                  </a:cubicBezTo>
                  <a:cubicBezTo>
                    <a:pt x="13603" y="3067"/>
                    <a:pt x="10569" y="1"/>
                    <a:pt x="68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39"/>
            <p:cNvSpPr/>
            <p:nvPr/>
          </p:nvSpPr>
          <p:spPr>
            <a:xfrm>
              <a:off x="5387975" y="1712525"/>
              <a:ext cx="340075" cy="340100"/>
            </a:xfrm>
            <a:custGeom>
              <a:avLst/>
              <a:gdLst/>
              <a:ahLst/>
              <a:cxnLst/>
              <a:rect l="l" t="t" r="r" b="b"/>
              <a:pathLst>
                <a:path w="13603" h="13604" extrusionOk="0">
                  <a:moveTo>
                    <a:pt x="6785" y="1"/>
                  </a:moveTo>
                  <a:cubicBezTo>
                    <a:pt x="3034" y="1"/>
                    <a:pt x="0" y="3034"/>
                    <a:pt x="0" y="6786"/>
                  </a:cubicBezTo>
                  <a:cubicBezTo>
                    <a:pt x="0" y="10537"/>
                    <a:pt x="3034" y="13603"/>
                    <a:pt x="6785" y="13603"/>
                  </a:cubicBezTo>
                  <a:cubicBezTo>
                    <a:pt x="10537" y="13603"/>
                    <a:pt x="13603" y="10537"/>
                    <a:pt x="13603" y="6786"/>
                  </a:cubicBezTo>
                  <a:cubicBezTo>
                    <a:pt x="13603" y="3034"/>
                    <a:pt x="10537" y="1"/>
                    <a:pt x="6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39"/>
            <p:cNvSpPr/>
            <p:nvPr/>
          </p:nvSpPr>
          <p:spPr>
            <a:xfrm>
              <a:off x="2212425" y="238125"/>
              <a:ext cx="1701150" cy="1701150"/>
            </a:xfrm>
            <a:custGeom>
              <a:avLst/>
              <a:gdLst/>
              <a:ahLst/>
              <a:cxnLst/>
              <a:rect l="l" t="t" r="r" b="b"/>
              <a:pathLst>
                <a:path w="68046" h="68046" extrusionOk="0">
                  <a:moveTo>
                    <a:pt x="34023" y="0"/>
                  </a:moveTo>
                  <a:cubicBezTo>
                    <a:pt x="15267" y="0"/>
                    <a:pt x="1" y="15266"/>
                    <a:pt x="1" y="34023"/>
                  </a:cubicBezTo>
                  <a:cubicBezTo>
                    <a:pt x="1" y="52779"/>
                    <a:pt x="15267" y="68045"/>
                    <a:pt x="34023" y="68045"/>
                  </a:cubicBezTo>
                  <a:cubicBezTo>
                    <a:pt x="52780" y="68045"/>
                    <a:pt x="68046" y="52779"/>
                    <a:pt x="68046" y="34023"/>
                  </a:cubicBezTo>
                  <a:cubicBezTo>
                    <a:pt x="68046" y="15266"/>
                    <a:pt x="52780" y="0"/>
                    <a:pt x="3402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39"/>
            <p:cNvSpPr/>
            <p:nvPr/>
          </p:nvSpPr>
          <p:spPr>
            <a:xfrm>
              <a:off x="3063000" y="238125"/>
              <a:ext cx="850575" cy="1701150"/>
            </a:xfrm>
            <a:custGeom>
              <a:avLst/>
              <a:gdLst/>
              <a:ahLst/>
              <a:cxnLst/>
              <a:rect l="l" t="t" r="r" b="b"/>
              <a:pathLst>
                <a:path w="34023" h="68046" extrusionOk="0">
                  <a:moveTo>
                    <a:pt x="0" y="0"/>
                  </a:moveTo>
                  <a:lnTo>
                    <a:pt x="0" y="68045"/>
                  </a:lnTo>
                  <a:cubicBezTo>
                    <a:pt x="18757" y="68045"/>
                    <a:pt x="34023" y="52779"/>
                    <a:pt x="34023" y="34023"/>
                  </a:cubicBezTo>
                  <a:cubicBezTo>
                    <a:pt x="34023" y="15266"/>
                    <a:pt x="18757" y="0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1" name="Google Shape;1031;p39"/>
          <p:cNvGrpSpPr/>
          <p:nvPr/>
        </p:nvGrpSpPr>
        <p:grpSpPr>
          <a:xfrm>
            <a:off x="4065839" y="1933312"/>
            <a:ext cx="1012323" cy="742370"/>
            <a:chOff x="1188975" y="934225"/>
            <a:chExt cx="5220850" cy="3826650"/>
          </a:xfrm>
        </p:grpSpPr>
        <p:sp>
          <p:nvSpPr>
            <p:cNvPr id="1032" name="Google Shape;1032;p39"/>
            <p:cNvSpPr/>
            <p:nvPr/>
          </p:nvSpPr>
          <p:spPr>
            <a:xfrm>
              <a:off x="1188975" y="934550"/>
              <a:ext cx="5220850" cy="3826325"/>
            </a:xfrm>
            <a:custGeom>
              <a:avLst/>
              <a:gdLst/>
              <a:ahLst/>
              <a:cxnLst/>
              <a:rect l="l" t="t" r="r" b="b"/>
              <a:pathLst>
                <a:path w="208834" h="153053" extrusionOk="0">
                  <a:moveTo>
                    <a:pt x="104450" y="0"/>
                  </a:moveTo>
                  <a:cubicBezTo>
                    <a:pt x="102134" y="0"/>
                    <a:pt x="99785" y="98"/>
                    <a:pt x="97469" y="229"/>
                  </a:cubicBezTo>
                  <a:cubicBezTo>
                    <a:pt x="94566" y="359"/>
                    <a:pt x="91630" y="685"/>
                    <a:pt x="88662" y="1109"/>
                  </a:cubicBezTo>
                  <a:cubicBezTo>
                    <a:pt x="68763" y="3980"/>
                    <a:pt x="50431" y="12853"/>
                    <a:pt x="35687" y="25737"/>
                  </a:cubicBezTo>
                  <a:cubicBezTo>
                    <a:pt x="32164" y="28771"/>
                    <a:pt x="28869" y="32066"/>
                    <a:pt x="25803" y="35523"/>
                  </a:cubicBezTo>
                  <a:cubicBezTo>
                    <a:pt x="15593" y="47136"/>
                    <a:pt x="7895" y="60967"/>
                    <a:pt x="3817" y="76135"/>
                  </a:cubicBezTo>
                  <a:cubicBezTo>
                    <a:pt x="1893" y="83148"/>
                    <a:pt x="751" y="90227"/>
                    <a:pt x="262" y="97371"/>
                  </a:cubicBezTo>
                  <a:cubicBezTo>
                    <a:pt x="1" y="102035"/>
                    <a:pt x="1" y="106667"/>
                    <a:pt x="262" y="111299"/>
                  </a:cubicBezTo>
                  <a:cubicBezTo>
                    <a:pt x="1142" y="124380"/>
                    <a:pt x="4437" y="137232"/>
                    <a:pt x="10113" y="149106"/>
                  </a:cubicBezTo>
                  <a:cubicBezTo>
                    <a:pt x="11287" y="151520"/>
                    <a:pt x="13668" y="153053"/>
                    <a:pt x="16376" y="153053"/>
                  </a:cubicBezTo>
                  <a:lnTo>
                    <a:pt x="192491" y="153053"/>
                  </a:lnTo>
                  <a:cubicBezTo>
                    <a:pt x="195198" y="153053"/>
                    <a:pt x="197612" y="151520"/>
                    <a:pt x="198754" y="149106"/>
                  </a:cubicBezTo>
                  <a:cubicBezTo>
                    <a:pt x="204364" y="137395"/>
                    <a:pt x="207724" y="124445"/>
                    <a:pt x="208540" y="111299"/>
                  </a:cubicBezTo>
                  <a:cubicBezTo>
                    <a:pt x="208735" y="108983"/>
                    <a:pt x="208833" y="106667"/>
                    <a:pt x="208833" y="104351"/>
                  </a:cubicBezTo>
                  <a:cubicBezTo>
                    <a:pt x="208833" y="102068"/>
                    <a:pt x="208735" y="99785"/>
                    <a:pt x="208605" y="97566"/>
                  </a:cubicBezTo>
                  <a:lnTo>
                    <a:pt x="208605" y="97371"/>
                  </a:lnTo>
                  <a:cubicBezTo>
                    <a:pt x="207072" y="74472"/>
                    <a:pt x="198069" y="52812"/>
                    <a:pt x="182998" y="35621"/>
                  </a:cubicBezTo>
                  <a:cubicBezTo>
                    <a:pt x="179965" y="32164"/>
                    <a:pt x="176670" y="28869"/>
                    <a:pt x="173147" y="25803"/>
                  </a:cubicBezTo>
                  <a:cubicBezTo>
                    <a:pt x="173017" y="25640"/>
                    <a:pt x="172821" y="25476"/>
                    <a:pt x="172658" y="25313"/>
                  </a:cubicBezTo>
                  <a:cubicBezTo>
                    <a:pt x="155434" y="10439"/>
                    <a:pt x="133905" y="1762"/>
                    <a:pt x="111398" y="261"/>
                  </a:cubicBezTo>
                  <a:cubicBezTo>
                    <a:pt x="109082" y="98"/>
                    <a:pt x="106766" y="0"/>
                    <a:pt x="10445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39"/>
            <p:cNvSpPr/>
            <p:nvPr/>
          </p:nvSpPr>
          <p:spPr>
            <a:xfrm>
              <a:off x="3800200" y="934550"/>
              <a:ext cx="2609625" cy="3826325"/>
            </a:xfrm>
            <a:custGeom>
              <a:avLst/>
              <a:gdLst/>
              <a:ahLst/>
              <a:cxnLst/>
              <a:rect l="l" t="t" r="r" b="b"/>
              <a:pathLst>
                <a:path w="104385" h="153053" extrusionOk="0">
                  <a:moveTo>
                    <a:pt x="1" y="0"/>
                  </a:moveTo>
                  <a:lnTo>
                    <a:pt x="1" y="153053"/>
                  </a:lnTo>
                  <a:lnTo>
                    <a:pt x="88042" y="153053"/>
                  </a:lnTo>
                  <a:cubicBezTo>
                    <a:pt x="90749" y="153053"/>
                    <a:pt x="93163" y="151520"/>
                    <a:pt x="94305" y="149106"/>
                  </a:cubicBezTo>
                  <a:cubicBezTo>
                    <a:pt x="99915" y="137395"/>
                    <a:pt x="103275" y="124445"/>
                    <a:pt x="104091" y="111299"/>
                  </a:cubicBezTo>
                  <a:cubicBezTo>
                    <a:pt x="104286" y="108983"/>
                    <a:pt x="104384" y="106667"/>
                    <a:pt x="104384" y="104351"/>
                  </a:cubicBezTo>
                  <a:cubicBezTo>
                    <a:pt x="104384" y="102068"/>
                    <a:pt x="104286" y="99785"/>
                    <a:pt x="104156" y="97566"/>
                  </a:cubicBezTo>
                  <a:lnTo>
                    <a:pt x="104156" y="97371"/>
                  </a:lnTo>
                  <a:cubicBezTo>
                    <a:pt x="102623" y="74472"/>
                    <a:pt x="93620" y="52812"/>
                    <a:pt x="78549" y="35621"/>
                  </a:cubicBezTo>
                  <a:cubicBezTo>
                    <a:pt x="75516" y="32164"/>
                    <a:pt x="72221" y="28869"/>
                    <a:pt x="68698" y="25803"/>
                  </a:cubicBezTo>
                  <a:cubicBezTo>
                    <a:pt x="68568" y="25640"/>
                    <a:pt x="68372" y="25476"/>
                    <a:pt x="68209" y="25346"/>
                  </a:cubicBezTo>
                  <a:cubicBezTo>
                    <a:pt x="50985" y="10439"/>
                    <a:pt x="29456" y="1762"/>
                    <a:pt x="6949" y="261"/>
                  </a:cubicBezTo>
                  <a:cubicBezTo>
                    <a:pt x="4633" y="98"/>
                    <a:pt x="2317" y="0"/>
                    <a:pt x="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39"/>
            <p:cNvSpPr/>
            <p:nvPr/>
          </p:nvSpPr>
          <p:spPr>
            <a:xfrm>
              <a:off x="3625675" y="934225"/>
              <a:ext cx="348250" cy="695150"/>
            </a:xfrm>
            <a:custGeom>
              <a:avLst/>
              <a:gdLst/>
              <a:ahLst/>
              <a:cxnLst/>
              <a:rect l="l" t="t" r="r" b="b"/>
              <a:pathLst>
                <a:path w="13930" h="27806" extrusionOk="0">
                  <a:moveTo>
                    <a:pt x="6836" y="1"/>
                  </a:moveTo>
                  <a:cubicBezTo>
                    <a:pt x="4571" y="1"/>
                    <a:pt x="2294" y="82"/>
                    <a:pt x="1" y="242"/>
                  </a:cubicBezTo>
                  <a:lnTo>
                    <a:pt x="1" y="20857"/>
                  </a:lnTo>
                  <a:cubicBezTo>
                    <a:pt x="1" y="24707"/>
                    <a:pt x="3132" y="27805"/>
                    <a:pt x="6982" y="27805"/>
                  </a:cubicBezTo>
                  <a:cubicBezTo>
                    <a:pt x="10831" y="27805"/>
                    <a:pt x="13930" y="24707"/>
                    <a:pt x="13930" y="20857"/>
                  </a:cubicBezTo>
                  <a:lnTo>
                    <a:pt x="13930" y="274"/>
                  </a:lnTo>
                  <a:cubicBezTo>
                    <a:pt x="11575" y="91"/>
                    <a:pt x="9212" y="1"/>
                    <a:pt x="68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39"/>
            <p:cNvSpPr/>
            <p:nvPr/>
          </p:nvSpPr>
          <p:spPr>
            <a:xfrm>
              <a:off x="1834050" y="1577975"/>
              <a:ext cx="680950" cy="663225"/>
            </a:xfrm>
            <a:custGeom>
              <a:avLst/>
              <a:gdLst/>
              <a:ahLst/>
              <a:cxnLst/>
              <a:rect l="l" t="t" r="r" b="b"/>
              <a:pathLst>
                <a:path w="27238" h="26529" extrusionOk="0">
                  <a:moveTo>
                    <a:pt x="9884" y="0"/>
                  </a:moveTo>
                  <a:cubicBezTo>
                    <a:pt x="6361" y="3034"/>
                    <a:pt x="3066" y="6329"/>
                    <a:pt x="0" y="9786"/>
                  </a:cubicBezTo>
                  <a:lnTo>
                    <a:pt x="14712" y="24498"/>
                  </a:lnTo>
                  <a:cubicBezTo>
                    <a:pt x="16049" y="25852"/>
                    <a:pt x="17819" y="26529"/>
                    <a:pt x="19596" y="26529"/>
                  </a:cubicBezTo>
                  <a:cubicBezTo>
                    <a:pt x="21374" y="26529"/>
                    <a:pt x="23160" y="25852"/>
                    <a:pt x="24530" y="24498"/>
                  </a:cubicBezTo>
                  <a:cubicBezTo>
                    <a:pt x="27238" y="21758"/>
                    <a:pt x="27238" y="17354"/>
                    <a:pt x="24530" y="14679"/>
                  </a:cubicBezTo>
                  <a:lnTo>
                    <a:pt x="988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39"/>
            <p:cNvSpPr/>
            <p:nvPr/>
          </p:nvSpPr>
          <p:spPr>
            <a:xfrm>
              <a:off x="1195500" y="3368800"/>
              <a:ext cx="740500" cy="348250"/>
            </a:xfrm>
            <a:custGeom>
              <a:avLst/>
              <a:gdLst/>
              <a:ahLst/>
              <a:cxnLst/>
              <a:rect l="l" t="t" r="r" b="b"/>
              <a:pathLst>
                <a:path w="29620" h="13930" extrusionOk="0">
                  <a:moveTo>
                    <a:pt x="1" y="1"/>
                  </a:moveTo>
                  <a:lnTo>
                    <a:pt x="1" y="13929"/>
                  </a:lnTo>
                  <a:lnTo>
                    <a:pt x="22672" y="13929"/>
                  </a:lnTo>
                  <a:cubicBezTo>
                    <a:pt x="26521" y="13929"/>
                    <a:pt x="29620" y="10830"/>
                    <a:pt x="29620" y="6981"/>
                  </a:cubicBezTo>
                  <a:cubicBezTo>
                    <a:pt x="29620" y="3132"/>
                    <a:pt x="26521" y="1"/>
                    <a:pt x="226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39"/>
            <p:cNvSpPr/>
            <p:nvPr/>
          </p:nvSpPr>
          <p:spPr>
            <a:xfrm>
              <a:off x="5714175" y="3368800"/>
              <a:ext cx="689925" cy="348250"/>
            </a:xfrm>
            <a:custGeom>
              <a:avLst/>
              <a:gdLst/>
              <a:ahLst/>
              <a:cxnLst/>
              <a:rect l="l" t="t" r="r" b="b"/>
              <a:pathLst>
                <a:path w="27597" h="13930" extrusionOk="0">
                  <a:moveTo>
                    <a:pt x="6948" y="1"/>
                  </a:moveTo>
                  <a:cubicBezTo>
                    <a:pt x="3099" y="1"/>
                    <a:pt x="0" y="3132"/>
                    <a:pt x="0" y="6981"/>
                  </a:cubicBezTo>
                  <a:cubicBezTo>
                    <a:pt x="0" y="10830"/>
                    <a:pt x="3099" y="13929"/>
                    <a:pt x="6948" y="13929"/>
                  </a:cubicBezTo>
                  <a:lnTo>
                    <a:pt x="27532" y="13929"/>
                  </a:lnTo>
                  <a:lnTo>
                    <a:pt x="2759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39"/>
            <p:cNvSpPr/>
            <p:nvPr/>
          </p:nvSpPr>
          <p:spPr>
            <a:xfrm>
              <a:off x="5085425" y="1579600"/>
              <a:ext cx="678525" cy="661600"/>
            </a:xfrm>
            <a:custGeom>
              <a:avLst/>
              <a:gdLst/>
              <a:ahLst/>
              <a:cxnLst/>
              <a:rect l="l" t="t" r="r" b="b"/>
              <a:pathLst>
                <a:path w="27141" h="26464" extrusionOk="0">
                  <a:moveTo>
                    <a:pt x="17289" y="1"/>
                  </a:moveTo>
                  <a:lnTo>
                    <a:pt x="2675" y="14614"/>
                  </a:lnTo>
                  <a:cubicBezTo>
                    <a:pt x="0" y="17289"/>
                    <a:pt x="0" y="21693"/>
                    <a:pt x="2675" y="24433"/>
                  </a:cubicBezTo>
                  <a:cubicBezTo>
                    <a:pt x="4045" y="25787"/>
                    <a:pt x="5831" y="26464"/>
                    <a:pt x="7613" y="26464"/>
                  </a:cubicBezTo>
                  <a:cubicBezTo>
                    <a:pt x="9395" y="26464"/>
                    <a:pt x="11173" y="25787"/>
                    <a:pt x="12527" y="24433"/>
                  </a:cubicBezTo>
                  <a:lnTo>
                    <a:pt x="27140" y="9819"/>
                  </a:lnTo>
                  <a:cubicBezTo>
                    <a:pt x="24107" y="6362"/>
                    <a:pt x="20812" y="3067"/>
                    <a:pt x="172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39"/>
            <p:cNvSpPr/>
            <p:nvPr/>
          </p:nvSpPr>
          <p:spPr>
            <a:xfrm>
              <a:off x="2233625" y="1977575"/>
              <a:ext cx="2673225" cy="2087700"/>
            </a:xfrm>
            <a:custGeom>
              <a:avLst/>
              <a:gdLst/>
              <a:ahLst/>
              <a:cxnLst/>
              <a:rect l="l" t="t" r="r" b="b"/>
              <a:pathLst>
                <a:path w="106929" h="83508" extrusionOk="0">
                  <a:moveTo>
                    <a:pt x="62664" y="0"/>
                  </a:moveTo>
                  <a:cubicBezTo>
                    <a:pt x="28119" y="0"/>
                    <a:pt x="1" y="28086"/>
                    <a:pt x="1" y="62630"/>
                  </a:cubicBezTo>
                  <a:cubicBezTo>
                    <a:pt x="1" y="67915"/>
                    <a:pt x="686" y="73199"/>
                    <a:pt x="1991" y="78288"/>
                  </a:cubicBezTo>
                  <a:cubicBezTo>
                    <a:pt x="2787" y="81418"/>
                    <a:pt x="5616" y="83508"/>
                    <a:pt x="8710" y="83508"/>
                  </a:cubicBezTo>
                  <a:cubicBezTo>
                    <a:pt x="9292" y="83508"/>
                    <a:pt x="9883" y="83434"/>
                    <a:pt x="10472" y="83279"/>
                  </a:cubicBezTo>
                  <a:cubicBezTo>
                    <a:pt x="14190" y="82333"/>
                    <a:pt x="16441" y="78516"/>
                    <a:pt x="15463" y="74798"/>
                  </a:cubicBezTo>
                  <a:cubicBezTo>
                    <a:pt x="14451" y="70851"/>
                    <a:pt x="13929" y="66773"/>
                    <a:pt x="13929" y="62630"/>
                  </a:cubicBezTo>
                  <a:cubicBezTo>
                    <a:pt x="13929" y="35752"/>
                    <a:pt x="35785" y="13896"/>
                    <a:pt x="62664" y="13896"/>
                  </a:cubicBezTo>
                  <a:cubicBezTo>
                    <a:pt x="76070" y="13896"/>
                    <a:pt x="88270" y="19376"/>
                    <a:pt x="97078" y="28184"/>
                  </a:cubicBezTo>
                  <a:lnTo>
                    <a:pt x="106733" y="18561"/>
                  </a:lnTo>
                  <a:lnTo>
                    <a:pt x="106929" y="18365"/>
                  </a:lnTo>
                  <a:cubicBezTo>
                    <a:pt x="95577" y="7013"/>
                    <a:pt x="79919" y="0"/>
                    <a:pt x="6266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39"/>
            <p:cNvSpPr/>
            <p:nvPr/>
          </p:nvSpPr>
          <p:spPr>
            <a:xfrm>
              <a:off x="3800200" y="1977575"/>
              <a:ext cx="1106650" cy="704600"/>
            </a:xfrm>
            <a:custGeom>
              <a:avLst/>
              <a:gdLst/>
              <a:ahLst/>
              <a:cxnLst/>
              <a:rect l="l" t="t" r="r" b="b"/>
              <a:pathLst>
                <a:path w="44266" h="28184" extrusionOk="0">
                  <a:moveTo>
                    <a:pt x="1" y="0"/>
                  </a:moveTo>
                  <a:lnTo>
                    <a:pt x="1" y="13896"/>
                  </a:lnTo>
                  <a:cubicBezTo>
                    <a:pt x="13407" y="13896"/>
                    <a:pt x="25607" y="19376"/>
                    <a:pt x="34415" y="28184"/>
                  </a:cubicBezTo>
                  <a:lnTo>
                    <a:pt x="44266" y="18365"/>
                  </a:lnTo>
                  <a:cubicBezTo>
                    <a:pt x="32914" y="7013"/>
                    <a:pt x="17256" y="0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39"/>
            <p:cNvSpPr/>
            <p:nvPr/>
          </p:nvSpPr>
          <p:spPr>
            <a:xfrm>
              <a:off x="4660550" y="2436700"/>
              <a:ext cx="705425" cy="1628400"/>
            </a:xfrm>
            <a:custGeom>
              <a:avLst/>
              <a:gdLst/>
              <a:ahLst/>
              <a:cxnLst/>
              <a:rect l="l" t="t" r="r" b="b"/>
              <a:pathLst>
                <a:path w="28217" h="65136" extrusionOk="0">
                  <a:moveTo>
                    <a:pt x="9852" y="0"/>
                  </a:moveTo>
                  <a:lnTo>
                    <a:pt x="1" y="9819"/>
                  </a:lnTo>
                  <a:cubicBezTo>
                    <a:pt x="8841" y="18659"/>
                    <a:pt x="14288" y="30826"/>
                    <a:pt x="14288" y="44265"/>
                  </a:cubicBezTo>
                  <a:cubicBezTo>
                    <a:pt x="14288" y="48408"/>
                    <a:pt x="13766" y="52486"/>
                    <a:pt x="12755" y="56433"/>
                  </a:cubicBezTo>
                  <a:cubicBezTo>
                    <a:pt x="11809" y="60151"/>
                    <a:pt x="14027" y="63968"/>
                    <a:pt x="17778" y="64914"/>
                  </a:cubicBezTo>
                  <a:cubicBezTo>
                    <a:pt x="18347" y="65064"/>
                    <a:pt x="18924" y="65136"/>
                    <a:pt x="19495" y="65136"/>
                  </a:cubicBezTo>
                  <a:cubicBezTo>
                    <a:pt x="22525" y="65136"/>
                    <a:pt x="25403" y="63107"/>
                    <a:pt x="26227" y="59923"/>
                  </a:cubicBezTo>
                  <a:cubicBezTo>
                    <a:pt x="27532" y="54834"/>
                    <a:pt x="28217" y="49550"/>
                    <a:pt x="28217" y="44265"/>
                  </a:cubicBezTo>
                  <a:cubicBezTo>
                    <a:pt x="28217" y="26977"/>
                    <a:pt x="21203" y="11319"/>
                    <a:pt x="985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39"/>
            <p:cNvSpPr/>
            <p:nvPr/>
          </p:nvSpPr>
          <p:spPr>
            <a:xfrm>
              <a:off x="3800200" y="934550"/>
              <a:ext cx="173725" cy="694825"/>
            </a:xfrm>
            <a:custGeom>
              <a:avLst/>
              <a:gdLst/>
              <a:ahLst/>
              <a:cxnLst/>
              <a:rect l="l" t="t" r="r" b="b"/>
              <a:pathLst>
                <a:path w="6949" h="27793" extrusionOk="0">
                  <a:moveTo>
                    <a:pt x="1" y="0"/>
                  </a:moveTo>
                  <a:lnTo>
                    <a:pt x="1" y="27792"/>
                  </a:lnTo>
                  <a:cubicBezTo>
                    <a:pt x="3850" y="27792"/>
                    <a:pt x="6949" y="24694"/>
                    <a:pt x="6949" y="20844"/>
                  </a:cubicBezTo>
                  <a:lnTo>
                    <a:pt x="6949" y="261"/>
                  </a:lnTo>
                  <a:cubicBezTo>
                    <a:pt x="4633" y="98"/>
                    <a:pt x="2317" y="0"/>
                    <a:pt x="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39"/>
            <p:cNvSpPr/>
            <p:nvPr/>
          </p:nvSpPr>
          <p:spPr>
            <a:xfrm>
              <a:off x="3278275" y="3021400"/>
              <a:ext cx="1043875" cy="1043875"/>
            </a:xfrm>
            <a:custGeom>
              <a:avLst/>
              <a:gdLst/>
              <a:ahLst/>
              <a:cxnLst/>
              <a:rect l="l" t="t" r="r" b="b"/>
              <a:pathLst>
                <a:path w="41755" h="41755" extrusionOk="0">
                  <a:moveTo>
                    <a:pt x="20878" y="1"/>
                  </a:moveTo>
                  <a:cubicBezTo>
                    <a:pt x="9363" y="1"/>
                    <a:pt x="1" y="9362"/>
                    <a:pt x="1" y="20877"/>
                  </a:cubicBezTo>
                  <a:cubicBezTo>
                    <a:pt x="1" y="32392"/>
                    <a:pt x="9363" y="41754"/>
                    <a:pt x="20878" y="41754"/>
                  </a:cubicBezTo>
                  <a:cubicBezTo>
                    <a:pt x="32392" y="41754"/>
                    <a:pt x="41754" y="32392"/>
                    <a:pt x="41754" y="20877"/>
                  </a:cubicBezTo>
                  <a:cubicBezTo>
                    <a:pt x="41754" y="9362"/>
                    <a:pt x="32392" y="1"/>
                    <a:pt x="2087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39"/>
            <p:cNvSpPr/>
            <p:nvPr/>
          </p:nvSpPr>
          <p:spPr>
            <a:xfrm>
              <a:off x="3854850" y="2377975"/>
              <a:ext cx="1127025" cy="1093000"/>
            </a:xfrm>
            <a:custGeom>
              <a:avLst/>
              <a:gdLst/>
              <a:ahLst/>
              <a:cxnLst/>
              <a:rect l="l" t="t" r="r" b="b"/>
              <a:pathLst>
                <a:path w="45081" h="43720" extrusionOk="0">
                  <a:moveTo>
                    <a:pt x="37435" y="1"/>
                  </a:moveTo>
                  <a:cubicBezTo>
                    <a:pt x="35654" y="1"/>
                    <a:pt x="33876" y="686"/>
                    <a:pt x="32522" y="2056"/>
                  </a:cubicBezTo>
                  <a:lnTo>
                    <a:pt x="2740" y="31838"/>
                  </a:lnTo>
                  <a:cubicBezTo>
                    <a:pt x="0" y="34578"/>
                    <a:pt x="0" y="38981"/>
                    <a:pt x="2740" y="41689"/>
                  </a:cubicBezTo>
                  <a:cubicBezTo>
                    <a:pt x="4094" y="43042"/>
                    <a:pt x="5872" y="43719"/>
                    <a:pt x="7649" y="43719"/>
                  </a:cubicBezTo>
                  <a:cubicBezTo>
                    <a:pt x="9427" y="43719"/>
                    <a:pt x="11205" y="43042"/>
                    <a:pt x="12559" y="41689"/>
                  </a:cubicBezTo>
                  <a:lnTo>
                    <a:pt x="42373" y="11874"/>
                  </a:lnTo>
                  <a:cubicBezTo>
                    <a:pt x="45081" y="9167"/>
                    <a:pt x="45081" y="4763"/>
                    <a:pt x="42373" y="2056"/>
                  </a:cubicBezTo>
                  <a:cubicBezTo>
                    <a:pt x="41003" y="686"/>
                    <a:pt x="39217" y="1"/>
                    <a:pt x="374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39"/>
            <p:cNvSpPr/>
            <p:nvPr/>
          </p:nvSpPr>
          <p:spPr>
            <a:xfrm>
              <a:off x="3800200" y="3021400"/>
              <a:ext cx="521950" cy="1043875"/>
            </a:xfrm>
            <a:custGeom>
              <a:avLst/>
              <a:gdLst/>
              <a:ahLst/>
              <a:cxnLst/>
              <a:rect l="l" t="t" r="r" b="b"/>
              <a:pathLst>
                <a:path w="20878" h="41755" extrusionOk="0">
                  <a:moveTo>
                    <a:pt x="1" y="1"/>
                  </a:moveTo>
                  <a:lnTo>
                    <a:pt x="1" y="41754"/>
                  </a:lnTo>
                  <a:cubicBezTo>
                    <a:pt x="11515" y="41754"/>
                    <a:pt x="20877" y="32392"/>
                    <a:pt x="20877" y="20877"/>
                  </a:cubicBezTo>
                  <a:cubicBezTo>
                    <a:pt x="20877" y="9362"/>
                    <a:pt x="11515" y="1"/>
                    <a:pt x="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6" name="Google Shape;1046;p39"/>
          <p:cNvGrpSpPr/>
          <p:nvPr/>
        </p:nvGrpSpPr>
        <p:grpSpPr>
          <a:xfrm>
            <a:off x="6743649" y="1840772"/>
            <a:ext cx="786309" cy="927452"/>
            <a:chOff x="1587750" y="238125"/>
            <a:chExt cx="4424925" cy="5219200"/>
          </a:xfrm>
        </p:grpSpPr>
        <p:sp>
          <p:nvSpPr>
            <p:cNvPr id="1047" name="Google Shape;1047;p39"/>
            <p:cNvSpPr/>
            <p:nvPr/>
          </p:nvSpPr>
          <p:spPr>
            <a:xfrm>
              <a:off x="1587750" y="238125"/>
              <a:ext cx="4424925" cy="5219200"/>
            </a:xfrm>
            <a:custGeom>
              <a:avLst/>
              <a:gdLst/>
              <a:ahLst/>
              <a:cxnLst/>
              <a:rect l="l" t="t" r="r" b="b"/>
              <a:pathLst>
                <a:path w="176997" h="208768" extrusionOk="0">
                  <a:moveTo>
                    <a:pt x="47658" y="0"/>
                  </a:moveTo>
                  <a:cubicBezTo>
                    <a:pt x="43875" y="0"/>
                    <a:pt x="40841" y="3034"/>
                    <a:pt x="40841" y="6818"/>
                  </a:cubicBezTo>
                  <a:cubicBezTo>
                    <a:pt x="40841" y="17876"/>
                    <a:pt x="25281" y="27238"/>
                    <a:pt x="6818" y="27238"/>
                  </a:cubicBezTo>
                  <a:cubicBezTo>
                    <a:pt x="3035" y="27238"/>
                    <a:pt x="1" y="30271"/>
                    <a:pt x="1" y="34023"/>
                  </a:cubicBezTo>
                  <a:lnTo>
                    <a:pt x="1" y="88628"/>
                  </a:lnTo>
                  <a:cubicBezTo>
                    <a:pt x="1" y="143038"/>
                    <a:pt x="34708" y="191218"/>
                    <a:pt x="86378" y="208408"/>
                  </a:cubicBezTo>
                  <a:cubicBezTo>
                    <a:pt x="87096" y="208637"/>
                    <a:pt x="87781" y="208767"/>
                    <a:pt x="88499" y="208767"/>
                  </a:cubicBezTo>
                  <a:cubicBezTo>
                    <a:pt x="89216" y="208767"/>
                    <a:pt x="89966" y="208637"/>
                    <a:pt x="90619" y="208408"/>
                  </a:cubicBezTo>
                  <a:cubicBezTo>
                    <a:pt x="142289" y="191218"/>
                    <a:pt x="176996" y="143038"/>
                    <a:pt x="176996" y="88628"/>
                  </a:cubicBezTo>
                  <a:lnTo>
                    <a:pt x="176996" y="34023"/>
                  </a:lnTo>
                  <a:cubicBezTo>
                    <a:pt x="176996" y="30271"/>
                    <a:pt x="173963" y="27238"/>
                    <a:pt x="170179" y="27238"/>
                  </a:cubicBezTo>
                  <a:cubicBezTo>
                    <a:pt x="151716" y="27238"/>
                    <a:pt x="136156" y="17876"/>
                    <a:pt x="136156" y="6818"/>
                  </a:cubicBezTo>
                  <a:cubicBezTo>
                    <a:pt x="136156" y="3034"/>
                    <a:pt x="133123" y="0"/>
                    <a:pt x="1293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39"/>
            <p:cNvSpPr/>
            <p:nvPr/>
          </p:nvSpPr>
          <p:spPr>
            <a:xfrm>
              <a:off x="3800200" y="238125"/>
              <a:ext cx="2212475" cy="5219200"/>
            </a:xfrm>
            <a:custGeom>
              <a:avLst/>
              <a:gdLst/>
              <a:ahLst/>
              <a:cxnLst/>
              <a:rect l="l" t="t" r="r" b="b"/>
              <a:pathLst>
                <a:path w="88499" h="208768" extrusionOk="0">
                  <a:moveTo>
                    <a:pt x="1" y="0"/>
                  </a:moveTo>
                  <a:lnTo>
                    <a:pt x="1" y="208767"/>
                  </a:lnTo>
                  <a:cubicBezTo>
                    <a:pt x="718" y="208767"/>
                    <a:pt x="1468" y="208637"/>
                    <a:pt x="2121" y="208408"/>
                  </a:cubicBezTo>
                  <a:cubicBezTo>
                    <a:pt x="53791" y="191218"/>
                    <a:pt x="88498" y="143038"/>
                    <a:pt x="88498" y="88628"/>
                  </a:cubicBezTo>
                  <a:lnTo>
                    <a:pt x="88498" y="34023"/>
                  </a:lnTo>
                  <a:cubicBezTo>
                    <a:pt x="88498" y="30271"/>
                    <a:pt x="85465" y="27238"/>
                    <a:pt x="81681" y="27238"/>
                  </a:cubicBezTo>
                  <a:cubicBezTo>
                    <a:pt x="63218" y="27238"/>
                    <a:pt x="47658" y="17876"/>
                    <a:pt x="47658" y="6818"/>
                  </a:cubicBezTo>
                  <a:cubicBezTo>
                    <a:pt x="47658" y="3034"/>
                    <a:pt x="44625" y="0"/>
                    <a:pt x="408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39"/>
            <p:cNvSpPr/>
            <p:nvPr/>
          </p:nvSpPr>
          <p:spPr>
            <a:xfrm>
              <a:off x="2268700" y="919050"/>
              <a:ext cx="3063025" cy="3808400"/>
            </a:xfrm>
            <a:custGeom>
              <a:avLst/>
              <a:gdLst/>
              <a:ahLst/>
              <a:cxnLst/>
              <a:rect l="l" t="t" r="r" b="b"/>
              <a:pathLst>
                <a:path w="122521" h="152336" extrusionOk="0">
                  <a:moveTo>
                    <a:pt x="38785" y="1"/>
                  </a:moveTo>
                  <a:cubicBezTo>
                    <a:pt x="36633" y="1"/>
                    <a:pt x="34545" y="1077"/>
                    <a:pt x="33273" y="2839"/>
                  </a:cubicBezTo>
                  <a:cubicBezTo>
                    <a:pt x="26912" y="11874"/>
                    <a:pt x="16702" y="19116"/>
                    <a:pt x="4632" y="23193"/>
                  </a:cubicBezTo>
                  <a:cubicBezTo>
                    <a:pt x="1860" y="24139"/>
                    <a:pt x="0" y="26716"/>
                    <a:pt x="0" y="29619"/>
                  </a:cubicBezTo>
                  <a:lnTo>
                    <a:pt x="0" y="61391"/>
                  </a:lnTo>
                  <a:cubicBezTo>
                    <a:pt x="0" y="98871"/>
                    <a:pt x="21236" y="133090"/>
                    <a:pt x="54443" y="149856"/>
                  </a:cubicBezTo>
                  <a:cubicBezTo>
                    <a:pt x="55780" y="150476"/>
                    <a:pt x="57118" y="151128"/>
                    <a:pt x="58488" y="151748"/>
                  </a:cubicBezTo>
                  <a:cubicBezTo>
                    <a:pt x="59369" y="152107"/>
                    <a:pt x="60347" y="152335"/>
                    <a:pt x="61261" y="152335"/>
                  </a:cubicBezTo>
                  <a:cubicBezTo>
                    <a:pt x="62207" y="152335"/>
                    <a:pt x="63153" y="152107"/>
                    <a:pt x="64033" y="151748"/>
                  </a:cubicBezTo>
                  <a:cubicBezTo>
                    <a:pt x="65403" y="151128"/>
                    <a:pt x="66741" y="150476"/>
                    <a:pt x="68078" y="149856"/>
                  </a:cubicBezTo>
                  <a:cubicBezTo>
                    <a:pt x="101285" y="133090"/>
                    <a:pt x="122521" y="98871"/>
                    <a:pt x="122521" y="61391"/>
                  </a:cubicBezTo>
                  <a:lnTo>
                    <a:pt x="122521" y="29619"/>
                  </a:lnTo>
                  <a:cubicBezTo>
                    <a:pt x="122521" y="26716"/>
                    <a:pt x="120661" y="24139"/>
                    <a:pt x="117889" y="23193"/>
                  </a:cubicBezTo>
                  <a:cubicBezTo>
                    <a:pt x="105819" y="19116"/>
                    <a:pt x="95609" y="11874"/>
                    <a:pt x="89248" y="2839"/>
                  </a:cubicBezTo>
                  <a:cubicBezTo>
                    <a:pt x="87976" y="1077"/>
                    <a:pt x="85889" y="1"/>
                    <a:pt x="8373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39"/>
            <p:cNvSpPr/>
            <p:nvPr/>
          </p:nvSpPr>
          <p:spPr>
            <a:xfrm>
              <a:off x="3800200" y="919050"/>
              <a:ext cx="1531525" cy="3808400"/>
            </a:xfrm>
            <a:custGeom>
              <a:avLst/>
              <a:gdLst/>
              <a:ahLst/>
              <a:cxnLst/>
              <a:rect l="l" t="t" r="r" b="b"/>
              <a:pathLst>
                <a:path w="61261" h="152336" extrusionOk="0">
                  <a:moveTo>
                    <a:pt x="1" y="1"/>
                  </a:moveTo>
                  <a:lnTo>
                    <a:pt x="1" y="152335"/>
                  </a:lnTo>
                  <a:cubicBezTo>
                    <a:pt x="947" y="152335"/>
                    <a:pt x="1893" y="152107"/>
                    <a:pt x="2773" y="151748"/>
                  </a:cubicBezTo>
                  <a:cubicBezTo>
                    <a:pt x="4143" y="151128"/>
                    <a:pt x="5481" y="150476"/>
                    <a:pt x="6818" y="149856"/>
                  </a:cubicBezTo>
                  <a:cubicBezTo>
                    <a:pt x="40025" y="133090"/>
                    <a:pt x="61261" y="98871"/>
                    <a:pt x="61261" y="61391"/>
                  </a:cubicBezTo>
                  <a:lnTo>
                    <a:pt x="61261" y="29619"/>
                  </a:lnTo>
                  <a:cubicBezTo>
                    <a:pt x="61261" y="26716"/>
                    <a:pt x="59401" y="24139"/>
                    <a:pt x="56629" y="23193"/>
                  </a:cubicBezTo>
                  <a:cubicBezTo>
                    <a:pt x="44559" y="19116"/>
                    <a:pt x="34349" y="11874"/>
                    <a:pt x="27988" y="2839"/>
                  </a:cubicBezTo>
                  <a:cubicBezTo>
                    <a:pt x="26716" y="1077"/>
                    <a:pt x="24629" y="1"/>
                    <a:pt x="2247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Google Shape;1055;p40"/>
          <p:cNvSpPr txBox="1">
            <a:spLocks noGrp="1"/>
          </p:cNvSpPr>
          <p:nvPr>
            <p:ph type="title"/>
          </p:nvPr>
        </p:nvSpPr>
        <p:spPr>
          <a:xfrm>
            <a:off x="716219" y="1785775"/>
            <a:ext cx="3095400" cy="83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THEM</a:t>
            </a:r>
            <a:endParaRPr/>
          </a:p>
        </p:txBody>
      </p:sp>
      <p:sp>
        <p:nvSpPr>
          <p:cNvPr id="1056" name="Google Shape;1056;p40"/>
          <p:cNvSpPr txBox="1">
            <a:spLocks noGrp="1"/>
          </p:cNvSpPr>
          <p:nvPr>
            <p:ph type="title" idx="2"/>
          </p:nvPr>
        </p:nvSpPr>
        <p:spPr>
          <a:xfrm>
            <a:off x="5341081" y="1785775"/>
            <a:ext cx="3086700" cy="83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</a:t>
            </a:r>
            <a:endParaRPr/>
          </a:p>
        </p:txBody>
      </p:sp>
      <p:sp>
        <p:nvSpPr>
          <p:cNvPr id="1057" name="Google Shape;1057;p40"/>
          <p:cNvSpPr txBox="1">
            <a:spLocks noGrp="1"/>
          </p:cNvSpPr>
          <p:nvPr>
            <p:ph type="subTitle" idx="1"/>
          </p:nvPr>
        </p:nvSpPr>
        <p:spPr>
          <a:xfrm>
            <a:off x="5413531" y="2668925"/>
            <a:ext cx="2941800" cy="68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Venus, the second planet from the Sun, </a:t>
            </a:r>
            <a:r>
              <a:rPr lang="en">
                <a:solidFill>
                  <a:schemeClr val="lt1"/>
                </a:solidFill>
              </a:rPr>
              <a:t>has a beautiful name</a:t>
            </a:r>
            <a:r>
              <a:rPr lang="en"/>
              <a:t> and very high temperatures</a:t>
            </a:r>
            <a:endParaRPr/>
          </a:p>
        </p:txBody>
      </p:sp>
      <p:sp>
        <p:nvSpPr>
          <p:cNvPr id="1058" name="Google Shape;1058;p40"/>
          <p:cNvSpPr txBox="1">
            <a:spLocks noGrp="1"/>
          </p:cNvSpPr>
          <p:nvPr>
            <p:ph type="subTitle" idx="3"/>
          </p:nvPr>
        </p:nvSpPr>
        <p:spPr>
          <a:xfrm>
            <a:off x="793019" y="2668925"/>
            <a:ext cx="2941800" cy="68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 is the biggest planet in the Solar System and the fourth-brightest object in the sky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Google Shape;1063;p41"/>
          <p:cNvSpPr txBox="1">
            <a:spLocks noGrp="1"/>
          </p:cNvSpPr>
          <p:nvPr>
            <p:ph type="title"/>
          </p:nvPr>
        </p:nvSpPr>
        <p:spPr>
          <a:xfrm>
            <a:off x="706225" y="2501750"/>
            <a:ext cx="4168200" cy="98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 VS SOLUTION</a:t>
            </a:r>
            <a:endParaRPr/>
          </a:p>
        </p:txBody>
      </p:sp>
      <p:sp>
        <p:nvSpPr>
          <p:cNvPr id="1064" name="Google Shape;1064;p41"/>
          <p:cNvSpPr txBox="1">
            <a:spLocks noGrp="1"/>
          </p:cNvSpPr>
          <p:nvPr>
            <p:ph type="title" idx="2"/>
          </p:nvPr>
        </p:nvSpPr>
        <p:spPr>
          <a:xfrm>
            <a:off x="706225" y="1514800"/>
            <a:ext cx="2755500" cy="9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065" name="Google Shape;1065;p41"/>
          <p:cNvSpPr txBox="1">
            <a:spLocks noGrp="1"/>
          </p:cNvSpPr>
          <p:nvPr>
            <p:ph type="subTitle" idx="1"/>
          </p:nvPr>
        </p:nvSpPr>
        <p:spPr>
          <a:xfrm>
            <a:off x="717500" y="3488750"/>
            <a:ext cx="2707800" cy="70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Maven Pro"/>
                <a:ea typeface="Maven Pro"/>
                <a:cs typeface="Maven Pro"/>
                <a:sym typeface="Maven Pro"/>
              </a:rPr>
              <a:t>You could enter a subtitle here if you need it</a:t>
            </a:r>
            <a:endParaRPr sz="1800">
              <a:latin typeface="Maven Pro"/>
              <a:ea typeface="Maven Pro"/>
              <a:cs typeface="Maven Pro"/>
              <a:sym typeface="Maven Pr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0" name="Google Shape;1070;p42"/>
          <p:cNvGrpSpPr/>
          <p:nvPr/>
        </p:nvGrpSpPr>
        <p:grpSpPr>
          <a:xfrm>
            <a:off x="4103345" y="1682167"/>
            <a:ext cx="937317" cy="1306366"/>
            <a:chOff x="1927825" y="238125"/>
            <a:chExt cx="3744775" cy="5219200"/>
          </a:xfrm>
        </p:grpSpPr>
        <p:sp>
          <p:nvSpPr>
            <p:cNvPr id="1071" name="Google Shape;1071;p42"/>
            <p:cNvSpPr/>
            <p:nvPr/>
          </p:nvSpPr>
          <p:spPr>
            <a:xfrm>
              <a:off x="1927825" y="238125"/>
              <a:ext cx="3744775" cy="5219200"/>
            </a:xfrm>
            <a:custGeom>
              <a:avLst/>
              <a:gdLst/>
              <a:ahLst/>
              <a:cxnLst/>
              <a:rect l="l" t="t" r="r" b="b"/>
              <a:pathLst>
                <a:path w="149791" h="208768" extrusionOk="0">
                  <a:moveTo>
                    <a:pt x="74896" y="0"/>
                  </a:moveTo>
                  <a:cubicBezTo>
                    <a:pt x="33599" y="0"/>
                    <a:pt x="0" y="33598"/>
                    <a:pt x="0" y="74895"/>
                  </a:cubicBezTo>
                  <a:lnTo>
                    <a:pt x="0" y="188347"/>
                  </a:lnTo>
                  <a:cubicBezTo>
                    <a:pt x="0" y="199601"/>
                    <a:pt x="9167" y="208767"/>
                    <a:pt x="20420" y="208767"/>
                  </a:cubicBezTo>
                  <a:cubicBezTo>
                    <a:pt x="32000" y="208767"/>
                    <a:pt x="40873" y="199144"/>
                    <a:pt x="40873" y="188347"/>
                  </a:cubicBezTo>
                  <a:lnTo>
                    <a:pt x="40873" y="181530"/>
                  </a:lnTo>
                  <a:cubicBezTo>
                    <a:pt x="40873" y="177778"/>
                    <a:pt x="43907" y="174745"/>
                    <a:pt x="47658" y="174745"/>
                  </a:cubicBezTo>
                  <a:cubicBezTo>
                    <a:pt x="51409" y="174745"/>
                    <a:pt x="54476" y="177778"/>
                    <a:pt x="54476" y="181530"/>
                  </a:cubicBezTo>
                  <a:lnTo>
                    <a:pt x="54476" y="188347"/>
                  </a:lnTo>
                  <a:cubicBezTo>
                    <a:pt x="54476" y="199112"/>
                    <a:pt x="63316" y="208767"/>
                    <a:pt x="74896" y="208767"/>
                  </a:cubicBezTo>
                  <a:cubicBezTo>
                    <a:pt x="86443" y="208767"/>
                    <a:pt x="95316" y="199144"/>
                    <a:pt x="95316" y="188347"/>
                  </a:cubicBezTo>
                  <a:lnTo>
                    <a:pt x="95316" y="181530"/>
                  </a:lnTo>
                  <a:cubicBezTo>
                    <a:pt x="95316" y="177778"/>
                    <a:pt x="98382" y="174745"/>
                    <a:pt x="102133" y="174745"/>
                  </a:cubicBezTo>
                  <a:cubicBezTo>
                    <a:pt x="105884" y="174745"/>
                    <a:pt x="108951" y="177778"/>
                    <a:pt x="108951" y="181530"/>
                  </a:cubicBezTo>
                  <a:lnTo>
                    <a:pt x="108951" y="188347"/>
                  </a:lnTo>
                  <a:cubicBezTo>
                    <a:pt x="108951" y="199112"/>
                    <a:pt x="117791" y="208767"/>
                    <a:pt x="129371" y="208767"/>
                  </a:cubicBezTo>
                  <a:cubicBezTo>
                    <a:pt x="140625" y="208767"/>
                    <a:pt x="149791" y="199601"/>
                    <a:pt x="149791" y="188347"/>
                  </a:cubicBezTo>
                  <a:lnTo>
                    <a:pt x="149791" y="74895"/>
                  </a:lnTo>
                  <a:cubicBezTo>
                    <a:pt x="149791" y="33598"/>
                    <a:pt x="116192" y="0"/>
                    <a:pt x="7489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42"/>
            <p:cNvSpPr/>
            <p:nvPr/>
          </p:nvSpPr>
          <p:spPr>
            <a:xfrm>
              <a:off x="3800200" y="238125"/>
              <a:ext cx="1872400" cy="5219200"/>
            </a:xfrm>
            <a:custGeom>
              <a:avLst/>
              <a:gdLst/>
              <a:ahLst/>
              <a:cxnLst/>
              <a:rect l="l" t="t" r="r" b="b"/>
              <a:pathLst>
                <a:path w="74896" h="208768" extrusionOk="0">
                  <a:moveTo>
                    <a:pt x="1" y="0"/>
                  </a:moveTo>
                  <a:lnTo>
                    <a:pt x="1" y="208767"/>
                  </a:lnTo>
                  <a:cubicBezTo>
                    <a:pt x="11548" y="208767"/>
                    <a:pt x="20421" y="199144"/>
                    <a:pt x="20421" y="188347"/>
                  </a:cubicBezTo>
                  <a:lnTo>
                    <a:pt x="20421" y="181530"/>
                  </a:lnTo>
                  <a:cubicBezTo>
                    <a:pt x="20421" y="177778"/>
                    <a:pt x="23487" y="174745"/>
                    <a:pt x="27238" y="174745"/>
                  </a:cubicBezTo>
                  <a:cubicBezTo>
                    <a:pt x="30989" y="174745"/>
                    <a:pt x="34023" y="177778"/>
                    <a:pt x="34023" y="181530"/>
                  </a:cubicBezTo>
                  <a:lnTo>
                    <a:pt x="34023" y="188347"/>
                  </a:lnTo>
                  <a:cubicBezTo>
                    <a:pt x="34023" y="199112"/>
                    <a:pt x="42896" y="208767"/>
                    <a:pt x="54476" y="208767"/>
                  </a:cubicBezTo>
                  <a:cubicBezTo>
                    <a:pt x="65730" y="208767"/>
                    <a:pt x="74896" y="199601"/>
                    <a:pt x="74896" y="188347"/>
                  </a:cubicBezTo>
                  <a:lnTo>
                    <a:pt x="74896" y="74895"/>
                  </a:lnTo>
                  <a:cubicBezTo>
                    <a:pt x="74896" y="33598"/>
                    <a:pt x="41297" y="0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42"/>
            <p:cNvSpPr/>
            <p:nvPr/>
          </p:nvSpPr>
          <p:spPr>
            <a:xfrm>
              <a:off x="2608750" y="1600000"/>
              <a:ext cx="1021050" cy="1021025"/>
            </a:xfrm>
            <a:custGeom>
              <a:avLst/>
              <a:gdLst/>
              <a:ahLst/>
              <a:cxnLst/>
              <a:rect l="l" t="t" r="r" b="b"/>
              <a:pathLst>
                <a:path w="40842" h="40841" extrusionOk="0">
                  <a:moveTo>
                    <a:pt x="20421" y="0"/>
                  </a:moveTo>
                  <a:cubicBezTo>
                    <a:pt x="9167" y="0"/>
                    <a:pt x="1" y="9134"/>
                    <a:pt x="1" y="20420"/>
                  </a:cubicBezTo>
                  <a:cubicBezTo>
                    <a:pt x="1" y="31674"/>
                    <a:pt x="9167" y="40840"/>
                    <a:pt x="20421" y="40840"/>
                  </a:cubicBezTo>
                  <a:cubicBezTo>
                    <a:pt x="31675" y="40840"/>
                    <a:pt x="40841" y="31674"/>
                    <a:pt x="40841" y="20420"/>
                  </a:cubicBezTo>
                  <a:cubicBezTo>
                    <a:pt x="40841" y="9134"/>
                    <a:pt x="31675" y="0"/>
                    <a:pt x="2042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42"/>
            <p:cNvSpPr/>
            <p:nvPr/>
          </p:nvSpPr>
          <p:spPr>
            <a:xfrm>
              <a:off x="2949650" y="1940050"/>
              <a:ext cx="340075" cy="340100"/>
            </a:xfrm>
            <a:custGeom>
              <a:avLst/>
              <a:gdLst/>
              <a:ahLst/>
              <a:cxnLst/>
              <a:rect l="l" t="t" r="r" b="b"/>
              <a:pathLst>
                <a:path w="13603" h="13604" extrusionOk="0">
                  <a:moveTo>
                    <a:pt x="6785" y="1"/>
                  </a:moveTo>
                  <a:cubicBezTo>
                    <a:pt x="3034" y="1"/>
                    <a:pt x="0" y="3067"/>
                    <a:pt x="0" y="6818"/>
                  </a:cubicBezTo>
                  <a:cubicBezTo>
                    <a:pt x="0" y="10569"/>
                    <a:pt x="3034" y="13603"/>
                    <a:pt x="6785" y="13603"/>
                  </a:cubicBezTo>
                  <a:cubicBezTo>
                    <a:pt x="10536" y="13603"/>
                    <a:pt x="13603" y="10569"/>
                    <a:pt x="13603" y="6818"/>
                  </a:cubicBezTo>
                  <a:cubicBezTo>
                    <a:pt x="13603" y="3067"/>
                    <a:pt x="10536" y="1"/>
                    <a:pt x="67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42"/>
            <p:cNvSpPr/>
            <p:nvPr/>
          </p:nvSpPr>
          <p:spPr>
            <a:xfrm>
              <a:off x="3970650" y="1600000"/>
              <a:ext cx="1021025" cy="1021025"/>
            </a:xfrm>
            <a:custGeom>
              <a:avLst/>
              <a:gdLst/>
              <a:ahLst/>
              <a:cxnLst/>
              <a:rect l="l" t="t" r="r" b="b"/>
              <a:pathLst>
                <a:path w="40841" h="40841" extrusionOk="0">
                  <a:moveTo>
                    <a:pt x="20420" y="0"/>
                  </a:moveTo>
                  <a:cubicBezTo>
                    <a:pt x="9166" y="0"/>
                    <a:pt x="0" y="9134"/>
                    <a:pt x="0" y="20420"/>
                  </a:cubicBezTo>
                  <a:cubicBezTo>
                    <a:pt x="0" y="31674"/>
                    <a:pt x="9166" y="40840"/>
                    <a:pt x="20420" y="40840"/>
                  </a:cubicBezTo>
                  <a:cubicBezTo>
                    <a:pt x="31674" y="40840"/>
                    <a:pt x="40840" y="31674"/>
                    <a:pt x="40840" y="20420"/>
                  </a:cubicBezTo>
                  <a:cubicBezTo>
                    <a:pt x="40840" y="9134"/>
                    <a:pt x="31674" y="0"/>
                    <a:pt x="204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42"/>
            <p:cNvSpPr/>
            <p:nvPr/>
          </p:nvSpPr>
          <p:spPr>
            <a:xfrm>
              <a:off x="4310700" y="1940050"/>
              <a:ext cx="340100" cy="340100"/>
            </a:xfrm>
            <a:custGeom>
              <a:avLst/>
              <a:gdLst/>
              <a:ahLst/>
              <a:cxnLst/>
              <a:rect l="l" t="t" r="r" b="b"/>
              <a:pathLst>
                <a:path w="13604" h="13604" extrusionOk="0">
                  <a:moveTo>
                    <a:pt x="6818" y="1"/>
                  </a:moveTo>
                  <a:cubicBezTo>
                    <a:pt x="3067" y="1"/>
                    <a:pt x="1" y="3067"/>
                    <a:pt x="1" y="6818"/>
                  </a:cubicBezTo>
                  <a:cubicBezTo>
                    <a:pt x="1" y="10569"/>
                    <a:pt x="3067" y="13603"/>
                    <a:pt x="6818" y="13603"/>
                  </a:cubicBezTo>
                  <a:cubicBezTo>
                    <a:pt x="10569" y="13603"/>
                    <a:pt x="13603" y="10569"/>
                    <a:pt x="13603" y="6818"/>
                  </a:cubicBezTo>
                  <a:cubicBezTo>
                    <a:pt x="13603" y="3067"/>
                    <a:pt x="10569" y="1"/>
                    <a:pt x="68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77" name="Google Shape;1077;p42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PROBLEM</a:t>
            </a:r>
            <a:endParaRPr/>
          </a:p>
        </p:txBody>
      </p:sp>
      <p:sp>
        <p:nvSpPr>
          <p:cNvPr id="1078" name="Google Shape;1078;p42"/>
          <p:cNvSpPr/>
          <p:nvPr/>
        </p:nvSpPr>
        <p:spPr>
          <a:xfrm>
            <a:off x="3184500" y="4287452"/>
            <a:ext cx="97" cy="97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1" y="1"/>
                </a:moveTo>
                <a:close/>
              </a:path>
            </a:pathLst>
          </a:custGeom>
          <a:solidFill>
            <a:srgbClr val="000000"/>
          </a:solidFill>
          <a:ln w="11925" cap="flat" cmpd="sng">
            <a:solidFill>
              <a:srgbClr val="B8D47F"/>
            </a:solidFill>
            <a:prstDash val="solid"/>
            <a:miter lim="19892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9" name="Google Shape;1079;p42"/>
          <p:cNvSpPr/>
          <p:nvPr/>
        </p:nvSpPr>
        <p:spPr>
          <a:xfrm>
            <a:off x="3184500" y="3878420"/>
            <a:ext cx="97" cy="97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1" y="0"/>
                </a:moveTo>
                <a:close/>
              </a:path>
            </a:pathLst>
          </a:custGeom>
          <a:solidFill>
            <a:srgbClr val="000000"/>
          </a:solidFill>
          <a:ln w="11925" cap="flat" cmpd="sng">
            <a:solidFill>
              <a:srgbClr val="B8D47F"/>
            </a:solidFill>
            <a:prstDash val="solid"/>
            <a:miter lim="19892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0" name="Google Shape;1080;p42"/>
          <p:cNvSpPr/>
          <p:nvPr/>
        </p:nvSpPr>
        <p:spPr>
          <a:xfrm>
            <a:off x="3541541" y="3615949"/>
            <a:ext cx="63726" cy="21339"/>
          </a:xfrm>
          <a:custGeom>
            <a:avLst/>
            <a:gdLst/>
            <a:ahLst/>
            <a:cxnLst/>
            <a:rect l="l" t="t" r="r" b="b"/>
            <a:pathLst>
              <a:path w="657" h="220" extrusionOk="0">
                <a:moveTo>
                  <a:pt x="656" y="1"/>
                </a:moveTo>
                <a:lnTo>
                  <a:pt x="0" y="220"/>
                </a:lnTo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1" name="Google Shape;1081;p42"/>
          <p:cNvSpPr/>
          <p:nvPr/>
        </p:nvSpPr>
        <p:spPr>
          <a:xfrm>
            <a:off x="3555024" y="3652614"/>
            <a:ext cx="61786" cy="21339"/>
          </a:xfrm>
          <a:custGeom>
            <a:avLst/>
            <a:gdLst/>
            <a:ahLst/>
            <a:cxnLst/>
            <a:rect l="l" t="t" r="r" b="b"/>
            <a:pathLst>
              <a:path w="637" h="220" extrusionOk="0">
                <a:moveTo>
                  <a:pt x="637" y="1"/>
                </a:moveTo>
                <a:lnTo>
                  <a:pt x="0" y="220"/>
                </a:lnTo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2" name="Google Shape;1082;p42"/>
          <p:cNvSpPr/>
          <p:nvPr/>
        </p:nvSpPr>
        <p:spPr>
          <a:xfrm>
            <a:off x="3782673" y="4331876"/>
            <a:ext cx="61883" cy="21242"/>
          </a:xfrm>
          <a:custGeom>
            <a:avLst/>
            <a:gdLst/>
            <a:ahLst/>
            <a:cxnLst/>
            <a:rect l="l" t="t" r="r" b="b"/>
            <a:pathLst>
              <a:path w="638" h="219" extrusionOk="0">
                <a:moveTo>
                  <a:pt x="637" y="0"/>
                </a:moveTo>
                <a:lnTo>
                  <a:pt x="1" y="219"/>
                </a:lnTo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3" name="Google Shape;1083;p42"/>
          <p:cNvSpPr/>
          <p:nvPr/>
        </p:nvSpPr>
        <p:spPr>
          <a:xfrm rot="-5400000">
            <a:off x="4797492" y="3671070"/>
            <a:ext cx="97" cy="97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1" y="0"/>
                </a:moveTo>
                <a:close/>
              </a:path>
            </a:pathLst>
          </a:custGeom>
          <a:solidFill>
            <a:srgbClr val="000000"/>
          </a:solidFill>
          <a:ln w="11925" cap="flat" cmpd="sng">
            <a:solidFill>
              <a:srgbClr val="B8D47F"/>
            </a:solidFill>
            <a:prstDash val="solid"/>
            <a:miter lim="19892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4" name="Google Shape;1084;p42"/>
          <p:cNvSpPr txBox="1">
            <a:spLocks noGrp="1"/>
          </p:cNvSpPr>
          <p:nvPr>
            <p:ph type="subTitle" idx="1"/>
          </p:nvPr>
        </p:nvSpPr>
        <p:spPr>
          <a:xfrm>
            <a:off x="2636825" y="3379150"/>
            <a:ext cx="3870300" cy="90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Venus has a beautiful name and is the second planet from the Sun, but its atmosphere is extremely poisonous</a:t>
            </a:r>
            <a:endParaRPr/>
          </a:p>
        </p:txBody>
      </p:sp>
      <p:sp>
        <p:nvSpPr>
          <p:cNvPr id="1085" name="Google Shape;1085;p42"/>
          <p:cNvSpPr/>
          <p:nvPr/>
        </p:nvSpPr>
        <p:spPr>
          <a:xfrm flipH="1">
            <a:off x="3813125" y="1576500"/>
            <a:ext cx="1517700" cy="1517700"/>
          </a:xfrm>
          <a:prstGeom prst="noSmoking">
            <a:avLst>
              <a:gd name="adj" fmla="val 7055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Google Shape;1090;p43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u="none">
                <a:solidFill>
                  <a:schemeClr val="dk1"/>
                </a:solidFill>
              </a:rPr>
              <a:t>THE </a:t>
            </a:r>
            <a:r>
              <a:rPr lang="en">
                <a:solidFill>
                  <a:schemeClr val="dk1"/>
                </a:solidFill>
              </a:rPr>
              <a:t>SOLUTION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091" name="Google Shape;1091;p43"/>
          <p:cNvSpPr/>
          <p:nvPr/>
        </p:nvSpPr>
        <p:spPr>
          <a:xfrm>
            <a:off x="3184500" y="4287452"/>
            <a:ext cx="97" cy="97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1" y="1"/>
                </a:moveTo>
                <a:close/>
              </a:path>
            </a:pathLst>
          </a:custGeom>
          <a:solidFill>
            <a:srgbClr val="000000"/>
          </a:solidFill>
          <a:ln w="11925" cap="flat" cmpd="sng">
            <a:solidFill>
              <a:srgbClr val="B8D47F"/>
            </a:solidFill>
            <a:prstDash val="solid"/>
            <a:miter lim="19892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2" name="Google Shape;1092;p43"/>
          <p:cNvSpPr txBox="1">
            <a:spLocks noGrp="1"/>
          </p:cNvSpPr>
          <p:nvPr>
            <p:ph type="subTitle" idx="1"/>
          </p:nvPr>
        </p:nvSpPr>
        <p:spPr>
          <a:xfrm>
            <a:off x="2636825" y="3379150"/>
            <a:ext cx="3870300" cy="90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Mercury is the closest planet to the Sun and the smallest one in the Solar System—it’s only a bit larger than the Moon</a:t>
            </a:r>
            <a:endParaRPr/>
          </a:p>
        </p:txBody>
      </p:sp>
      <p:grpSp>
        <p:nvGrpSpPr>
          <p:cNvPr id="1093" name="Google Shape;1093;p43"/>
          <p:cNvGrpSpPr/>
          <p:nvPr/>
        </p:nvGrpSpPr>
        <p:grpSpPr>
          <a:xfrm>
            <a:off x="3927166" y="1770376"/>
            <a:ext cx="1289664" cy="1289664"/>
            <a:chOff x="1190625" y="238125"/>
            <a:chExt cx="5219200" cy="5219200"/>
          </a:xfrm>
        </p:grpSpPr>
        <p:sp>
          <p:nvSpPr>
            <p:cNvPr id="1094" name="Google Shape;1094;p43"/>
            <p:cNvSpPr/>
            <p:nvPr/>
          </p:nvSpPr>
          <p:spPr>
            <a:xfrm>
              <a:off x="3620800" y="2195225"/>
              <a:ext cx="1418175" cy="1870050"/>
            </a:xfrm>
            <a:custGeom>
              <a:avLst/>
              <a:gdLst/>
              <a:ahLst/>
              <a:cxnLst/>
              <a:rect l="l" t="t" r="r" b="b"/>
              <a:pathLst>
                <a:path w="56727" h="74802" extrusionOk="0">
                  <a:moveTo>
                    <a:pt x="34337" y="0"/>
                  </a:moveTo>
                  <a:cubicBezTo>
                    <a:pt x="33792" y="0"/>
                    <a:pt x="33238" y="65"/>
                    <a:pt x="32685" y="199"/>
                  </a:cubicBezTo>
                  <a:lnTo>
                    <a:pt x="7177" y="4701"/>
                  </a:lnTo>
                  <a:lnTo>
                    <a:pt x="6002" y="4897"/>
                  </a:lnTo>
                  <a:cubicBezTo>
                    <a:pt x="2251" y="5810"/>
                    <a:pt x="0" y="9594"/>
                    <a:pt x="881" y="13280"/>
                  </a:cubicBezTo>
                  <a:lnTo>
                    <a:pt x="7177" y="39637"/>
                  </a:lnTo>
                  <a:lnTo>
                    <a:pt x="14320" y="69484"/>
                  </a:lnTo>
                  <a:cubicBezTo>
                    <a:pt x="15071" y="72583"/>
                    <a:pt x="17909" y="74801"/>
                    <a:pt x="21105" y="74801"/>
                  </a:cubicBezTo>
                  <a:lnTo>
                    <a:pt x="48930" y="74801"/>
                  </a:lnTo>
                  <a:cubicBezTo>
                    <a:pt x="53432" y="74801"/>
                    <a:pt x="56726" y="70593"/>
                    <a:pt x="55715" y="66222"/>
                  </a:cubicBezTo>
                  <a:lnTo>
                    <a:pt x="41101" y="5353"/>
                  </a:lnTo>
                  <a:cubicBezTo>
                    <a:pt x="40350" y="2155"/>
                    <a:pt x="37489" y="0"/>
                    <a:pt x="3433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1095;p43"/>
            <p:cNvSpPr/>
            <p:nvPr/>
          </p:nvSpPr>
          <p:spPr>
            <a:xfrm>
              <a:off x="3800200" y="2195225"/>
              <a:ext cx="1238775" cy="1870050"/>
            </a:xfrm>
            <a:custGeom>
              <a:avLst/>
              <a:gdLst/>
              <a:ahLst/>
              <a:cxnLst/>
              <a:rect l="l" t="t" r="r" b="b"/>
              <a:pathLst>
                <a:path w="49551" h="74802" extrusionOk="0">
                  <a:moveTo>
                    <a:pt x="27161" y="0"/>
                  </a:moveTo>
                  <a:cubicBezTo>
                    <a:pt x="26616" y="0"/>
                    <a:pt x="26062" y="65"/>
                    <a:pt x="25509" y="199"/>
                  </a:cubicBezTo>
                  <a:lnTo>
                    <a:pt x="1" y="4701"/>
                  </a:lnTo>
                  <a:lnTo>
                    <a:pt x="1" y="39637"/>
                  </a:lnTo>
                  <a:lnTo>
                    <a:pt x="7144" y="69484"/>
                  </a:lnTo>
                  <a:cubicBezTo>
                    <a:pt x="7895" y="72583"/>
                    <a:pt x="10733" y="74801"/>
                    <a:pt x="13929" y="74801"/>
                  </a:cubicBezTo>
                  <a:lnTo>
                    <a:pt x="41754" y="74801"/>
                  </a:lnTo>
                  <a:cubicBezTo>
                    <a:pt x="46256" y="74801"/>
                    <a:pt x="49550" y="70593"/>
                    <a:pt x="48539" y="66222"/>
                  </a:cubicBezTo>
                  <a:lnTo>
                    <a:pt x="33925" y="5353"/>
                  </a:lnTo>
                  <a:cubicBezTo>
                    <a:pt x="33174" y="2155"/>
                    <a:pt x="30313" y="0"/>
                    <a:pt x="271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43"/>
            <p:cNvSpPr/>
            <p:nvPr/>
          </p:nvSpPr>
          <p:spPr>
            <a:xfrm>
              <a:off x="2756375" y="238125"/>
              <a:ext cx="2435900" cy="2435900"/>
            </a:xfrm>
            <a:custGeom>
              <a:avLst/>
              <a:gdLst/>
              <a:ahLst/>
              <a:cxnLst/>
              <a:rect l="l" t="t" r="r" b="b"/>
              <a:pathLst>
                <a:path w="97436" h="97436" extrusionOk="0">
                  <a:moveTo>
                    <a:pt x="48702" y="0"/>
                  </a:moveTo>
                  <a:cubicBezTo>
                    <a:pt x="46353" y="0"/>
                    <a:pt x="44037" y="196"/>
                    <a:pt x="41754" y="522"/>
                  </a:cubicBezTo>
                  <a:cubicBezTo>
                    <a:pt x="18202" y="3882"/>
                    <a:pt x="0" y="24204"/>
                    <a:pt x="0" y="48701"/>
                  </a:cubicBezTo>
                  <a:cubicBezTo>
                    <a:pt x="0" y="73199"/>
                    <a:pt x="18202" y="93521"/>
                    <a:pt x="41754" y="96914"/>
                  </a:cubicBezTo>
                  <a:cubicBezTo>
                    <a:pt x="44037" y="97240"/>
                    <a:pt x="46353" y="97436"/>
                    <a:pt x="48702" y="97436"/>
                  </a:cubicBezTo>
                  <a:cubicBezTo>
                    <a:pt x="75580" y="97436"/>
                    <a:pt x="97436" y="75580"/>
                    <a:pt x="97436" y="48701"/>
                  </a:cubicBezTo>
                  <a:cubicBezTo>
                    <a:pt x="97436" y="21855"/>
                    <a:pt x="75580" y="0"/>
                    <a:pt x="4870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1097;p43"/>
            <p:cNvSpPr/>
            <p:nvPr/>
          </p:nvSpPr>
          <p:spPr>
            <a:xfrm>
              <a:off x="3800200" y="238125"/>
              <a:ext cx="1392075" cy="2435900"/>
            </a:xfrm>
            <a:custGeom>
              <a:avLst/>
              <a:gdLst/>
              <a:ahLst/>
              <a:cxnLst/>
              <a:rect l="l" t="t" r="r" b="b"/>
              <a:pathLst>
                <a:path w="55683" h="97436" extrusionOk="0">
                  <a:moveTo>
                    <a:pt x="6949" y="0"/>
                  </a:moveTo>
                  <a:cubicBezTo>
                    <a:pt x="4600" y="0"/>
                    <a:pt x="2284" y="196"/>
                    <a:pt x="1" y="522"/>
                  </a:cubicBezTo>
                  <a:lnTo>
                    <a:pt x="1" y="96914"/>
                  </a:lnTo>
                  <a:cubicBezTo>
                    <a:pt x="2284" y="97240"/>
                    <a:pt x="4600" y="97436"/>
                    <a:pt x="6949" y="97436"/>
                  </a:cubicBezTo>
                  <a:cubicBezTo>
                    <a:pt x="33827" y="97436"/>
                    <a:pt x="55683" y="75580"/>
                    <a:pt x="55683" y="48701"/>
                  </a:cubicBezTo>
                  <a:cubicBezTo>
                    <a:pt x="55683" y="21855"/>
                    <a:pt x="33827" y="0"/>
                    <a:pt x="694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43"/>
            <p:cNvSpPr/>
            <p:nvPr/>
          </p:nvSpPr>
          <p:spPr>
            <a:xfrm>
              <a:off x="3278275" y="3717825"/>
              <a:ext cx="2435925" cy="1043875"/>
            </a:xfrm>
            <a:custGeom>
              <a:avLst/>
              <a:gdLst/>
              <a:ahLst/>
              <a:cxnLst/>
              <a:rect l="l" t="t" r="r" b="b"/>
              <a:pathLst>
                <a:path w="97437" h="41755" extrusionOk="0">
                  <a:moveTo>
                    <a:pt x="20878" y="1"/>
                  </a:moveTo>
                  <a:cubicBezTo>
                    <a:pt x="9363" y="1"/>
                    <a:pt x="1" y="9363"/>
                    <a:pt x="1" y="20878"/>
                  </a:cubicBezTo>
                  <a:lnTo>
                    <a:pt x="1" y="34774"/>
                  </a:lnTo>
                  <a:cubicBezTo>
                    <a:pt x="1" y="38623"/>
                    <a:pt x="3132" y="41754"/>
                    <a:pt x="6949" y="41754"/>
                  </a:cubicBezTo>
                  <a:lnTo>
                    <a:pt x="90456" y="41754"/>
                  </a:lnTo>
                  <a:cubicBezTo>
                    <a:pt x="94305" y="41754"/>
                    <a:pt x="97436" y="38623"/>
                    <a:pt x="97436" y="34774"/>
                  </a:cubicBezTo>
                  <a:lnTo>
                    <a:pt x="97436" y="20878"/>
                  </a:lnTo>
                  <a:cubicBezTo>
                    <a:pt x="97436" y="9363"/>
                    <a:pt x="88074" y="1"/>
                    <a:pt x="7656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43"/>
            <p:cNvSpPr/>
            <p:nvPr/>
          </p:nvSpPr>
          <p:spPr>
            <a:xfrm>
              <a:off x="1886225" y="3717825"/>
              <a:ext cx="1043875" cy="1043875"/>
            </a:xfrm>
            <a:custGeom>
              <a:avLst/>
              <a:gdLst/>
              <a:ahLst/>
              <a:cxnLst/>
              <a:rect l="l" t="t" r="r" b="b"/>
              <a:pathLst>
                <a:path w="41755" h="41755" extrusionOk="0">
                  <a:moveTo>
                    <a:pt x="20877" y="1"/>
                  </a:moveTo>
                  <a:cubicBezTo>
                    <a:pt x="9363" y="1"/>
                    <a:pt x="1" y="9363"/>
                    <a:pt x="1" y="20878"/>
                  </a:cubicBezTo>
                  <a:lnTo>
                    <a:pt x="1" y="34774"/>
                  </a:lnTo>
                  <a:cubicBezTo>
                    <a:pt x="1" y="38623"/>
                    <a:pt x="3132" y="41754"/>
                    <a:pt x="6981" y="41754"/>
                  </a:cubicBezTo>
                  <a:lnTo>
                    <a:pt x="34806" y="41754"/>
                  </a:lnTo>
                  <a:cubicBezTo>
                    <a:pt x="38655" y="41754"/>
                    <a:pt x="41754" y="38623"/>
                    <a:pt x="41754" y="34774"/>
                  </a:cubicBezTo>
                  <a:lnTo>
                    <a:pt x="41754" y="20878"/>
                  </a:lnTo>
                  <a:cubicBezTo>
                    <a:pt x="41754" y="9363"/>
                    <a:pt x="32392" y="1"/>
                    <a:pt x="208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43"/>
            <p:cNvSpPr/>
            <p:nvPr/>
          </p:nvSpPr>
          <p:spPr>
            <a:xfrm>
              <a:off x="3451975" y="933725"/>
              <a:ext cx="696475" cy="696475"/>
            </a:xfrm>
            <a:custGeom>
              <a:avLst/>
              <a:gdLst/>
              <a:ahLst/>
              <a:cxnLst/>
              <a:rect l="l" t="t" r="r" b="b"/>
              <a:pathLst>
                <a:path w="27859" h="27859" extrusionOk="0">
                  <a:moveTo>
                    <a:pt x="20878" y="1"/>
                  </a:moveTo>
                  <a:cubicBezTo>
                    <a:pt x="18431" y="1"/>
                    <a:pt x="16115" y="425"/>
                    <a:pt x="13930" y="1208"/>
                  </a:cubicBezTo>
                  <a:cubicBezTo>
                    <a:pt x="5807" y="4078"/>
                    <a:pt x="1" y="11842"/>
                    <a:pt x="1" y="20877"/>
                  </a:cubicBezTo>
                  <a:cubicBezTo>
                    <a:pt x="1" y="24727"/>
                    <a:pt x="3132" y="27858"/>
                    <a:pt x="6982" y="27858"/>
                  </a:cubicBezTo>
                  <a:cubicBezTo>
                    <a:pt x="10831" y="27858"/>
                    <a:pt x="13930" y="24727"/>
                    <a:pt x="13930" y="20877"/>
                  </a:cubicBezTo>
                  <a:cubicBezTo>
                    <a:pt x="13930" y="17028"/>
                    <a:pt x="17028" y="13929"/>
                    <a:pt x="20878" y="13929"/>
                  </a:cubicBezTo>
                  <a:cubicBezTo>
                    <a:pt x="24727" y="13929"/>
                    <a:pt x="27858" y="10831"/>
                    <a:pt x="27858" y="6981"/>
                  </a:cubicBezTo>
                  <a:cubicBezTo>
                    <a:pt x="27858" y="3132"/>
                    <a:pt x="24727" y="1"/>
                    <a:pt x="2087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43"/>
            <p:cNvSpPr/>
            <p:nvPr/>
          </p:nvSpPr>
          <p:spPr>
            <a:xfrm>
              <a:off x="3800200" y="3717825"/>
              <a:ext cx="1914000" cy="1043875"/>
            </a:xfrm>
            <a:custGeom>
              <a:avLst/>
              <a:gdLst/>
              <a:ahLst/>
              <a:cxnLst/>
              <a:rect l="l" t="t" r="r" b="b"/>
              <a:pathLst>
                <a:path w="76560" h="41755" extrusionOk="0">
                  <a:moveTo>
                    <a:pt x="1" y="1"/>
                  </a:moveTo>
                  <a:lnTo>
                    <a:pt x="1" y="41754"/>
                  </a:lnTo>
                  <a:lnTo>
                    <a:pt x="69579" y="41754"/>
                  </a:lnTo>
                  <a:cubicBezTo>
                    <a:pt x="73428" y="41754"/>
                    <a:pt x="76559" y="38623"/>
                    <a:pt x="76559" y="34774"/>
                  </a:cubicBezTo>
                  <a:lnTo>
                    <a:pt x="76559" y="20878"/>
                  </a:lnTo>
                  <a:cubicBezTo>
                    <a:pt x="76559" y="9363"/>
                    <a:pt x="67197" y="1"/>
                    <a:pt x="5568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43"/>
            <p:cNvSpPr/>
            <p:nvPr/>
          </p:nvSpPr>
          <p:spPr>
            <a:xfrm>
              <a:off x="3800200" y="933725"/>
              <a:ext cx="348250" cy="521950"/>
            </a:xfrm>
            <a:custGeom>
              <a:avLst/>
              <a:gdLst/>
              <a:ahLst/>
              <a:cxnLst/>
              <a:rect l="l" t="t" r="r" b="b"/>
              <a:pathLst>
                <a:path w="13930" h="20878" extrusionOk="0">
                  <a:moveTo>
                    <a:pt x="6949" y="1"/>
                  </a:moveTo>
                  <a:cubicBezTo>
                    <a:pt x="4502" y="1"/>
                    <a:pt x="2186" y="425"/>
                    <a:pt x="1" y="1208"/>
                  </a:cubicBezTo>
                  <a:lnTo>
                    <a:pt x="1" y="20877"/>
                  </a:lnTo>
                  <a:cubicBezTo>
                    <a:pt x="1" y="17028"/>
                    <a:pt x="3099" y="13929"/>
                    <a:pt x="6949" y="13929"/>
                  </a:cubicBezTo>
                  <a:cubicBezTo>
                    <a:pt x="10798" y="13929"/>
                    <a:pt x="13929" y="10831"/>
                    <a:pt x="13929" y="6981"/>
                  </a:cubicBezTo>
                  <a:cubicBezTo>
                    <a:pt x="13929" y="3132"/>
                    <a:pt x="10798" y="1"/>
                    <a:pt x="69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43"/>
            <p:cNvSpPr/>
            <p:nvPr/>
          </p:nvSpPr>
          <p:spPr>
            <a:xfrm>
              <a:off x="1190625" y="4413450"/>
              <a:ext cx="5219200" cy="1043875"/>
            </a:xfrm>
            <a:custGeom>
              <a:avLst/>
              <a:gdLst/>
              <a:ahLst/>
              <a:cxnLst/>
              <a:rect l="l" t="t" r="r" b="b"/>
              <a:pathLst>
                <a:path w="208768" h="41755" extrusionOk="0">
                  <a:moveTo>
                    <a:pt x="20877" y="1"/>
                  </a:moveTo>
                  <a:cubicBezTo>
                    <a:pt x="9362" y="1"/>
                    <a:pt x="0" y="9363"/>
                    <a:pt x="0" y="20877"/>
                  </a:cubicBezTo>
                  <a:lnTo>
                    <a:pt x="0" y="34806"/>
                  </a:lnTo>
                  <a:cubicBezTo>
                    <a:pt x="0" y="38623"/>
                    <a:pt x="3132" y="41754"/>
                    <a:pt x="6948" y="41754"/>
                  </a:cubicBezTo>
                  <a:lnTo>
                    <a:pt x="201819" y="41754"/>
                  </a:lnTo>
                  <a:cubicBezTo>
                    <a:pt x="205636" y="41754"/>
                    <a:pt x="208767" y="38623"/>
                    <a:pt x="208767" y="34806"/>
                  </a:cubicBezTo>
                  <a:lnTo>
                    <a:pt x="208767" y="20877"/>
                  </a:lnTo>
                  <a:cubicBezTo>
                    <a:pt x="208767" y="9363"/>
                    <a:pt x="199405" y="1"/>
                    <a:pt x="18789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43"/>
            <p:cNvSpPr/>
            <p:nvPr/>
          </p:nvSpPr>
          <p:spPr>
            <a:xfrm>
              <a:off x="3800200" y="4413450"/>
              <a:ext cx="2609625" cy="1043875"/>
            </a:xfrm>
            <a:custGeom>
              <a:avLst/>
              <a:gdLst/>
              <a:ahLst/>
              <a:cxnLst/>
              <a:rect l="l" t="t" r="r" b="b"/>
              <a:pathLst>
                <a:path w="104385" h="41755" extrusionOk="0">
                  <a:moveTo>
                    <a:pt x="1" y="1"/>
                  </a:moveTo>
                  <a:lnTo>
                    <a:pt x="1" y="41754"/>
                  </a:lnTo>
                  <a:lnTo>
                    <a:pt x="97436" y="41754"/>
                  </a:lnTo>
                  <a:cubicBezTo>
                    <a:pt x="101253" y="41754"/>
                    <a:pt x="104384" y="38623"/>
                    <a:pt x="104384" y="34806"/>
                  </a:cubicBezTo>
                  <a:lnTo>
                    <a:pt x="104384" y="20877"/>
                  </a:lnTo>
                  <a:cubicBezTo>
                    <a:pt x="104384" y="9363"/>
                    <a:pt x="95022" y="1"/>
                    <a:pt x="8350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p44"/>
          <p:cNvSpPr txBox="1">
            <a:spLocks noGrp="1"/>
          </p:cNvSpPr>
          <p:nvPr>
            <p:ph type="subTitle" idx="5"/>
          </p:nvPr>
        </p:nvSpPr>
        <p:spPr>
          <a:xfrm>
            <a:off x="769762" y="3512600"/>
            <a:ext cx="1673400" cy="67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could talk a bit about this person here</a:t>
            </a:r>
            <a:endParaRPr/>
          </a:p>
        </p:txBody>
      </p:sp>
      <p:sp>
        <p:nvSpPr>
          <p:cNvPr id="1110" name="Google Shape;1110;p44"/>
          <p:cNvSpPr txBox="1">
            <a:spLocks noGrp="1"/>
          </p:cNvSpPr>
          <p:nvPr>
            <p:ph type="subTitle" idx="7"/>
          </p:nvPr>
        </p:nvSpPr>
        <p:spPr>
          <a:xfrm>
            <a:off x="6700838" y="3512600"/>
            <a:ext cx="1673400" cy="67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could talk a bit about this person here</a:t>
            </a:r>
            <a:endParaRPr/>
          </a:p>
        </p:txBody>
      </p:sp>
      <p:sp>
        <p:nvSpPr>
          <p:cNvPr id="1111" name="Google Shape;1111;p44"/>
          <p:cNvSpPr txBox="1">
            <a:spLocks noGrp="1"/>
          </p:cNvSpPr>
          <p:nvPr>
            <p:ph type="subTitle" idx="8"/>
          </p:nvPr>
        </p:nvSpPr>
        <p:spPr>
          <a:xfrm>
            <a:off x="4723813" y="3512600"/>
            <a:ext cx="1673400" cy="67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could talk a bit about this person here</a:t>
            </a:r>
            <a:endParaRPr/>
          </a:p>
        </p:txBody>
      </p:sp>
      <p:sp>
        <p:nvSpPr>
          <p:cNvPr id="1112" name="Google Shape;1112;p4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TEAM</a:t>
            </a:r>
            <a:endParaRPr/>
          </a:p>
        </p:txBody>
      </p:sp>
      <p:sp>
        <p:nvSpPr>
          <p:cNvPr id="1113" name="Google Shape;1113;p44"/>
          <p:cNvSpPr txBox="1">
            <a:spLocks noGrp="1"/>
          </p:cNvSpPr>
          <p:nvPr>
            <p:ph type="subTitle" idx="2"/>
          </p:nvPr>
        </p:nvSpPr>
        <p:spPr>
          <a:xfrm>
            <a:off x="769750" y="3017575"/>
            <a:ext cx="1673400" cy="3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BOB KANE </a:t>
            </a:r>
            <a:endParaRPr/>
          </a:p>
        </p:txBody>
      </p:sp>
      <p:sp>
        <p:nvSpPr>
          <p:cNvPr id="1114" name="Google Shape;1114;p44"/>
          <p:cNvSpPr txBox="1">
            <a:spLocks noGrp="1"/>
          </p:cNvSpPr>
          <p:nvPr>
            <p:ph type="subTitle" idx="3"/>
          </p:nvPr>
        </p:nvSpPr>
        <p:spPr>
          <a:xfrm>
            <a:off x="4723813" y="3017575"/>
            <a:ext cx="1673400" cy="3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CHRIS DOE</a:t>
            </a:r>
            <a:endParaRPr/>
          </a:p>
        </p:txBody>
      </p:sp>
      <p:sp>
        <p:nvSpPr>
          <p:cNvPr id="1115" name="Google Shape;1115;p44"/>
          <p:cNvSpPr txBox="1">
            <a:spLocks noGrp="1"/>
          </p:cNvSpPr>
          <p:nvPr>
            <p:ph type="subTitle" idx="4"/>
          </p:nvPr>
        </p:nvSpPr>
        <p:spPr>
          <a:xfrm>
            <a:off x="6700845" y="3017575"/>
            <a:ext cx="1673400" cy="3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LEIA BROWN </a:t>
            </a:r>
            <a:endParaRPr/>
          </a:p>
        </p:txBody>
      </p:sp>
      <p:sp>
        <p:nvSpPr>
          <p:cNvPr id="1116" name="Google Shape;1116;p44"/>
          <p:cNvSpPr txBox="1">
            <a:spLocks noGrp="1"/>
          </p:cNvSpPr>
          <p:nvPr>
            <p:ph type="subTitle" idx="6"/>
          </p:nvPr>
        </p:nvSpPr>
        <p:spPr>
          <a:xfrm>
            <a:off x="2746787" y="3512600"/>
            <a:ext cx="1673400" cy="67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could talk a bit about this person here</a:t>
            </a:r>
            <a:endParaRPr/>
          </a:p>
        </p:txBody>
      </p:sp>
      <p:sp>
        <p:nvSpPr>
          <p:cNvPr id="1117" name="Google Shape;1117;p44"/>
          <p:cNvSpPr txBox="1">
            <a:spLocks noGrp="1"/>
          </p:cNvSpPr>
          <p:nvPr>
            <p:ph type="subTitle" idx="1"/>
          </p:nvPr>
        </p:nvSpPr>
        <p:spPr>
          <a:xfrm>
            <a:off x="2746782" y="3017575"/>
            <a:ext cx="1673400" cy="3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AMY CLARK</a:t>
            </a:r>
            <a:endParaRPr/>
          </a:p>
        </p:txBody>
      </p:sp>
      <p:grpSp>
        <p:nvGrpSpPr>
          <p:cNvPr id="1118" name="Google Shape;1118;p44"/>
          <p:cNvGrpSpPr/>
          <p:nvPr/>
        </p:nvGrpSpPr>
        <p:grpSpPr>
          <a:xfrm>
            <a:off x="1333886" y="2026045"/>
            <a:ext cx="545151" cy="643005"/>
            <a:chOff x="1587750" y="238125"/>
            <a:chExt cx="4424925" cy="5219200"/>
          </a:xfrm>
        </p:grpSpPr>
        <p:sp>
          <p:nvSpPr>
            <p:cNvPr id="1119" name="Google Shape;1119;p44"/>
            <p:cNvSpPr/>
            <p:nvPr/>
          </p:nvSpPr>
          <p:spPr>
            <a:xfrm>
              <a:off x="5033225" y="2110500"/>
              <a:ext cx="979450" cy="1247725"/>
            </a:xfrm>
            <a:custGeom>
              <a:avLst/>
              <a:gdLst/>
              <a:ahLst/>
              <a:cxnLst/>
              <a:rect l="l" t="t" r="r" b="b"/>
              <a:pathLst>
                <a:path w="39178" h="49909" extrusionOk="0">
                  <a:moveTo>
                    <a:pt x="1" y="0"/>
                  </a:moveTo>
                  <a:lnTo>
                    <a:pt x="1" y="49909"/>
                  </a:lnTo>
                  <a:lnTo>
                    <a:pt x="18757" y="49909"/>
                  </a:lnTo>
                  <a:cubicBezTo>
                    <a:pt x="30044" y="49909"/>
                    <a:pt x="39177" y="40775"/>
                    <a:pt x="39177" y="29489"/>
                  </a:cubicBezTo>
                  <a:lnTo>
                    <a:pt x="39177" y="20420"/>
                  </a:lnTo>
                  <a:cubicBezTo>
                    <a:pt x="39177" y="9134"/>
                    <a:pt x="30044" y="0"/>
                    <a:pt x="18757" y="0"/>
                  </a:cubicBezTo>
                  <a:close/>
                </a:path>
              </a:pathLst>
            </a:custGeom>
            <a:solidFill>
              <a:srgbClr val="DB88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1120;p44"/>
            <p:cNvSpPr/>
            <p:nvPr/>
          </p:nvSpPr>
          <p:spPr>
            <a:xfrm>
              <a:off x="1587750" y="2110500"/>
              <a:ext cx="866100" cy="1247725"/>
            </a:xfrm>
            <a:custGeom>
              <a:avLst/>
              <a:gdLst/>
              <a:ahLst/>
              <a:cxnLst/>
              <a:rect l="l" t="t" r="r" b="b"/>
              <a:pathLst>
                <a:path w="34644" h="49909" extrusionOk="0">
                  <a:moveTo>
                    <a:pt x="20421" y="0"/>
                  </a:moveTo>
                  <a:cubicBezTo>
                    <a:pt x="9134" y="0"/>
                    <a:pt x="1" y="9134"/>
                    <a:pt x="1" y="20420"/>
                  </a:cubicBezTo>
                  <a:lnTo>
                    <a:pt x="1" y="29489"/>
                  </a:lnTo>
                  <a:cubicBezTo>
                    <a:pt x="1" y="40775"/>
                    <a:pt x="9134" y="49909"/>
                    <a:pt x="20421" y="49909"/>
                  </a:cubicBezTo>
                  <a:lnTo>
                    <a:pt x="34643" y="49909"/>
                  </a:lnTo>
                  <a:lnTo>
                    <a:pt x="34643" y="0"/>
                  </a:lnTo>
                  <a:close/>
                </a:path>
              </a:pathLst>
            </a:custGeom>
            <a:solidFill>
              <a:srgbClr val="ED99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1121;p44"/>
            <p:cNvSpPr/>
            <p:nvPr/>
          </p:nvSpPr>
          <p:spPr>
            <a:xfrm>
              <a:off x="3484600" y="490100"/>
              <a:ext cx="2017575" cy="3721125"/>
            </a:xfrm>
            <a:custGeom>
              <a:avLst/>
              <a:gdLst/>
              <a:ahLst/>
              <a:cxnLst/>
              <a:rect l="l" t="t" r="r" b="b"/>
              <a:pathLst>
                <a:path w="80703" h="148845" extrusionOk="0">
                  <a:moveTo>
                    <a:pt x="1" y="1"/>
                  </a:moveTo>
                  <a:lnTo>
                    <a:pt x="12625" y="148845"/>
                  </a:lnTo>
                  <a:lnTo>
                    <a:pt x="80702" y="114725"/>
                  </a:lnTo>
                  <a:lnTo>
                    <a:pt x="80702" y="57999"/>
                  </a:lnTo>
                  <a:cubicBezTo>
                    <a:pt x="80702" y="57999"/>
                    <a:pt x="77864" y="35719"/>
                    <a:pt x="72841" y="26227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ED99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44"/>
            <p:cNvSpPr/>
            <p:nvPr/>
          </p:nvSpPr>
          <p:spPr>
            <a:xfrm>
              <a:off x="2098250" y="368600"/>
              <a:ext cx="1701975" cy="3842625"/>
            </a:xfrm>
            <a:custGeom>
              <a:avLst/>
              <a:gdLst/>
              <a:ahLst/>
              <a:cxnLst/>
              <a:rect l="l" t="t" r="r" b="b"/>
              <a:pathLst>
                <a:path w="68079" h="153705" extrusionOk="0">
                  <a:moveTo>
                    <a:pt x="41917" y="0"/>
                  </a:moveTo>
                  <a:cubicBezTo>
                    <a:pt x="17289" y="10243"/>
                    <a:pt x="1" y="34545"/>
                    <a:pt x="1" y="62859"/>
                  </a:cubicBezTo>
                  <a:lnTo>
                    <a:pt x="1" y="119585"/>
                  </a:lnTo>
                  <a:lnTo>
                    <a:pt x="68079" y="153705"/>
                  </a:lnTo>
                  <a:lnTo>
                    <a:pt x="68079" y="9395"/>
                  </a:lnTo>
                  <a:lnTo>
                    <a:pt x="41917" y="0"/>
                  </a:lnTo>
                  <a:close/>
                </a:path>
              </a:pathLst>
            </a:custGeom>
            <a:solidFill>
              <a:srgbClr val="F7AF9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44"/>
            <p:cNvSpPr/>
            <p:nvPr/>
          </p:nvSpPr>
          <p:spPr>
            <a:xfrm>
              <a:off x="3345975" y="3076850"/>
              <a:ext cx="2156200" cy="2380475"/>
            </a:xfrm>
            <a:custGeom>
              <a:avLst/>
              <a:gdLst/>
              <a:ahLst/>
              <a:cxnLst/>
              <a:rect l="l" t="t" r="r" b="b"/>
              <a:pathLst>
                <a:path w="86248" h="95219" extrusionOk="0">
                  <a:moveTo>
                    <a:pt x="18170" y="1"/>
                  </a:moveTo>
                  <a:lnTo>
                    <a:pt x="0" y="47626"/>
                  </a:lnTo>
                  <a:lnTo>
                    <a:pt x="18170" y="95218"/>
                  </a:lnTo>
                  <a:cubicBezTo>
                    <a:pt x="55780" y="95218"/>
                    <a:pt x="86247" y="64751"/>
                    <a:pt x="86247" y="27140"/>
                  </a:cubicBezTo>
                  <a:lnTo>
                    <a:pt x="86247" y="11255"/>
                  </a:lnTo>
                  <a:lnTo>
                    <a:pt x="55682" y="11255"/>
                  </a:lnTo>
                  <a:cubicBezTo>
                    <a:pt x="44918" y="4143"/>
                    <a:pt x="32033" y="1"/>
                    <a:pt x="1817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44"/>
            <p:cNvSpPr/>
            <p:nvPr/>
          </p:nvSpPr>
          <p:spPr>
            <a:xfrm>
              <a:off x="2098250" y="3076850"/>
              <a:ext cx="1701975" cy="2380475"/>
            </a:xfrm>
            <a:custGeom>
              <a:avLst/>
              <a:gdLst/>
              <a:ahLst/>
              <a:cxnLst/>
              <a:rect l="l" t="t" r="r" b="b"/>
              <a:pathLst>
                <a:path w="68079" h="95219" extrusionOk="0">
                  <a:moveTo>
                    <a:pt x="68079" y="1"/>
                  </a:moveTo>
                  <a:cubicBezTo>
                    <a:pt x="54215" y="1"/>
                    <a:pt x="41330" y="4143"/>
                    <a:pt x="30598" y="11255"/>
                  </a:cubicBezTo>
                  <a:lnTo>
                    <a:pt x="1" y="11255"/>
                  </a:lnTo>
                  <a:lnTo>
                    <a:pt x="1" y="27140"/>
                  </a:lnTo>
                  <a:cubicBezTo>
                    <a:pt x="1" y="64751"/>
                    <a:pt x="30468" y="95218"/>
                    <a:pt x="68079" y="95218"/>
                  </a:cubicBezTo>
                  <a:lnTo>
                    <a:pt x="6807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44"/>
            <p:cNvSpPr/>
            <p:nvPr/>
          </p:nvSpPr>
          <p:spPr>
            <a:xfrm>
              <a:off x="3516400" y="1997150"/>
              <a:ext cx="567625" cy="340075"/>
            </a:xfrm>
            <a:custGeom>
              <a:avLst/>
              <a:gdLst/>
              <a:ahLst/>
              <a:cxnLst/>
              <a:rect l="l" t="t" r="r" b="b"/>
              <a:pathLst>
                <a:path w="22705" h="13603" extrusionOk="0">
                  <a:moveTo>
                    <a:pt x="1" y="0"/>
                  </a:moveTo>
                  <a:lnTo>
                    <a:pt x="1" y="13603"/>
                  </a:lnTo>
                  <a:lnTo>
                    <a:pt x="22704" y="13603"/>
                  </a:lnTo>
                  <a:lnTo>
                    <a:pt x="22704" y="0"/>
                  </a:lnTo>
                  <a:close/>
                </a:path>
              </a:pathLst>
            </a:custGeom>
            <a:solidFill>
              <a:srgbClr val="DB88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44"/>
            <p:cNvSpPr/>
            <p:nvPr/>
          </p:nvSpPr>
          <p:spPr>
            <a:xfrm>
              <a:off x="2892550" y="1656250"/>
              <a:ext cx="737250" cy="1021050"/>
            </a:xfrm>
            <a:custGeom>
              <a:avLst/>
              <a:gdLst/>
              <a:ahLst/>
              <a:cxnLst/>
              <a:rect l="l" t="t" r="r" b="b"/>
              <a:pathLst>
                <a:path w="29490" h="40842" extrusionOk="0">
                  <a:moveTo>
                    <a:pt x="9069" y="1"/>
                  </a:moveTo>
                  <a:lnTo>
                    <a:pt x="1" y="20421"/>
                  </a:lnTo>
                  <a:lnTo>
                    <a:pt x="9069" y="40841"/>
                  </a:lnTo>
                  <a:cubicBezTo>
                    <a:pt x="20323" y="40841"/>
                    <a:pt x="29489" y="31675"/>
                    <a:pt x="29489" y="20421"/>
                  </a:cubicBezTo>
                  <a:cubicBezTo>
                    <a:pt x="29489" y="9167"/>
                    <a:pt x="20323" y="1"/>
                    <a:pt x="9069" y="1"/>
                  </a:cubicBezTo>
                  <a:close/>
                </a:path>
              </a:pathLst>
            </a:custGeom>
            <a:solidFill>
              <a:srgbClr val="FFE0D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44"/>
            <p:cNvSpPr/>
            <p:nvPr/>
          </p:nvSpPr>
          <p:spPr>
            <a:xfrm>
              <a:off x="2608750" y="1656250"/>
              <a:ext cx="510525" cy="1021050"/>
            </a:xfrm>
            <a:custGeom>
              <a:avLst/>
              <a:gdLst/>
              <a:ahLst/>
              <a:cxnLst/>
              <a:rect l="l" t="t" r="r" b="b"/>
              <a:pathLst>
                <a:path w="20421" h="40842" extrusionOk="0">
                  <a:moveTo>
                    <a:pt x="20421" y="1"/>
                  </a:moveTo>
                  <a:cubicBezTo>
                    <a:pt x="9167" y="1"/>
                    <a:pt x="1" y="9167"/>
                    <a:pt x="1" y="20421"/>
                  </a:cubicBezTo>
                  <a:cubicBezTo>
                    <a:pt x="1" y="31675"/>
                    <a:pt x="9167" y="40841"/>
                    <a:pt x="20421" y="40841"/>
                  </a:cubicBezTo>
                  <a:lnTo>
                    <a:pt x="2042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44"/>
            <p:cNvSpPr/>
            <p:nvPr/>
          </p:nvSpPr>
          <p:spPr>
            <a:xfrm>
              <a:off x="4254425" y="1656250"/>
              <a:ext cx="737250" cy="1021050"/>
            </a:xfrm>
            <a:custGeom>
              <a:avLst/>
              <a:gdLst/>
              <a:ahLst/>
              <a:cxnLst/>
              <a:rect l="l" t="t" r="r" b="b"/>
              <a:pathLst>
                <a:path w="29490" h="40842" extrusionOk="0">
                  <a:moveTo>
                    <a:pt x="9069" y="1"/>
                  </a:moveTo>
                  <a:lnTo>
                    <a:pt x="1" y="20421"/>
                  </a:lnTo>
                  <a:lnTo>
                    <a:pt x="9069" y="40841"/>
                  </a:lnTo>
                  <a:cubicBezTo>
                    <a:pt x="20323" y="40841"/>
                    <a:pt x="29489" y="31675"/>
                    <a:pt x="29489" y="20421"/>
                  </a:cubicBezTo>
                  <a:cubicBezTo>
                    <a:pt x="29489" y="9167"/>
                    <a:pt x="20323" y="1"/>
                    <a:pt x="9069" y="1"/>
                  </a:cubicBezTo>
                  <a:close/>
                </a:path>
              </a:pathLst>
            </a:custGeom>
            <a:solidFill>
              <a:srgbClr val="FFBEA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44"/>
            <p:cNvSpPr/>
            <p:nvPr/>
          </p:nvSpPr>
          <p:spPr>
            <a:xfrm>
              <a:off x="3970650" y="1656250"/>
              <a:ext cx="510525" cy="1021050"/>
            </a:xfrm>
            <a:custGeom>
              <a:avLst/>
              <a:gdLst/>
              <a:ahLst/>
              <a:cxnLst/>
              <a:rect l="l" t="t" r="r" b="b"/>
              <a:pathLst>
                <a:path w="20421" h="40842" extrusionOk="0">
                  <a:moveTo>
                    <a:pt x="20420" y="1"/>
                  </a:moveTo>
                  <a:cubicBezTo>
                    <a:pt x="9166" y="1"/>
                    <a:pt x="0" y="9167"/>
                    <a:pt x="0" y="20421"/>
                  </a:cubicBezTo>
                  <a:cubicBezTo>
                    <a:pt x="0" y="31675"/>
                    <a:pt x="9166" y="40841"/>
                    <a:pt x="20420" y="40841"/>
                  </a:cubicBezTo>
                  <a:lnTo>
                    <a:pt x="20420" y="1"/>
                  </a:lnTo>
                  <a:close/>
                </a:path>
              </a:pathLst>
            </a:custGeom>
            <a:solidFill>
              <a:srgbClr val="FFE0D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44"/>
            <p:cNvSpPr/>
            <p:nvPr/>
          </p:nvSpPr>
          <p:spPr>
            <a:xfrm>
              <a:off x="3686850" y="3587350"/>
              <a:ext cx="510525" cy="340900"/>
            </a:xfrm>
            <a:custGeom>
              <a:avLst/>
              <a:gdLst/>
              <a:ahLst/>
              <a:cxnLst/>
              <a:rect l="l" t="t" r="r" b="b"/>
              <a:pathLst>
                <a:path w="20421" h="13636" extrusionOk="0">
                  <a:moveTo>
                    <a:pt x="4535" y="1"/>
                  </a:moveTo>
                  <a:lnTo>
                    <a:pt x="0" y="6818"/>
                  </a:lnTo>
                  <a:lnTo>
                    <a:pt x="4535" y="13636"/>
                  </a:lnTo>
                  <a:lnTo>
                    <a:pt x="20420" y="13636"/>
                  </a:lnTo>
                  <a:lnTo>
                    <a:pt x="20420" y="1"/>
                  </a:lnTo>
                  <a:close/>
                </a:path>
              </a:pathLst>
            </a:custGeom>
            <a:solidFill>
              <a:srgbClr val="DB88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44"/>
            <p:cNvSpPr/>
            <p:nvPr/>
          </p:nvSpPr>
          <p:spPr>
            <a:xfrm>
              <a:off x="3403050" y="3587350"/>
              <a:ext cx="397175" cy="340900"/>
            </a:xfrm>
            <a:custGeom>
              <a:avLst/>
              <a:gdLst/>
              <a:ahLst/>
              <a:cxnLst/>
              <a:rect l="l" t="t" r="r" b="b"/>
              <a:pathLst>
                <a:path w="15887" h="13636" extrusionOk="0">
                  <a:moveTo>
                    <a:pt x="1" y="1"/>
                  </a:moveTo>
                  <a:lnTo>
                    <a:pt x="1" y="13636"/>
                  </a:lnTo>
                  <a:lnTo>
                    <a:pt x="15887" y="13636"/>
                  </a:lnTo>
                  <a:lnTo>
                    <a:pt x="15887" y="1"/>
                  </a:lnTo>
                  <a:close/>
                </a:path>
              </a:pathLst>
            </a:custGeom>
            <a:solidFill>
              <a:srgbClr val="ED99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44"/>
            <p:cNvSpPr/>
            <p:nvPr/>
          </p:nvSpPr>
          <p:spPr>
            <a:xfrm>
              <a:off x="3146175" y="238125"/>
              <a:ext cx="2159450" cy="907650"/>
            </a:xfrm>
            <a:custGeom>
              <a:avLst/>
              <a:gdLst/>
              <a:ahLst/>
              <a:cxnLst/>
              <a:rect l="l" t="t" r="r" b="b"/>
              <a:pathLst>
                <a:path w="86378" h="36306" extrusionOk="0">
                  <a:moveTo>
                    <a:pt x="26162" y="0"/>
                  </a:moveTo>
                  <a:cubicBezTo>
                    <a:pt x="16898" y="0"/>
                    <a:pt x="8058" y="1859"/>
                    <a:pt x="0" y="5219"/>
                  </a:cubicBezTo>
                  <a:cubicBezTo>
                    <a:pt x="10537" y="23780"/>
                    <a:pt x="30500" y="36306"/>
                    <a:pt x="53399" y="36306"/>
                  </a:cubicBezTo>
                  <a:lnTo>
                    <a:pt x="86378" y="36306"/>
                  </a:lnTo>
                  <a:cubicBezTo>
                    <a:pt x="74961" y="14712"/>
                    <a:pt x="52290" y="0"/>
                    <a:pt x="261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3" name="Google Shape;1133;p44"/>
          <p:cNvGrpSpPr/>
          <p:nvPr/>
        </p:nvGrpSpPr>
        <p:grpSpPr>
          <a:xfrm>
            <a:off x="7216769" y="1999949"/>
            <a:ext cx="641538" cy="695197"/>
            <a:chOff x="1392050" y="238125"/>
            <a:chExt cx="4816350" cy="5219200"/>
          </a:xfrm>
        </p:grpSpPr>
        <p:sp>
          <p:nvSpPr>
            <p:cNvPr id="1134" name="Google Shape;1134;p44"/>
            <p:cNvSpPr/>
            <p:nvPr/>
          </p:nvSpPr>
          <p:spPr>
            <a:xfrm>
              <a:off x="1392050" y="2053400"/>
              <a:ext cx="910925" cy="1021025"/>
            </a:xfrm>
            <a:custGeom>
              <a:avLst/>
              <a:gdLst/>
              <a:ahLst/>
              <a:cxnLst/>
              <a:rect l="l" t="t" r="r" b="b"/>
              <a:pathLst>
                <a:path w="36437" h="40841" extrusionOk="0">
                  <a:moveTo>
                    <a:pt x="20420" y="1"/>
                  </a:moveTo>
                  <a:cubicBezTo>
                    <a:pt x="9134" y="1"/>
                    <a:pt x="0" y="9134"/>
                    <a:pt x="0" y="20421"/>
                  </a:cubicBezTo>
                  <a:cubicBezTo>
                    <a:pt x="0" y="31675"/>
                    <a:pt x="9134" y="40841"/>
                    <a:pt x="20420" y="40841"/>
                  </a:cubicBezTo>
                  <a:cubicBezTo>
                    <a:pt x="21236" y="40841"/>
                    <a:pt x="36436" y="40678"/>
                    <a:pt x="36436" y="40678"/>
                  </a:cubicBezTo>
                  <a:lnTo>
                    <a:pt x="36436" y="1"/>
                  </a:lnTo>
                  <a:close/>
                </a:path>
              </a:pathLst>
            </a:custGeom>
            <a:solidFill>
              <a:srgbClr val="FCAF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44"/>
            <p:cNvSpPr/>
            <p:nvPr/>
          </p:nvSpPr>
          <p:spPr>
            <a:xfrm>
              <a:off x="1452375" y="2787350"/>
              <a:ext cx="1021050" cy="1021025"/>
            </a:xfrm>
            <a:custGeom>
              <a:avLst/>
              <a:gdLst/>
              <a:ahLst/>
              <a:cxnLst/>
              <a:rect l="l" t="t" r="r" b="b"/>
              <a:pathLst>
                <a:path w="40842" h="40841" extrusionOk="0">
                  <a:moveTo>
                    <a:pt x="20421" y="13603"/>
                  </a:moveTo>
                  <a:cubicBezTo>
                    <a:pt x="24172" y="13603"/>
                    <a:pt x="27239" y="16669"/>
                    <a:pt x="27239" y="20421"/>
                  </a:cubicBezTo>
                  <a:cubicBezTo>
                    <a:pt x="27239" y="24172"/>
                    <a:pt x="24172" y="27206"/>
                    <a:pt x="20421" y="27206"/>
                  </a:cubicBezTo>
                  <a:cubicBezTo>
                    <a:pt x="16670" y="27206"/>
                    <a:pt x="13603" y="24172"/>
                    <a:pt x="13603" y="20421"/>
                  </a:cubicBezTo>
                  <a:cubicBezTo>
                    <a:pt x="13603" y="16669"/>
                    <a:pt x="16670" y="13603"/>
                    <a:pt x="20421" y="13603"/>
                  </a:cubicBezTo>
                  <a:close/>
                  <a:moveTo>
                    <a:pt x="20421" y="1"/>
                  </a:moveTo>
                  <a:cubicBezTo>
                    <a:pt x="9167" y="1"/>
                    <a:pt x="1" y="9167"/>
                    <a:pt x="1" y="20421"/>
                  </a:cubicBezTo>
                  <a:cubicBezTo>
                    <a:pt x="1" y="31675"/>
                    <a:pt x="9167" y="40841"/>
                    <a:pt x="20421" y="40841"/>
                  </a:cubicBezTo>
                  <a:cubicBezTo>
                    <a:pt x="31675" y="40841"/>
                    <a:pt x="40841" y="31675"/>
                    <a:pt x="40841" y="20421"/>
                  </a:cubicBezTo>
                  <a:cubicBezTo>
                    <a:pt x="40841" y="9167"/>
                    <a:pt x="31675" y="1"/>
                    <a:pt x="2042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44"/>
            <p:cNvSpPr/>
            <p:nvPr/>
          </p:nvSpPr>
          <p:spPr>
            <a:xfrm>
              <a:off x="3376950" y="1714975"/>
              <a:ext cx="1701975" cy="3060575"/>
            </a:xfrm>
            <a:custGeom>
              <a:avLst/>
              <a:gdLst/>
              <a:ahLst/>
              <a:cxnLst/>
              <a:rect l="l" t="t" r="r" b="b"/>
              <a:pathLst>
                <a:path w="68079" h="122423" extrusionOk="0">
                  <a:moveTo>
                    <a:pt x="1" y="1"/>
                  </a:moveTo>
                  <a:lnTo>
                    <a:pt x="9102" y="122423"/>
                  </a:lnTo>
                  <a:cubicBezTo>
                    <a:pt x="22574" y="122423"/>
                    <a:pt x="37514" y="115540"/>
                    <a:pt x="49942" y="104580"/>
                  </a:cubicBezTo>
                  <a:lnTo>
                    <a:pt x="68079" y="2489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CAF6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44"/>
            <p:cNvSpPr/>
            <p:nvPr/>
          </p:nvSpPr>
          <p:spPr>
            <a:xfrm>
              <a:off x="1902550" y="1019350"/>
              <a:ext cx="1701950" cy="3757025"/>
            </a:xfrm>
            <a:custGeom>
              <a:avLst/>
              <a:gdLst/>
              <a:ahLst/>
              <a:cxnLst/>
              <a:rect l="l" t="t" r="r" b="b"/>
              <a:pathLst>
                <a:path w="68078" h="150281" extrusionOk="0">
                  <a:moveTo>
                    <a:pt x="45374" y="1"/>
                  </a:moveTo>
                  <a:cubicBezTo>
                    <a:pt x="33142" y="13962"/>
                    <a:pt x="0" y="41363"/>
                    <a:pt x="0" y="41363"/>
                  </a:cubicBezTo>
                  <a:lnTo>
                    <a:pt x="0" y="77669"/>
                  </a:lnTo>
                  <a:cubicBezTo>
                    <a:pt x="0" y="115247"/>
                    <a:pt x="37676" y="150281"/>
                    <a:pt x="68078" y="150281"/>
                  </a:cubicBezTo>
                  <a:lnTo>
                    <a:pt x="68078" y="1"/>
                  </a:lnTo>
                  <a:close/>
                </a:path>
              </a:pathLst>
            </a:custGeom>
            <a:solidFill>
              <a:srgbClr val="FCC2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44"/>
            <p:cNvSpPr/>
            <p:nvPr/>
          </p:nvSpPr>
          <p:spPr>
            <a:xfrm>
              <a:off x="1902550" y="533325"/>
              <a:ext cx="1377400" cy="1520100"/>
            </a:xfrm>
            <a:custGeom>
              <a:avLst/>
              <a:gdLst/>
              <a:ahLst/>
              <a:cxnLst/>
              <a:rect l="l" t="t" r="r" b="b"/>
              <a:pathLst>
                <a:path w="55096" h="60804" extrusionOk="0">
                  <a:moveTo>
                    <a:pt x="29749" y="0"/>
                  </a:moveTo>
                  <a:cubicBezTo>
                    <a:pt x="11809" y="12233"/>
                    <a:pt x="0" y="32881"/>
                    <a:pt x="0" y="56270"/>
                  </a:cubicBezTo>
                  <a:lnTo>
                    <a:pt x="0" y="60804"/>
                  </a:lnTo>
                  <a:cubicBezTo>
                    <a:pt x="17778" y="54149"/>
                    <a:pt x="33142" y="42471"/>
                    <a:pt x="45374" y="28510"/>
                  </a:cubicBezTo>
                  <a:lnTo>
                    <a:pt x="55095" y="13114"/>
                  </a:lnTo>
                  <a:lnTo>
                    <a:pt x="2974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44"/>
            <p:cNvSpPr/>
            <p:nvPr/>
          </p:nvSpPr>
          <p:spPr>
            <a:xfrm>
              <a:off x="2646275" y="238125"/>
              <a:ext cx="3562125" cy="5219200"/>
            </a:xfrm>
            <a:custGeom>
              <a:avLst/>
              <a:gdLst/>
              <a:ahLst/>
              <a:cxnLst/>
              <a:rect l="l" t="t" r="r" b="b"/>
              <a:pathLst>
                <a:path w="142485" h="208768" extrusionOk="0">
                  <a:moveTo>
                    <a:pt x="38329" y="0"/>
                  </a:moveTo>
                  <a:cubicBezTo>
                    <a:pt x="24107" y="0"/>
                    <a:pt x="10928" y="4338"/>
                    <a:pt x="0" y="11808"/>
                  </a:cubicBezTo>
                  <a:lnTo>
                    <a:pt x="15625" y="40318"/>
                  </a:lnTo>
                  <a:lnTo>
                    <a:pt x="41036" y="86736"/>
                  </a:lnTo>
                  <a:cubicBezTo>
                    <a:pt x="47038" y="97696"/>
                    <a:pt x="62141" y="106634"/>
                    <a:pt x="74602" y="106634"/>
                  </a:cubicBezTo>
                  <a:lnTo>
                    <a:pt x="79169" y="106634"/>
                  </a:lnTo>
                  <a:lnTo>
                    <a:pt x="79169" y="208735"/>
                  </a:lnTo>
                  <a:lnTo>
                    <a:pt x="122553" y="208767"/>
                  </a:lnTo>
                  <a:cubicBezTo>
                    <a:pt x="134851" y="196437"/>
                    <a:pt x="142484" y="179442"/>
                    <a:pt x="142484" y="160653"/>
                  </a:cubicBezTo>
                  <a:cubicBezTo>
                    <a:pt x="142484" y="151911"/>
                    <a:pt x="140853" y="143593"/>
                    <a:pt x="137852" y="135927"/>
                  </a:cubicBezTo>
                  <a:lnTo>
                    <a:pt x="101742" y="43352"/>
                  </a:lnTo>
                  <a:cubicBezTo>
                    <a:pt x="91858" y="17974"/>
                    <a:pt x="67197" y="0"/>
                    <a:pt x="383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44"/>
            <p:cNvSpPr/>
            <p:nvPr/>
          </p:nvSpPr>
          <p:spPr>
            <a:xfrm>
              <a:off x="2470125" y="2450550"/>
              <a:ext cx="737225" cy="510525"/>
            </a:xfrm>
            <a:custGeom>
              <a:avLst/>
              <a:gdLst/>
              <a:ahLst/>
              <a:cxnLst/>
              <a:rect l="l" t="t" r="r" b="b"/>
              <a:pathLst>
                <a:path w="29489" h="20421" extrusionOk="0">
                  <a:moveTo>
                    <a:pt x="1" y="1"/>
                  </a:moveTo>
                  <a:lnTo>
                    <a:pt x="1" y="13603"/>
                  </a:lnTo>
                  <a:lnTo>
                    <a:pt x="15854" y="13603"/>
                  </a:lnTo>
                  <a:lnTo>
                    <a:pt x="15854" y="20421"/>
                  </a:lnTo>
                  <a:lnTo>
                    <a:pt x="29489" y="20421"/>
                  </a:lnTo>
                  <a:lnTo>
                    <a:pt x="29489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44"/>
            <p:cNvSpPr/>
            <p:nvPr/>
          </p:nvSpPr>
          <p:spPr>
            <a:xfrm>
              <a:off x="3093975" y="3414475"/>
              <a:ext cx="623875" cy="510525"/>
            </a:xfrm>
            <a:custGeom>
              <a:avLst/>
              <a:gdLst/>
              <a:ahLst/>
              <a:cxnLst/>
              <a:rect l="l" t="t" r="r" b="b"/>
              <a:pathLst>
                <a:path w="24955" h="20421" extrusionOk="0">
                  <a:moveTo>
                    <a:pt x="1" y="0"/>
                  </a:moveTo>
                  <a:cubicBezTo>
                    <a:pt x="1" y="11254"/>
                    <a:pt x="9134" y="20420"/>
                    <a:pt x="20421" y="20420"/>
                  </a:cubicBezTo>
                  <a:lnTo>
                    <a:pt x="24955" y="13603"/>
                  </a:lnTo>
                  <a:lnTo>
                    <a:pt x="20421" y="6818"/>
                  </a:lnTo>
                  <a:cubicBezTo>
                    <a:pt x="16670" y="6818"/>
                    <a:pt x="13603" y="3752"/>
                    <a:pt x="13603" y="0"/>
                  </a:cubicBezTo>
                  <a:close/>
                </a:path>
              </a:pathLst>
            </a:custGeom>
            <a:solidFill>
              <a:srgbClr val="D97A5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44"/>
            <p:cNvSpPr/>
            <p:nvPr/>
          </p:nvSpPr>
          <p:spPr>
            <a:xfrm>
              <a:off x="3604475" y="3414475"/>
              <a:ext cx="510525" cy="510525"/>
            </a:xfrm>
            <a:custGeom>
              <a:avLst/>
              <a:gdLst/>
              <a:ahLst/>
              <a:cxnLst/>
              <a:rect l="l" t="t" r="r" b="b"/>
              <a:pathLst>
                <a:path w="20421" h="20421" extrusionOk="0">
                  <a:moveTo>
                    <a:pt x="6786" y="0"/>
                  </a:moveTo>
                  <a:cubicBezTo>
                    <a:pt x="6786" y="3752"/>
                    <a:pt x="3752" y="6818"/>
                    <a:pt x="1" y="6818"/>
                  </a:cubicBezTo>
                  <a:lnTo>
                    <a:pt x="1" y="20420"/>
                  </a:lnTo>
                  <a:cubicBezTo>
                    <a:pt x="11255" y="20420"/>
                    <a:pt x="20421" y="11254"/>
                    <a:pt x="20421" y="0"/>
                  </a:cubicBezTo>
                  <a:close/>
                </a:path>
              </a:pathLst>
            </a:custGeom>
            <a:solidFill>
              <a:srgbClr val="CF644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3" name="Google Shape;1143;p44"/>
          <p:cNvGrpSpPr/>
          <p:nvPr/>
        </p:nvGrpSpPr>
        <p:grpSpPr>
          <a:xfrm>
            <a:off x="5276433" y="2012475"/>
            <a:ext cx="568160" cy="670145"/>
            <a:chOff x="1587750" y="238125"/>
            <a:chExt cx="4424925" cy="5219200"/>
          </a:xfrm>
        </p:grpSpPr>
        <p:sp>
          <p:nvSpPr>
            <p:cNvPr id="1144" name="Google Shape;1144;p44"/>
            <p:cNvSpPr/>
            <p:nvPr/>
          </p:nvSpPr>
          <p:spPr>
            <a:xfrm>
              <a:off x="1587750" y="2621000"/>
              <a:ext cx="910950" cy="1021025"/>
            </a:xfrm>
            <a:custGeom>
              <a:avLst/>
              <a:gdLst/>
              <a:ahLst/>
              <a:cxnLst/>
              <a:rect l="l" t="t" r="r" b="b"/>
              <a:pathLst>
                <a:path w="36438" h="40841" extrusionOk="0">
                  <a:moveTo>
                    <a:pt x="20421" y="0"/>
                  </a:moveTo>
                  <a:cubicBezTo>
                    <a:pt x="9134" y="0"/>
                    <a:pt x="1" y="9134"/>
                    <a:pt x="1" y="20420"/>
                  </a:cubicBezTo>
                  <a:cubicBezTo>
                    <a:pt x="1" y="31707"/>
                    <a:pt x="9134" y="40840"/>
                    <a:pt x="20421" y="40840"/>
                  </a:cubicBezTo>
                  <a:cubicBezTo>
                    <a:pt x="21236" y="40840"/>
                    <a:pt x="36437" y="40710"/>
                    <a:pt x="36437" y="40710"/>
                  </a:cubicBezTo>
                  <a:lnTo>
                    <a:pt x="36437" y="0"/>
                  </a:lnTo>
                  <a:close/>
                </a:path>
              </a:pathLst>
            </a:custGeom>
            <a:solidFill>
              <a:srgbClr val="8F52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44"/>
            <p:cNvSpPr/>
            <p:nvPr/>
          </p:nvSpPr>
          <p:spPr>
            <a:xfrm>
              <a:off x="5101725" y="2621000"/>
              <a:ext cx="910950" cy="1021025"/>
            </a:xfrm>
            <a:custGeom>
              <a:avLst/>
              <a:gdLst/>
              <a:ahLst/>
              <a:cxnLst/>
              <a:rect l="l" t="t" r="r" b="b"/>
              <a:pathLst>
                <a:path w="36438" h="40841" extrusionOk="0">
                  <a:moveTo>
                    <a:pt x="1" y="0"/>
                  </a:moveTo>
                  <a:lnTo>
                    <a:pt x="1" y="40710"/>
                  </a:lnTo>
                  <a:cubicBezTo>
                    <a:pt x="1" y="40710"/>
                    <a:pt x="15202" y="40840"/>
                    <a:pt x="16017" y="40840"/>
                  </a:cubicBezTo>
                  <a:cubicBezTo>
                    <a:pt x="27304" y="40840"/>
                    <a:pt x="36437" y="31707"/>
                    <a:pt x="36437" y="20420"/>
                  </a:cubicBezTo>
                  <a:cubicBezTo>
                    <a:pt x="36437" y="9134"/>
                    <a:pt x="27304" y="0"/>
                    <a:pt x="16017" y="0"/>
                  </a:cubicBezTo>
                  <a:close/>
                </a:path>
              </a:pathLst>
            </a:custGeom>
            <a:solidFill>
              <a:srgbClr val="79433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Google Shape;1146;p44"/>
            <p:cNvSpPr/>
            <p:nvPr/>
          </p:nvSpPr>
          <p:spPr>
            <a:xfrm>
              <a:off x="3460150" y="1140050"/>
              <a:ext cx="2042025" cy="2728675"/>
            </a:xfrm>
            <a:custGeom>
              <a:avLst/>
              <a:gdLst/>
              <a:ahLst/>
              <a:cxnLst/>
              <a:rect l="l" t="t" r="r" b="b"/>
              <a:pathLst>
                <a:path w="81681" h="109147" extrusionOk="0">
                  <a:moveTo>
                    <a:pt x="56628" y="1"/>
                  </a:moveTo>
                  <a:lnTo>
                    <a:pt x="0" y="16441"/>
                  </a:lnTo>
                  <a:lnTo>
                    <a:pt x="0" y="109147"/>
                  </a:lnTo>
                  <a:lnTo>
                    <a:pt x="81680" y="100078"/>
                  </a:lnTo>
                  <a:lnTo>
                    <a:pt x="81680" y="61815"/>
                  </a:lnTo>
                  <a:cubicBezTo>
                    <a:pt x="81680" y="40547"/>
                    <a:pt x="71927" y="12494"/>
                    <a:pt x="56628" y="1"/>
                  </a:cubicBezTo>
                  <a:close/>
                </a:path>
              </a:pathLst>
            </a:custGeom>
            <a:solidFill>
              <a:srgbClr val="8F52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Google Shape;1147;p44"/>
            <p:cNvSpPr/>
            <p:nvPr/>
          </p:nvSpPr>
          <p:spPr>
            <a:xfrm>
              <a:off x="2098250" y="1140050"/>
              <a:ext cx="1701975" cy="2842025"/>
            </a:xfrm>
            <a:custGeom>
              <a:avLst/>
              <a:gdLst/>
              <a:ahLst/>
              <a:cxnLst/>
              <a:rect l="l" t="t" r="r" b="b"/>
              <a:pathLst>
                <a:path w="68079" h="113681" extrusionOk="0">
                  <a:moveTo>
                    <a:pt x="25053" y="1"/>
                  </a:moveTo>
                  <a:cubicBezTo>
                    <a:pt x="9754" y="12494"/>
                    <a:pt x="1" y="40547"/>
                    <a:pt x="1" y="61815"/>
                  </a:cubicBezTo>
                  <a:lnTo>
                    <a:pt x="1" y="100078"/>
                  </a:lnTo>
                  <a:lnTo>
                    <a:pt x="68079" y="113681"/>
                  </a:lnTo>
                  <a:lnTo>
                    <a:pt x="68079" y="30043"/>
                  </a:lnTo>
                  <a:lnTo>
                    <a:pt x="25053" y="1"/>
                  </a:lnTo>
                  <a:close/>
                </a:path>
              </a:pathLst>
            </a:custGeom>
            <a:solidFill>
              <a:srgbClr val="A15F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Google Shape;1148;p44"/>
            <p:cNvSpPr/>
            <p:nvPr/>
          </p:nvSpPr>
          <p:spPr>
            <a:xfrm>
              <a:off x="3460150" y="238125"/>
              <a:ext cx="2042025" cy="2447325"/>
            </a:xfrm>
            <a:custGeom>
              <a:avLst/>
              <a:gdLst/>
              <a:ahLst/>
              <a:cxnLst/>
              <a:rect l="l" t="t" r="r" b="b"/>
              <a:pathLst>
                <a:path w="81681" h="97893" extrusionOk="0">
                  <a:moveTo>
                    <a:pt x="13603" y="0"/>
                  </a:moveTo>
                  <a:lnTo>
                    <a:pt x="0" y="33077"/>
                  </a:lnTo>
                  <a:lnTo>
                    <a:pt x="13603" y="66120"/>
                  </a:lnTo>
                  <a:cubicBezTo>
                    <a:pt x="30369" y="66120"/>
                    <a:pt x="47592" y="57835"/>
                    <a:pt x="56628" y="45146"/>
                  </a:cubicBezTo>
                  <a:cubicBezTo>
                    <a:pt x="71927" y="57639"/>
                    <a:pt x="81680" y="76624"/>
                    <a:pt x="81680" y="97892"/>
                  </a:cubicBezTo>
                  <a:cubicBezTo>
                    <a:pt x="81680" y="97892"/>
                    <a:pt x="81680" y="47266"/>
                    <a:pt x="81680" y="40612"/>
                  </a:cubicBezTo>
                  <a:cubicBezTo>
                    <a:pt x="81680" y="35654"/>
                    <a:pt x="80049" y="30630"/>
                    <a:pt x="76722" y="26455"/>
                  </a:cubicBezTo>
                  <a:cubicBezTo>
                    <a:pt x="72318" y="20942"/>
                    <a:pt x="65860" y="18006"/>
                    <a:pt x="59303" y="17908"/>
                  </a:cubicBezTo>
                  <a:cubicBezTo>
                    <a:pt x="57150" y="13570"/>
                    <a:pt x="53562" y="9884"/>
                    <a:pt x="48865" y="7633"/>
                  </a:cubicBezTo>
                  <a:cubicBezTo>
                    <a:pt x="45687" y="6095"/>
                    <a:pt x="42335" y="5371"/>
                    <a:pt x="39039" y="5371"/>
                  </a:cubicBezTo>
                  <a:cubicBezTo>
                    <a:pt x="35973" y="5371"/>
                    <a:pt x="32956" y="5997"/>
                    <a:pt x="30173" y="7176"/>
                  </a:cubicBezTo>
                  <a:cubicBezTo>
                    <a:pt x="26031" y="2773"/>
                    <a:pt x="20127" y="0"/>
                    <a:pt x="1360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Google Shape;1149;p44"/>
            <p:cNvSpPr/>
            <p:nvPr/>
          </p:nvSpPr>
          <p:spPr>
            <a:xfrm>
              <a:off x="2098250" y="238125"/>
              <a:ext cx="1701975" cy="2447325"/>
            </a:xfrm>
            <a:custGeom>
              <a:avLst/>
              <a:gdLst/>
              <a:ahLst/>
              <a:cxnLst/>
              <a:rect l="l" t="t" r="r" b="b"/>
              <a:pathLst>
                <a:path w="68079" h="97893" extrusionOk="0">
                  <a:moveTo>
                    <a:pt x="68079" y="0"/>
                  </a:moveTo>
                  <a:cubicBezTo>
                    <a:pt x="61555" y="0"/>
                    <a:pt x="55650" y="2773"/>
                    <a:pt x="51508" y="7176"/>
                  </a:cubicBezTo>
                  <a:cubicBezTo>
                    <a:pt x="48725" y="5997"/>
                    <a:pt x="45708" y="5371"/>
                    <a:pt x="42643" y="5371"/>
                  </a:cubicBezTo>
                  <a:cubicBezTo>
                    <a:pt x="39346" y="5371"/>
                    <a:pt x="35994" y="6095"/>
                    <a:pt x="32816" y="7633"/>
                  </a:cubicBezTo>
                  <a:cubicBezTo>
                    <a:pt x="28119" y="9884"/>
                    <a:pt x="24531" y="13570"/>
                    <a:pt x="22378" y="17908"/>
                  </a:cubicBezTo>
                  <a:cubicBezTo>
                    <a:pt x="15822" y="18006"/>
                    <a:pt x="9363" y="20942"/>
                    <a:pt x="4959" y="26455"/>
                  </a:cubicBezTo>
                  <a:cubicBezTo>
                    <a:pt x="1632" y="30630"/>
                    <a:pt x="1" y="35654"/>
                    <a:pt x="1" y="40612"/>
                  </a:cubicBezTo>
                  <a:cubicBezTo>
                    <a:pt x="1" y="47266"/>
                    <a:pt x="1" y="97892"/>
                    <a:pt x="1" y="97892"/>
                  </a:cubicBezTo>
                  <a:cubicBezTo>
                    <a:pt x="1" y="76624"/>
                    <a:pt x="9754" y="57639"/>
                    <a:pt x="25053" y="45146"/>
                  </a:cubicBezTo>
                  <a:cubicBezTo>
                    <a:pt x="34089" y="57835"/>
                    <a:pt x="51312" y="66120"/>
                    <a:pt x="68079" y="66120"/>
                  </a:cubicBezTo>
                  <a:lnTo>
                    <a:pt x="6807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Google Shape;1150;p44"/>
            <p:cNvSpPr/>
            <p:nvPr/>
          </p:nvSpPr>
          <p:spPr>
            <a:xfrm>
              <a:off x="3460150" y="3642000"/>
              <a:ext cx="2042025" cy="1815325"/>
            </a:xfrm>
            <a:custGeom>
              <a:avLst/>
              <a:gdLst/>
              <a:ahLst/>
              <a:cxnLst/>
              <a:rect l="l" t="t" r="r" b="b"/>
              <a:pathLst>
                <a:path w="81681" h="72613" extrusionOk="0">
                  <a:moveTo>
                    <a:pt x="13603" y="0"/>
                  </a:moveTo>
                  <a:lnTo>
                    <a:pt x="0" y="36306"/>
                  </a:lnTo>
                  <a:lnTo>
                    <a:pt x="13603" y="72612"/>
                  </a:lnTo>
                  <a:cubicBezTo>
                    <a:pt x="51213" y="72612"/>
                    <a:pt x="81680" y="42145"/>
                    <a:pt x="81680" y="4534"/>
                  </a:cubicBezTo>
                  <a:lnTo>
                    <a:pt x="8168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1151;p44"/>
            <p:cNvSpPr/>
            <p:nvPr/>
          </p:nvSpPr>
          <p:spPr>
            <a:xfrm>
              <a:off x="2098250" y="3642000"/>
              <a:ext cx="1701975" cy="1815325"/>
            </a:xfrm>
            <a:custGeom>
              <a:avLst/>
              <a:gdLst/>
              <a:ahLst/>
              <a:cxnLst/>
              <a:rect l="l" t="t" r="r" b="b"/>
              <a:pathLst>
                <a:path w="68079" h="72613" extrusionOk="0">
                  <a:moveTo>
                    <a:pt x="1" y="0"/>
                  </a:moveTo>
                  <a:lnTo>
                    <a:pt x="1" y="4534"/>
                  </a:lnTo>
                  <a:cubicBezTo>
                    <a:pt x="1" y="42145"/>
                    <a:pt x="30468" y="72612"/>
                    <a:pt x="68079" y="72612"/>
                  </a:cubicBezTo>
                  <a:lnTo>
                    <a:pt x="6807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Google Shape;1152;p44"/>
            <p:cNvSpPr/>
            <p:nvPr/>
          </p:nvSpPr>
          <p:spPr>
            <a:xfrm>
              <a:off x="2665850" y="2621000"/>
              <a:ext cx="737225" cy="510525"/>
            </a:xfrm>
            <a:custGeom>
              <a:avLst/>
              <a:gdLst/>
              <a:ahLst/>
              <a:cxnLst/>
              <a:rect l="l" t="t" r="r" b="b"/>
              <a:pathLst>
                <a:path w="29489" h="20421" extrusionOk="0">
                  <a:moveTo>
                    <a:pt x="0" y="0"/>
                  </a:moveTo>
                  <a:lnTo>
                    <a:pt x="0" y="13603"/>
                  </a:lnTo>
                  <a:lnTo>
                    <a:pt x="15886" y="13603"/>
                  </a:lnTo>
                  <a:lnTo>
                    <a:pt x="15886" y="20420"/>
                  </a:lnTo>
                  <a:lnTo>
                    <a:pt x="29489" y="20420"/>
                  </a:lnTo>
                  <a:lnTo>
                    <a:pt x="29489" y="0"/>
                  </a:lnTo>
                  <a:close/>
                </a:path>
              </a:pathLst>
            </a:custGeom>
            <a:solidFill>
              <a:srgbClr val="331D1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Google Shape;1153;p44"/>
            <p:cNvSpPr/>
            <p:nvPr/>
          </p:nvSpPr>
          <p:spPr>
            <a:xfrm>
              <a:off x="4197350" y="2621000"/>
              <a:ext cx="737225" cy="510525"/>
            </a:xfrm>
            <a:custGeom>
              <a:avLst/>
              <a:gdLst/>
              <a:ahLst/>
              <a:cxnLst/>
              <a:rect l="l" t="t" r="r" b="b"/>
              <a:pathLst>
                <a:path w="29489" h="20421" extrusionOk="0">
                  <a:moveTo>
                    <a:pt x="0" y="0"/>
                  </a:moveTo>
                  <a:lnTo>
                    <a:pt x="0" y="20420"/>
                  </a:lnTo>
                  <a:lnTo>
                    <a:pt x="13603" y="20420"/>
                  </a:lnTo>
                  <a:lnTo>
                    <a:pt x="13603" y="13603"/>
                  </a:lnTo>
                  <a:lnTo>
                    <a:pt x="29489" y="13603"/>
                  </a:lnTo>
                  <a:lnTo>
                    <a:pt x="2948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1154;p44"/>
            <p:cNvSpPr/>
            <p:nvPr/>
          </p:nvSpPr>
          <p:spPr>
            <a:xfrm>
              <a:off x="3289700" y="3982050"/>
              <a:ext cx="623875" cy="510525"/>
            </a:xfrm>
            <a:custGeom>
              <a:avLst/>
              <a:gdLst/>
              <a:ahLst/>
              <a:cxnLst/>
              <a:rect l="l" t="t" r="r" b="b"/>
              <a:pathLst>
                <a:path w="24955" h="20421" extrusionOk="0">
                  <a:moveTo>
                    <a:pt x="1" y="1"/>
                  </a:moveTo>
                  <a:cubicBezTo>
                    <a:pt x="1" y="11287"/>
                    <a:pt x="9167" y="20421"/>
                    <a:pt x="20421" y="20421"/>
                  </a:cubicBezTo>
                  <a:lnTo>
                    <a:pt x="24955" y="13636"/>
                  </a:lnTo>
                  <a:lnTo>
                    <a:pt x="20421" y="6818"/>
                  </a:lnTo>
                  <a:cubicBezTo>
                    <a:pt x="16669" y="6818"/>
                    <a:pt x="13603" y="3752"/>
                    <a:pt x="13603" y="1"/>
                  </a:cubicBezTo>
                  <a:close/>
                </a:path>
              </a:pathLst>
            </a:custGeom>
            <a:solidFill>
              <a:srgbClr val="8F524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Google Shape;1155;p44"/>
            <p:cNvSpPr/>
            <p:nvPr/>
          </p:nvSpPr>
          <p:spPr>
            <a:xfrm>
              <a:off x="3800200" y="3982050"/>
              <a:ext cx="510525" cy="510525"/>
            </a:xfrm>
            <a:custGeom>
              <a:avLst/>
              <a:gdLst/>
              <a:ahLst/>
              <a:cxnLst/>
              <a:rect l="l" t="t" r="r" b="b"/>
              <a:pathLst>
                <a:path w="20421" h="20421" extrusionOk="0">
                  <a:moveTo>
                    <a:pt x="6818" y="1"/>
                  </a:moveTo>
                  <a:cubicBezTo>
                    <a:pt x="6818" y="3752"/>
                    <a:pt x="3752" y="6818"/>
                    <a:pt x="1" y="6818"/>
                  </a:cubicBezTo>
                  <a:lnTo>
                    <a:pt x="1" y="20421"/>
                  </a:lnTo>
                  <a:cubicBezTo>
                    <a:pt x="11254" y="20421"/>
                    <a:pt x="20421" y="11287"/>
                    <a:pt x="20421" y="1"/>
                  </a:cubicBezTo>
                  <a:close/>
                </a:path>
              </a:pathLst>
            </a:custGeom>
            <a:solidFill>
              <a:srgbClr val="79433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6" name="Google Shape;1156;p44"/>
          <p:cNvGrpSpPr/>
          <p:nvPr/>
        </p:nvGrpSpPr>
        <p:grpSpPr>
          <a:xfrm>
            <a:off x="3298080" y="2010909"/>
            <a:ext cx="570815" cy="673277"/>
            <a:chOff x="1587750" y="238125"/>
            <a:chExt cx="4424925" cy="5219200"/>
          </a:xfrm>
        </p:grpSpPr>
        <p:sp>
          <p:nvSpPr>
            <p:cNvPr id="1157" name="Google Shape;1157;p44"/>
            <p:cNvSpPr/>
            <p:nvPr/>
          </p:nvSpPr>
          <p:spPr>
            <a:xfrm>
              <a:off x="3460150" y="238125"/>
              <a:ext cx="2382075" cy="2496250"/>
            </a:xfrm>
            <a:custGeom>
              <a:avLst/>
              <a:gdLst/>
              <a:ahLst/>
              <a:cxnLst/>
              <a:rect l="l" t="t" r="r" b="b"/>
              <a:pathLst>
                <a:path w="95283" h="99850" extrusionOk="0">
                  <a:moveTo>
                    <a:pt x="13603" y="0"/>
                  </a:moveTo>
                  <a:lnTo>
                    <a:pt x="0" y="99849"/>
                  </a:lnTo>
                  <a:lnTo>
                    <a:pt x="95283" y="99849"/>
                  </a:lnTo>
                  <a:lnTo>
                    <a:pt x="95283" y="81680"/>
                  </a:lnTo>
                  <a:cubicBezTo>
                    <a:pt x="95283" y="36632"/>
                    <a:pt x="58651" y="0"/>
                    <a:pt x="136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Google Shape;1158;p44"/>
            <p:cNvSpPr/>
            <p:nvPr/>
          </p:nvSpPr>
          <p:spPr>
            <a:xfrm>
              <a:off x="1758200" y="238125"/>
              <a:ext cx="2042025" cy="2496250"/>
            </a:xfrm>
            <a:custGeom>
              <a:avLst/>
              <a:gdLst/>
              <a:ahLst/>
              <a:cxnLst/>
              <a:rect l="l" t="t" r="r" b="b"/>
              <a:pathLst>
                <a:path w="81681" h="99850" extrusionOk="0">
                  <a:moveTo>
                    <a:pt x="81681" y="0"/>
                  </a:moveTo>
                  <a:cubicBezTo>
                    <a:pt x="36633" y="0"/>
                    <a:pt x="0" y="36632"/>
                    <a:pt x="0" y="81680"/>
                  </a:cubicBezTo>
                  <a:lnTo>
                    <a:pt x="0" y="99849"/>
                  </a:lnTo>
                  <a:lnTo>
                    <a:pt x="81681" y="99849"/>
                  </a:lnTo>
                  <a:lnTo>
                    <a:pt x="8168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1159;p44"/>
            <p:cNvSpPr/>
            <p:nvPr/>
          </p:nvSpPr>
          <p:spPr>
            <a:xfrm>
              <a:off x="1758200" y="3074400"/>
              <a:ext cx="2268725" cy="2382925"/>
            </a:xfrm>
            <a:custGeom>
              <a:avLst/>
              <a:gdLst/>
              <a:ahLst/>
              <a:cxnLst/>
              <a:rect l="l" t="t" r="r" b="b"/>
              <a:pathLst>
                <a:path w="90749" h="95317" extrusionOk="0">
                  <a:moveTo>
                    <a:pt x="0" y="1"/>
                  </a:moveTo>
                  <a:lnTo>
                    <a:pt x="0" y="95316"/>
                  </a:lnTo>
                  <a:lnTo>
                    <a:pt x="81681" y="95316"/>
                  </a:lnTo>
                  <a:lnTo>
                    <a:pt x="9074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44"/>
            <p:cNvSpPr/>
            <p:nvPr/>
          </p:nvSpPr>
          <p:spPr>
            <a:xfrm>
              <a:off x="3800200" y="3074400"/>
              <a:ext cx="2042025" cy="2382925"/>
            </a:xfrm>
            <a:custGeom>
              <a:avLst/>
              <a:gdLst/>
              <a:ahLst/>
              <a:cxnLst/>
              <a:rect l="l" t="t" r="r" b="b"/>
              <a:pathLst>
                <a:path w="81681" h="95317" extrusionOk="0">
                  <a:moveTo>
                    <a:pt x="1" y="1"/>
                  </a:moveTo>
                  <a:lnTo>
                    <a:pt x="1" y="95316"/>
                  </a:lnTo>
                  <a:lnTo>
                    <a:pt x="81681" y="95316"/>
                  </a:lnTo>
                  <a:lnTo>
                    <a:pt x="8168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44"/>
            <p:cNvSpPr/>
            <p:nvPr/>
          </p:nvSpPr>
          <p:spPr>
            <a:xfrm>
              <a:off x="5101725" y="2507650"/>
              <a:ext cx="910950" cy="1021025"/>
            </a:xfrm>
            <a:custGeom>
              <a:avLst/>
              <a:gdLst/>
              <a:ahLst/>
              <a:cxnLst/>
              <a:rect l="l" t="t" r="r" b="b"/>
              <a:pathLst>
                <a:path w="36438" h="40841" extrusionOk="0">
                  <a:moveTo>
                    <a:pt x="1" y="0"/>
                  </a:moveTo>
                  <a:lnTo>
                    <a:pt x="1" y="40677"/>
                  </a:lnTo>
                  <a:cubicBezTo>
                    <a:pt x="1" y="40677"/>
                    <a:pt x="15202" y="40840"/>
                    <a:pt x="16017" y="40840"/>
                  </a:cubicBezTo>
                  <a:cubicBezTo>
                    <a:pt x="27304" y="40840"/>
                    <a:pt x="36437" y="31674"/>
                    <a:pt x="36437" y="20420"/>
                  </a:cubicBezTo>
                  <a:cubicBezTo>
                    <a:pt x="36437" y="9134"/>
                    <a:pt x="27304" y="0"/>
                    <a:pt x="16017" y="0"/>
                  </a:cubicBezTo>
                  <a:close/>
                </a:path>
              </a:pathLst>
            </a:custGeom>
            <a:solidFill>
              <a:srgbClr val="FFBEA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44"/>
            <p:cNvSpPr/>
            <p:nvPr/>
          </p:nvSpPr>
          <p:spPr>
            <a:xfrm>
              <a:off x="1587750" y="2507650"/>
              <a:ext cx="910950" cy="1021025"/>
            </a:xfrm>
            <a:custGeom>
              <a:avLst/>
              <a:gdLst/>
              <a:ahLst/>
              <a:cxnLst/>
              <a:rect l="l" t="t" r="r" b="b"/>
              <a:pathLst>
                <a:path w="36438" h="40841" extrusionOk="0">
                  <a:moveTo>
                    <a:pt x="20421" y="0"/>
                  </a:moveTo>
                  <a:cubicBezTo>
                    <a:pt x="9134" y="0"/>
                    <a:pt x="1" y="9134"/>
                    <a:pt x="1" y="20420"/>
                  </a:cubicBezTo>
                  <a:cubicBezTo>
                    <a:pt x="1" y="31674"/>
                    <a:pt x="9134" y="40840"/>
                    <a:pt x="20421" y="40840"/>
                  </a:cubicBezTo>
                  <a:cubicBezTo>
                    <a:pt x="21236" y="40840"/>
                    <a:pt x="36437" y="40677"/>
                    <a:pt x="36437" y="40677"/>
                  </a:cubicBezTo>
                  <a:lnTo>
                    <a:pt x="36437" y="0"/>
                  </a:lnTo>
                  <a:close/>
                </a:path>
              </a:pathLst>
            </a:custGeom>
            <a:solidFill>
              <a:srgbClr val="FDCDB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1163;p44"/>
            <p:cNvSpPr/>
            <p:nvPr/>
          </p:nvSpPr>
          <p:spPr>
            <a:xfrm>
              <a:off x="1648100" y="3241575"/>
              <a:ext cx="1021025" cy="1021050"/>
            </a:xfrm>
            <a:custGeom>
              <a:avLst/>
              <a:gdLst/>
              <a:ahLst/>
              <a:cxnLst/>
              <a:rect l="l" t="t" r="r" b="b"/>
              <a:pathLst>
                <a:path w="40841" h="40842" extrusionOk="0">
                  <a:moveTo>
                    <a:pt x="20421" y="13603"/>
                  </a:moveTo>
                  <a:cubicBezTo>
                    <a:pt x="24172" y="13603"/>
                    <a:pt x="27238" y="16670"/>
                    <a:pt x="27238" y="20421"/>
                  </a:cubicBezTo>
                  <a:cubicBezTo>
                    <a:pt x="27238" y="24172"/>
                    <a:pt x="24172" y="27206"/>
                    <a:pt x="20421" y="27206"/>
                  </a:cubicBezTo>
                  <a:cubicBezTo>
                    <a:pt x="16669" y="27206"/>
                    <a:pt x="13603" y="24172"/>
                    <a:pt x="13603" y="20421"/>
                  </a:cubicBezTo>
                  <a:cubicBezTo>
                    <a:pt x="13603" y="16670"/>
                    <a:pt x="16669" y="13603"/>
                    <a:pt x="20421" y="13603"/>
                  </a:cubicBezTo>
                  <a:close/>
                  <a:moveTo>
                    <a:pt x="20421" y="1"/>
                  </a:moveTo>
                  <a:cubicBezTo>
                    <a:pt x="9167" y="1"/>
                    <a:pt x="1" y="9135"/>
                    <a:pt x="1" y="20421"/>
                  </a:cubicBezTo>
                  <a:cubicBezTo>
                    <a:pt x="1" y="31675"/>
                    <a:pt x="9167" y="40841"/>
                    <a:pt x="20421" y="40841"/>
                  </a:cubicBezTo>
                  <a:cubicBezTo>
                    <a:pt x="31675" y="40841"/>
                    <a:pt x="40841" y="31675"/>
                    <a:pt x="40841" y="20421"/>
                  </a:cubicBezTo>
                  <a:cubicBezTo>
                    <a:pt x="40841" y="9135"/>
                    <a:pt x="31675" y="1"/>
                    <a:pt x="2042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44"/>
            <p:cNvSpPr/>
            <p:nvPr/>
          </p:nvSpPr>
          <p:spPr>
            <a:xfrm>
              <a:off x="4931300" y="3241575"/>
              <a:ext cx="1021025" cy="1021050"/>
            </a:xfrm>
            <a:custGeom>
              <a:avLst/>
              <a:gdLst/>
              <a:ahLst/>
              <a:cxnLst/>
              <a:rect l="l" t="t" r="r" b="b"/>
              <a:pathLst>
                <a:path w="40841" h="40842" extrusionOk="0">
                  <a:moveTo>
                    <a:pt x="20420" y="13603"/>
                  </a:moveTo>
                  <a:cubicBezTo>
                    <a:pt x="24172" y="13603"/>
                    <a:pt x="27238" y="16670"/>
                    <a:pt x="27238" y="20421"/>
                  </a:cubicBezTo>
                  <a:cubicBezTo>
                    <a:pt x="27238" y="24172"/>
                    <a:pt x="24172" y="27206"/>
                    <a:pt x="20420" y="27206"/>
                  </a:cubicBezTo>
                  <a:cubicBezTo>
                    <a:pt x="16669" y="27206"/>
                    <a:pt x="13603" y="24172"/>
                    <a:pt x="13603" y="20421"/>
                  </a:cubicBezTo>
                  <a:cubicBezTo>
                    <a:pt x="13603" y="16670"/>
                    <a:pt x="16669" y="13603"/>
                    <a:pt x="20420" y="13603"/>
                  </a:cubicBezTo>
                  <a:close/>
                  <a:moveTo>
                    <a:pt x="20420" y="1"/>
                  </a:moveTo>
                  <a:cubicBezTo>
                    <a:pt x="9167" y="1"/>
                    <a:pt x="0" y="9135"/>
                    <a:pt x="0" y="20421"/>
                  </a:cubicBezTo>
                  <a:cubicBezTo>
                    <a:pt x="0" y="31675"/>
                    <a:pt x="9167" y="40841"/>
                    <a:pt x="20420" y="40841"/>
                  </a:cubicBezTo>
                  <a:cubicBezTo>
                    <a:pt x="31674" y="40841"/>
                    <a:pt x="40840" y="31675"/>
                    <a:pt x="40840" y="20421"/>
                  </a:cubicBezTo>
                  <a:cubicBezTo>
                    <a:pt x="40840" y="9135"/>
                    <a:pt x="31674" y="1"/>
                    <a:pt x="2042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44"/>
            <p:cNvSpPr/>
            <p:nvPr/>
          </p:nvSpPr>
          <p:spPr>
            <a:xfrm>
              <a:off x="2098250" y="805700"/>
              <a:ext cx="1928675" cy="3970675"/>
            </a:xfrm>
            <a:custGeom>
              <a:avLst/>
              <a:gdLst/>
              <a:ahLst/>
              <a:cxnLst/>
              <a:rect l="l" t="t" r="r" b="b"/>
              <a:pathLst>
                <a:path w="77147" h="158827" extrusionOk="0">
                  <a:moveTo>
                    <a:pt x="68079" y="0"/>
                  </a:moveTo>
                  <a:lnTo>
                    <a:pt x="2611" y="40319"/>
                  </a:lnTo>
                  <a:cubicBezTo>
                    <a:pt x="914" y="46255"/>
                    <a:pt x="1" y="52518"/>
                    <a:pt x="1" y="58977"/>
                  </a:cubicBezTo>
                  <a:lnTo>
                    <a:pt x="1" y="90749"/>
                  </a:lnTo>
                  <a:cubicBezTo>
                    <a:pt x="1" y="128360"/>
                    <a:pt x="30468" y="158827"/>
                    <a:pt x="68079" y="158827"/>
                  </a:cubicBezTo>
                  <a:lnTo>
                    <a:pt x="77147" y="79397"/>
                  </a:lnTo>
                  <a:lnTo>
                    <a:pt x="68079" y="0"/>
                  </a:lnTo>
                  <a:close/>
                </a:path>
              </a:pathLst>
            </a:custGeom>
            <a:solidFill>
              <a:srgbClr val="FFE0D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44"/>
            <p:cNvSpPr/>
            <p:nvPr/>
          </p:nvSpPr>
          <p:spPr>
            <a:xfrm>
              <a:off x="3800200" y="805700"/>
              <a:ext cx="1701975" cy="3970675"/>
            </a:xfrm>
            <a:custGeom>
              <a:avLst/>
              <a:gdLst/>
              <a:ahLst/>
              <a:cxnLst/>
              <a:rect l="l" t="t" r="r" b="b"/>
              <a:pathLst>
                <a:path w="68079" h="158827" extrusionOk="0">
                  <a:moveTo>
                    <a:pt x="1" y="0"/>
                  </a:moveTo>
                  <a:lnTo>
                    <a:pt x="1" y="158827"/>
                  </a:lnTo>
                  <a:cubicBezTo>
                    <a:pt x="37611" y="158827"/>
                    <a:pt x="68078" y="128360"/>
                    <a:pt x="68078" y="90749"/>
                  </a:cubicBezTo>
                  <a:lnTo>
                    <a:pt x="68078" y="58977"/>
                  </a:lnTo>
                  <a:cubicBezTo>
                    <a:pt x="68078" y="52518"/>
                    <a:pt x="67165" y="46255"/>
                    <a:pt x="65469" y="4031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FDCDB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44"/>
            <p:cNvSpPr/>
            <p:nvPr/>
          </p:nvSpPr>
          <p:spPr>
            <a:xfrm>
              <a:off x="3800200" y="578175"/>
              <a:ext cx="1636725" cy="1235500"/>
            </a:xfrm>
            <a:custGeom>
              <a:avLst/>
              <a:gdLst/>
              <a:ahLst/>
              <a:cxnLst/>
              <a:rect l="l" t="t" r="r" b="b"/>
              <a:pathLst>
                <a:path w="65469" h="49420" extrusionOk="0">
                  <a:moveTo>
                    <a:pt x="1" y="0"/>
                  </a:moveTo>
                  <a:lnTo>
                    <a:pt x="1" y="9101"/>
                  </a:lnTo>
                  <a:cubicBezTo>
                    <a:pt x="1" y="24074"/>
                    <a:pt x="12005" y="38720"/>
                    <a:pt x="26716" y="41656"/>
                  </a:cubicBezTo>
                  <a:lnTo>
                    <a:pt x="65469" y="49420"/>
                  </a:lnTo>
                  <a:cubicBezTo>
                    <a:pt x="57379" y="20910"/>
                    <a:pt x="31120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44"/>
            <p:cNvSpPr/>
            <p:nvPr/>
          </p:nvSpPr>
          <p:spPr>
            <a:xfrm>
              <a:off x="2163500" y="578175"/>
              <a:ext cx="1636725" cy="1235500"/>
            </a:xfrm>
            <a:custGeom>
              <a:avLst/>
              <a:gdLst/>
              <a:ahLst/>
              <a:cxnLst/>
              <a:rect l="l" t="t" r="r" b="b"/>
              <a:pathLst>
                <a:path w="65469" h="49420" extrusionOk="0">
                  <a:moveTo>
                    <a:pt x="65469" y="0"/>
                  </a:moveTo>
                  <a:cubicBezTo>
                    <a:pt x="34349" y="0"/>
                    <a:pt x="8090" y="20910"/>
                    <a:pt x="1" y="49420"/>
                  </a:cubicBezTo>
                  <a:lnTo>
                    <a:pt x="38753" y="41656"/>
                  </a:lnTo>
                  <a:cubicBezTo>
                    <a:pt x="53464" y="38720"/>
                    <a:pt x="65469" y="24074"/>
                    <a:pt x="65469" y="9101"/>
                  </a:cubicBezTo>
                  <a:lnTo>
                    <a:pt x="6546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44"/>
            <p:cNvSpPr/>
            <p:nvPr/>
          </p:nvSpPr>
          <p:spPr>
            <a:xfrm>
              <a:off x="2665850" y="2450550"/>
              <a:ext cx="737225" cy="510525"/>
            </a:xfrm>
            <a:custGeom>
              <a:avLst/>
              <a:gdLst/>
              <a:ahLst/>
              <a:cxnLst/>
              <a:rect l="l" t="t" r="r" b="b"/>
              <a:pathLst>
                <a:path w="29489" h="20421" extrusionOk="0">
                  <a:moveTo>
                    <a:pt x="0" y="1"/>
                  </a:moveTo>
                  <a:lnTo>
                    <a:pt x="0" y="13603"/>
                  </a:lnTo>
                  <a:lnTo>
                    <a:pt x="15886" y="13603"/>
                  </a:lnTo>
                  <a:lnTo>
                    <a:pt x="15886" y="20421"/>
                  </a:lnTo>
                  <a:lnTo>
                    <a:pt x="29489" y="20421"/>
                  </a:lnTo>
                  <a:lnTo>
                    <a:pt x="29489" y="1"/>
                  </a:lnTo>
                  <a:close/>
                </a:path>
              </a:pathLst>
            </a:custGeom>
            <a:solidFill>
              <a:srgbClr val="5B32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1170;p44"/>
            <p:cNvSpPr/>
            <p:nvPr/>
          </p:nvSpPr>
          <p:spPr>
            <a:xfrm>
              <a:off x="4197350" y="2450550"/>
              <a:ext cx="737225" cy="510525"/>
            </a:xfrm>
            <a:custGeom>
              <a:avLst/>
              <a:gdLst/>
              <a:ahLst/>
              <a:cxnLst/>
              <a:rect l="l" t="t" r="r" b="b"/>
              <a:pathLst>
                <a:path w="29489" h="20421" extrusionOk="0">
                  <a:moveTo>
                    <a:pt x="0" y="1"/>
                  </a:moveTo>
                  <a:lnTo>
                    <a:pt x="0" y="20421"/>
                  </a:lnTo>
                  <a:lnTo>
                    <a:pt x="13603" y="20421"/>
                  </a:lnTo>
                  <a:lnTo>
                    <a:pt x="13603" y="13603"/>
                  </a:lnTo>
                  <a:lnTo>
                    <a:pt x="29489" y="13603"/>
                  </a:lnTo>
                  <a:lnTo>
                    <a:pt x="29489" y="1"/>
                  </a:lnTo>
                  <a:close/>
                </a:path>
              </a:pathLst>
            </a:custGeom>
            <a:solidFill>
              <a:srgbClr val="331D1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1171;p44"/>
            <p:cNvSpPr/>
            <p:nvPr/>
          </p:nvSpPr>
          <p:spPr>
            <a:xfrm>
              <a:off x="3289700" y="3415275"/>
              <a:ext cx="623875" cy="510550"/>
            </a:xfrm>
            <a:custGeom>
              <a:avLst/>
              <a:gdLst/>
              <a:ahLst/>
              <a:cxnLst/>
              <a:rect l="l" t="t" r="r" b="b"/>
              <a:pathLst>
                <a:path w="24955" h="20422" extrusionOk="0">
                  <a:moveTo>
                    <a:pt x="1" y="1"/>
                  </a:moveTo>
                  <a:cubicBezTo>
                    <a:pt x="1" y="11255"/>
                    <a:pt x="9167" y="20421"/>
                    <a:pt x="20421" y="20421"/>
                  </a:cubicBezTo>
                  <a:lnTo>
                    <a:pt x="24955" y="13603"/>
                  </a:lnTo>
                  <a:lnTo>
                    <a:pt x="20421" y="6786"/>
                  </a:lnTo>
                  <a:cubicBezTo>
                    <a:pt x="16669" y="6786"/>
                    <a:pt x="13603" y="3752"/>
                    <a:pt x="13603" y="1"/>
                  </a:cubicBezTo>
                  <a:close/>
                </a:path>
              </a:pathLst>
            </a:custGeom>
            <a:solidFill>
              <a:srgbClr val="F88A6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Google Shape;1172;p44"/>
            <p:cNvSpPr/>
            <p:nvPr/>
          </p:nvSpPr>
          <p:spPr>
            <a:xfrm>
              <a:off x="3800200" y="3415275"/>
              <a:ext cx="510525" cy="510550"/>
            </a:xfrm>
            <a:custGeom>
              <a:avLst/>
              <a:gdLst/>
              <a:ahLst/>
              <a:cxnLst/>
              <a:rect l="l" t="t" r="r" b="b"/>
              <a:pathLst>
                <a:path w="20421" h="20422" extrusionOk="0">
                  <a:moveTo>
                    <a:pt x="6818" y="1"/>
                  </a:moveTo>
                  <a:cubicBezTo>
                    <a:pt x="6818" y="3752"/>
                    <a:pt x="3752" y="6786"/>
                    <a:pt x="1" y="6786"/>
                  </a:cubicBezTo>
                  <a:lnTo>
                    <a:pt x="1" y="20421"/>
                  </a:lnTo>
                  <a:cubicBezTo>
                    <a:pt x="11254" y="20421"/>
                    <a:pt x="20421" y="11255"/>
                    <a:pt x="20421" y="1"/>
                  </a:cubicBezTo>
                  <a:close/>
                </a:path>
              </a:pathLst>
            </a:custGeom>
            <a:solidFill>
              <a:srgbClr val="FD413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" name="Google Shape;1177;p45"/>
          <p:cNvSpPr/>
          <p:nvPr/>
        </p:nvSpPr>
        <p:spPr>
          <a:xfrm rot="10800000" flipH="1">
            <a:off x="4725281" y="3439335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4570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8" name="Google Shape;1178;p45"/>
          <p:cNvSpPr/>
          <p:nvPr/>
        </p:nvSpPr>
        <p:spPr>
          <a:xfrm rot="10800000" flipH="1">
            <a:off x="4725281" y="185787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4570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9" name="Google Shape;1179;p45"/>
          <p:cNvSpPr/>
          <p:nvPr/>
        </p:nvSpPr>
        <p:spPr>
          <a:xfrm rot="10800000" flipH="1">
            <a:off x="1055781" y="3439335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0" name="Google Shape;1180;p45"/>
          <p:cNvSpPr/>
          <p:nvPr/>
        </p:nvSpPr>
        <p:spPr>
          <a:xfrm rot="10800000" flipH="1">
            <a:off x="1055781" y="185787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/>
          <p:cNvSpPr txBox="1">
            <a:spLocks noGrp="1"/>
          </p:cNvSpPr>
          <p:nvPr>
            <p:ph type="subTitle" idx="1"/>
          </p:nvPr>
        </p:nvSpPr>
        <p:spPr>
          <a:xfrm>
            <a:off x="2102668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Saturn is composed of hydrogen and helium</a:t>
            </a:r>
            <a:endParaRPr/>
          </a:p>
        </p:txBody>
      </p:sp>
      <p:sp>
        <p:nvSpPr>
          <p:cNvPr id="1182" name="Google Shape;1182;p45"/>
          <p:cNvSpPr txBox="1">
            <a:spLocks noGrp="1"/>
          </p:cNvSpPr>
          <p:nvPr>
            <p:ph type="subTitle" idx="3"/>
          </p:nvPr>
        </p:nvSpPr>
        <p:spPr>
          <a:xfrm>
            <a:off x="2102668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is the second planet from the Sun</a:t>
            </a:r>
            <a:endParaRPr/>
          </a:p>
        </p:txBody>
      </p:sp>
      <p:sp>
        <p:nvSpPr>
          <p:cNvPr id="1183" name="Google Shape;1183;p45"/>
          <p:cNvSpPr txBox="1">
            <a:spLocks noGrp="1"/>
          </p:cNvSpPr>
          <p:nvPr>
            <p:ph type="subTitle" idx="5"/>
          </p:nvPr>
        </p:nvSpPr>
        <p:spPr>
          <a:xfrm>
            <a:off x="5809671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closest planet to the Sun</a:t>
            </a:r>
            <a:endParaRPr/>
          </a:p>
        </p:txBody>
      </p:sp>
      <p:sp>
        <p:nvSpPr>
          <p:cNvPr id="1184" name="Google Shape;1184;p45"/>
          <p:cNvSpPr txBox="1">
            <a:spLocks noGrp="1"/>
          </p:cNvSpPr>
          <p:nvPr>
            <p:ph type="title"/>
          </p:nvPr>
        </p:nvSpPr>
        <p:spPr>
          <a:xfrm>
            <a:off x="2102668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STRENGTHS</a:t>
            </a:r>
            <a:endParaRPr/>
          </a:p>
        </p:txBody>
      </p:sp>
      <p:sp>
        <p:nvSpPr>
          <p:cNvPr id="1185" name="Google Shape;1185;p45"/>
          <p:cNvSpPr txBox="1">
            <a:spLocks noGrp="1"/>
          </p:cNvSpPr>
          <p:nvPr>
            <p:ph type="title" idx="2"/>
          </p:nvPr>
        </p:nvSpPr>
        <p:spPr>
          <a:xfrm>
            <a:off x="2102668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THREATS</a:t>
            </a:r>
            <a:endParaRPr/>
          </a:p>
        </p:txBody>
      </p:sp>
      <p:sp>
        <p:nvSpPr>
          <p:cNvPr id="1186" name="Google Shape;1186;p45"/>
          <p:cNvSpPr txBox="1">
            <a:spLocks noGrp="1"/>
          </p:cNvSpPr>
          <p:nvPr>
            <p:ph type="title" idx="4"/>
          </p:nvPr>
        </p:nvSpPr>
        <p:spPr>
          <a:xfrm>
            <a:off x="5809669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WEAKNESSES</a:t>
            </a:r>
            <a:endParaRPr/>
          </a:p>
        </p:txBody>
      </p:sp>
      <p:sp>
        <p:nvSpPr>
          <p:cNvPr id="1187" name="Google Shape;1187;p45"/>
          <p:cNvSpPr txBox="1">
            <a:spLocks noGrp="1"/>
          </p:cNvSpPr>
          <p:nvPr>
            <p:ph type="title" idx="6"/>
          </p:nvPr>
        </p:nvSpPr>
        <p:spPr>
          <a:xfrm>
            <a:off x="5809669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OPPORTUNITIES</a:t>
            </a:r>
            <a:endParaRPr/>
          </a:p>
        </p:txBody>
      </p:sp>
      <p:sp>
        <p:nvSpPr>
          <p:cNvPr id="1188" name="Google Shape;1188;p45"/>
          <p:cNvSpPr txBox="1">
            <a:spLocks noGrp="1"/>
          </p:cNvSpPr>
          <p:nvPr>
            <p:ph type="subTitle" idx="7"/>
          </p:nvPr>
        </p:nvSpPr>
        <p:spPr>
          <a:xfrm>
            <a:off x="5809671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Despite being red, Mars is actually a cold place</a:t>
            </a:r>
            <a:endParaRPr/>
          </a:p>
        </p:txBody>
      </p:sp>
      <p:sp>
        <p:nvSpPr>
          <p:cNvPr id="1189" name="Google Shape;1189;p45"/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SWOT ANALYSIS</a:t>
            </a:r>
            <a:endParaRPr/>
          </a:p>
        </p:txBody>
      </p:sp>
      <p:sp>
        <p:nvSpPr>
          <p:cNvPr id="1190" name="Google Shape;1190;p45"/>
          <p:cNvSpPr txBox="1">
            <a:spLocks noGrp="1"/>
          </p:cNvSpPr>
          <p:nvPr>
            <p:ph type="title" idx="8"/>
          </p:nvPr>
        </p:nvSpPr>
        <p:spPr>
          <a:xfrm>
            <a:off x="1269625" y="2129315"/>
            <a:ext cx="457200" cy="3618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</a:t>
            </a:r>
            <a:endParaRPr/>
          </a:p>
        </p:txBody>
      </p:sp>
      <p:sp>
        <p:nvSpPr>
          <p:cNvPr id="1191" name="Google Shape;1191;p45"/>
          <p:cNvSpPr txBox="1">
            <a:spLocks noGrp="1"/>
          </p:cNvSpPr>
          <p:nvPr>
            <p:ph type="title" idx="8"/>
          </p:nvPr>
        </p:nvSpPr>
        <p:spPr>
          <a:xfrm>
            <a:off x="4939125" y="2129315"/>
            <a:ext cx="457200" cy="3618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</a:t>
            </a:r>
            <a:endParaRPr/>
          </a:p>
        </p:txBody>
      </p:sp>
      <p:sp>
        <p:nvSpPr>
          <p:cNvPr id="1192" name="Google Shape;1192;p45"/>
          <p:cNvSpPr txBox="1">
            <a:spLocks noGrp="1"/>
          </p:cNvSpPr>
          <p:nvPr>
            <p:ph type="title" idx="8"/>
          </p:nvPr>
        </p:nvSpPr>
        <p:spPr>
          <a:xfrm>
            <a:off x="4939125" y="3710777"/>
            <a:ext cx="457200" cy="3618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</a:t>
            </a:r>
            <a:endParaRPr/>
          </a:p>
        </p:txBody>
      </p:sp>
      <p:sp>
        <p:nvSpPr>
          <p:cNvPr id="1193" name="Google Shape;1193;p45"/>
          <p:cNvSpPr txBox="1">
            <a:spLocks noGrp="1"/>
          </p:cNvSpPr>
          <p:nvPr>
            <p:ph type="title" idx="8"/>
          </p:nvPr>
        </p:nvSpPr>
        <p:spPr>
          <a:xfrm>
            <a:off x="1232125" y="3710777"/>
            <a:ext cx="457200" cy="3618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" name="Google Shape;1198;p46"/>
          <p:cNvSpPr txBox="1">
            <a:spLocks noGrp="1"/>
          </p:cNvSpPr>
          <p:nvPr>
            <p:ph type="title"/>
          </p:nvPr>
        </p:nvSpPr>
        <p:spPr>
          <a:xfrm>
            <a:off x="5022775" y="2487975"/>
            <a:ext cx="3403800" cy="98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PRODUCTS</a:t>
            </a:r>
            <a:endParaRPr/>
          </a:p>
        </p:txBody>
      </p:sp>
      <p:sp>
        <p:nvSpPr>
          <p:cNvPr id="1199" name="Google Shape;1199;p46"/>
          <p:cNvSpPr txBox="1">
            <a:spLocks noGrp="1"/>
          </p:cNvSpPr>
          <p:nvPr>
            <p:ph type="title" idx="2"/>
          </p:nvPr>
        </p:nvSpPr>
        <p:spPr>
          <a:xfrm>
            <a:off x="5671075" y="1501025"/>
            <a:ext cx="2755500" cy="9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200" name="Google Shape;1200;p46"/>
          <p:cNvSpPr txBox="1">
            <a:spLocks noGrp="1"/>
          </p:cNvSpPr>
          <p:nvPr>
            <p:ph type="subTitle" idx="1"/>
          </p:nvPr>
        </p:nvSpPr>
        <p:spPr>
          <a:xfrm>
            <a:off x="5718775" y="3474975"/>
            <a:ext cx="2707800" cy="70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Maven Pro"/>
                <a:ea typeface="Maven Pro"/>
                <a:cs typeface="Maven Pro"/>
                <a:sym typeface="Maven Pro"/>
              </a:rPr>
              <a:t>You could enter a subtitle here if you need it</a:t>
            </a:r>
            <a:endParaRPr sz="1800">
              <a:latin typeface="Maven Pro"/>
              <a:ea typeface="Maven Pro"/>
              <a:cs typeface="Maven Pro"/>
              <a:sym typeface="Maven Pro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47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PLANS</a:t>
            </a:r>
            <a:endParaRPr/>
          </a:p>
        </p:txBody>
      </p:sp>
      <p:graphicFrame>
        <p:nvGraphicFramePr>
          <p:cNvPr id="1206" name="Google Shape;1206;p47"/>
          <p:cNvGraphicFramePr/>
          <p:nvPr/>
        </p:nvGraphicFramePr>
        <p:xfrm>
          <a:off x="1333775" y="19016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{C540E5C6-45F6-46E8-8BFB-9439B383B45D}</a:tableStyleId>
              </a:tblPr>
              <a:tblGrid>
                <a:gridCol w="215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5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56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65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dk1"/>
                          </a:solidFill>
                          <a:latin typeface="Press Start 2P"/>
                          <a:ea typeface="Press Start 2P"/>
                          <a:cs typeface="Press Start 2P"/>
                          <a:sym typeface="Press Start 2P"/>
                        </a:rPr>
                        <a:t>SILVER</a:t>
                      </a:r>
                      <a:endParaRPr sz="1500">
                        <a:solidFill>
                          <a:schemeClr val="dk1"/>
                        </a:solidFill>
                        <a:latin typeface="Press Start 2P"/>
                        <a:ea typeface="Press Start 2P"/>
                        <a:cs typeface="Press Start 2P"/>
                        <a:sym typeface="Press Start 2P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65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dk1"/>
                          </a:solidFill>
                          <a:latin typeface="Press Start 2P"/>
                          <a:ea typeface="Press Start 2P"/>
                          <a:cs typeface="Press Start 2P"/>
                          <a:sym typeface="Press Start 2P"/>
                        </a:rPr>
                        <a:t>GOLD</a:t>
                      </a:r>
                      <a:endParaRPr sz="1500">
                        <a:solidFill>
                          <a:schemeClr val="dk1"/>
                        </a:solidFill>
                        <a:latin typeface="Press Start 2P"/>
                        <a:ea typeface="Press Start 2P"/>
                        <a:cs typeface="Press Start 2P"/>
                        <a:sym typeface="Press Start 2P"/>
                      </a:endParaRPr>
                    </a:p>
                  </a:txBody>
                  <a:tcPr marL="91425" marR="91425" marT="91425" marB="91425" anchor="ctr">
                    <a:lnL w="7620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65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solidFill>
                            <a:schemeClr val="dk1"/>
                          </a:solidFill>
                          <a:latin typeface="Press Start 2P"/>
                          <a:ea typeface="Press Start 2P"/>
                          <a:cs typeface="Press Start 2P"/>
                          <a:sym typeface="Press Start 2P"/>
                        </a:rPr>
                        <a:t>BLACK</a:t>
                      </a:r>
                      <a:endParaRPr sz="1500">
                        <a:solidFill>
                          <a:schemeClr val="dk1"/>
                        </a:solidFill>
                        <a:latin typeface="Press Start 2P"/>
                        <a:ea typeface="Press Start 2P"/>
                        <a:cs typeface="Press Start 2P"/>
                        <a:sym typeface="Press Start 2P"/>
                      </a:endParaRPr>
                    </a:p>
                  </a:txBody>
                  <a:tcPr marL="91425" marR="91425" marT="91425" marB="91425" anchor="ctr">
                    <a:lnL w="7620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3050">
                <a:tc>
                  <a:txBody>
                    <a:bodyPr/>
                    <a:lstStyle/>
                    <a:p>
                      <a:pPr marL="182880" marR="18288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aven Pro"/>
                          <a:ea typeface="Maven Pro"/>
                          <a:cs typeface="Maven Pro"/>
                          <a:sym typeface="Maven Pro"/>
                        </a:rPr>
                        <a:t>Despite being red,</a:t>
                      </a:r>
                      <a:endParaRPr>
                        <a:solidFill>
                          <a:schemeClr val="lt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  <a:p>
                      <a:pPr marL="182880" marR="18288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aven Pro"/>
                          <a:ea typeface="Maven Pro"/>
                          <a:cs typeface="Maven Pro"/>
                          <a:sym typeface="Maven Pro"/>
                        </a:rPr>
                        <a:t>Mars is actually a cold place</a:t>
                      </a:r>
                      <a:endParaRPr>
                        <a:solidFill>
                          <a:schemeClr val="lt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182880" marR="18288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aven Pro"/>
                          <a:ea typeface="Maven Pro"/>
                          <a:cs typeface="Maven Pro"/>
                          <a:sym typeface="Maven Pro"/>
                        </a:rPr>
                        <a:t>Neptune is the farthest planet from the Sun</a:t>
                      </a:r>
                      <a:endParaRPr>
                        <a:solidFill>
                          <a:schemeClr val="lt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182880" marR="18288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aven Pro"/>
                          <a:ea typeface="Maven Pro"/>
                          <a:cs typeface="Maven Pro"/>
                          <a:sym typeface="Maven Pro"/>
                        </a:rPr>
                        <a:t>Jupiter is the biggest planet</a:t>
                      </a:r>
                      <a:endParaRPr>
                        <a:solidFill>
                          <a:schemeClr val="lt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  <a:p>
                      <a:pPr marL="182880" marR="18288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aven Pro"/>
                          <a:ea typeface="Maven Pro"/>
                          <a:cs typeface="Maven Pro"/>
                          <a:sym typeface="Maven Pro"/>
                        </a:rPr>
                        <a:t>of them all</a:t>
                      </a:r>
                      <a:endParaRPr>
                        <a:solidFill>
                          <a:schemeClr val="lt1"/>
                        </a:solidFill>
                        <a:latin typeface="Maven Pro"/>
                        <a:ea typeface="Maven Pro"/>
                        <a:cs typeface="Maven Pro"/>
                        <a:sym typeface="Maven Pro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chemeClr val="dk1"/>
                          </a:solidFill>
                          <a:latin typeface="Press Start 2P"/>
                          <a:ea typeface="Press Start 2P"/>
                          <a:cs typeface="Press Start 2P"/>
                          <a:sym typeface="Press Start 2P"/>
                        </a:rPr>
                        <a:t>$</a:t>
                      </a:r>
                      <a:r>
                        <a:rPr lang="en" sz="3000">
                          <a:solidFill>
                            <a:schemeClr val="dk1"/>
                          </a:solidFill>
                          <a:latin typeface="Press Start 2P"/>
                          <a:ea typeface="Press Start 2P"/>
                          <a:cs typeface="Press Start 2P"/>
                          <a:sym typeface="Press Start 2P"/>
                        </a:rPr>
                        <a:t>10</a:t>
                      </a:r>
                      <a:endParaRPr sz="800">
                        <a:solidFill>
                          <a:schemeClr val="dk1"/>
                        </a:solidFill>
                        <a:latin typeface="Press Start 2P"/>
                        <a:ea typeface="Press Start 2P"/>
                        <a:cs typeface="Press Start 2P"/>
                        <a:sym typeface="Press Start 2P"/>
                      </a:endParaRPr>
                    </a:p>
                  </a:txBody>
                  <a:tcPr marL="91425" marR="91425" marT="91425" marB="91425" anchor="ctr">
                    <a:lnL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800">
                          <a:solidFill>
                            <a:schemeClr val="dk1"/>
                          </a:solidFill>
                          <a:latin typeface="Press Start 2P"/>
                          <a:ea typeface="Press Start 2P"/>
                          <a:cs typeface="Press Start 2P"/>
                          <a:sym typeface="Press Start 2P"/>
                        </a:rPr>
                        <a:t>$</a:t>
                      </a:r>
                      <a:r>
                        <a:rPr lang="en" sz="3000">
                          <a:solidFill>
                            <a:schemeClr val="dk1"/>
                          </a:solidFill>
                          <a:latin typeface="Press Start 2P"/>
                          <a:ea typeface="Press Start 2P"/>
                          <a:cs typeface="Press Start 2P"/>
                          <a:sym typeface="Press Start 2P"/>
                        </a:rPr>
                        <a:t>25</a:t>
                      </a:r>
                      <a:endParaRPr sz="800">
                        <a:solidFill>
                          <a:schemeClr val="dk1"/>
                        </a:solidFill>
                        <a:latin typeface="Press Start 2P"/>
                        <a:ea typeface="Press Start 2P"/>
                        <a:cs typeface="Press Start 2P"/>
                        <a:sym typeface="Press Start 2P"/>
                      </a:endParaRPr>
                    </a:p>
                  </a:txBody>
                  <a:tcPr marL="91425" marR="91425" marT="91425" marB="91425" anchor="ctr">
                    <a:lnL w="7620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0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chemeClr val="dk1"/>
                          </a:solidFill>
                          <a:latin typeface="Press Start 2P"/>
                          <a:ea typeface="Press Start 2P"/>
                          <a:cs typeface="Press Start 2P"/>
                          <a:sym typeface="Press Start 2P"/>
                        </a:rPr>
                        <a:t>$</a:t>
                      </a:r>
                      <a:r>
                        <a:rPr lang="en" sz="3000">
                          <a:solidFill>
                            <a:schemeClr val="dk1"/>
                          </a:solidFill>
                          <a:latin typeface="Press Start 2P"/>
                          <a:ea typeface="Press Start 2P"/>
                          <a:cs typeface="Press Start 2P"/>
                          <a:sym typeface="Press Start 2P"/>
                        </a:rPr>
                        <a:t>50</a:t>
                      </a:r>
                      <a:endParaRPr sz="800">
                        <a:solidFill>
                          <a:schemeClr val="dk1"/>
                        </a:solidFill>
                        <a:latin typeface="Press Start 2P"/>
                        <a:ea typeface="Press Start 2P"/>
                        <a:cs typeface="Press Start 2P"/>
                        <a:sym typeface="Press Start 2P"/>
                      </a:endParaRPr>
                    </a:p>
                  </a:txBody>
                  <a:tcPr marL="91425" marR="91425" marT="91425" marB="91425" anchor="ctr">
                    <a:lnL w="7620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11" name="Google Shape;1211;p48"/>
          <p:cNvGrpSpPr/>
          <p:nvPr/>
        </p:nvGrpSpPr>
        <p:grpSpPr>
          <a:xfrm>
            <a:off x="1188558" y="1548751"/>
            <a:ext cx="3623228" cy="2225498"/>
            <a:chOff x="598300" y="834425"/>
            <a:chExt cx="6416200" cy="3962075"/>
          </a:xfrm>
        </p:grpSpPr>
        <p:sp>
          <p:nvSpPr>
            <p:cNvPr id="1212" name="Google Shape;1212;p48"/>
            <p:cNvSpPr/>
            <p:nvPr/>
          </p:nvSpPr>
          <p:spPr>
            <a:xfrm>
              <a:off x="751975" y="834425"/>
              <a:ext cx="6070425" cy="3892450"/>
            </a:xfrm>
            <a:custGeom>
              <a:avLst/>
              <a:gdLst/>
              <a:ahLst/>
              <a:cxnLst/>
              <a:rect l="l" t="t" r="r" b="b"/>
              <a:pathLst>
                <a:path w="242817" h="155698" extrusionOk="0">
                  <a:moveTo>
                    <a:pt x="10278" y="0"/>
                  </a:moveTo>
                  <a:cubicBezTo>
                    <a:pt x="4611" y="0"/>
                    <a:pt x="1" y="4611"/>
                    <a:pt x="1" y="10278"/>
                  </a:cubicBezTo>
                  <a:lnTo>
                    <a:pt x="1" y="145516"/>
                  </a:lnTo>
                  <a:cubicBezTo>
                    <a:pt x="1" y="151183"/>
                    <a:pt x="4611" y="155697"/>
                    <a:pt x="10278" y="155697"/>
                  </a:cubicBezTo>
                  <a:lnTo>
                    <a:pt x="232539" y="155697"/>
                  </a:lnTo>
                  <a:cubicBezTo>
                    <a:pt x="238206" y="155697"/>
                    <a:pt x="242816" y="151183"/>
                    <a:pt x="242816" y="145516"/>
                  </a:cubicBezTo>
                  <a:lnTo>
                    <a:pt x="242816" y="10278"/>
                  </a:lnTo>
                  <a:cubicBezTo>
                    <a:pt x="242816" y="4611"/>
                    <a:pt x="238206" y="0"/>
                    <a:pt x="23253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1213;p48"/>
            <p:cNvSpPr/>
            <p:nvPr/>
          </p:nvSpPr>
          <p:spPr>
            <a:xfrm>
              <a:off x="598300" y="4508325"/>
              <a:ext cx="6416200" cy="288175"/>
            </a:xfrm>
            <a:custGeom>
              <a:avLst/>
              <a:gdLst/>
              <a:ahLst/>
              <a:cxnLst/>
              <a:rect l="l" t="t" r="r" b="b"/>
              <a:pathLst>
                <a:path w="256648" h="11527" extrusionOk="0">
                  <a:moveTo>
                    <a:pt x="1" y="1"/>
                  </a:moveTo>
                  <a:lnTo>
                    <a:pt x="1" y="5188"/>
                  </a:lnTo>
                  <a:cubicBezTo>
                    <a:pt x="1" y="8741"/>
                    <a:pt x="2786" y="11527"/>
                    <a:pt x="6340" y="11527"/>
                  </a:cubicBezTo>
                  <a:lnTo>
                    <a:pt x="250404" y="11527"/>
                  </a:lnTo>
                  <a:cubicBezTo>
                    <a:pt x="253862" y="11527"/>
                    <a:pt x="256647" y="8741"/>
                    <a:pt x="256647" y="5188"/>
                  </a:cubicBezTo>
                  <a:lnTo>
                    <a:pt x="25664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214" name="Google Shape;1214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3400" y="1735081"/>
            <a:ext cx="3168601" cy="1778991"/>
          </a:xfrm>
          <a:prstGeom prst="rect">
            <a:avLst/>
          </a:prstGeom>
          <a:noFill/>
          <a:ln>
            <a:noFill/>
          </a:ln>
        </p:spPr>
      </p:pic>
      <p:sp>
        <p:nvSpPr>
          <p:cNvPr id="1215" name="Google Shape;1215;p48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PRODUCT DEMO</a:t>
            </a:r>
            <a:endParaRPr/>
          </a:p>
        </p:txBody>
      </p:sp>
      <p:grpSp>
        <p:nvGrpSpPr>
          <p:cNvPr id="1216" name="Google Shape;1216;p48"/>
          <p:cNvGrpSpPr/>
          <p:nvPr/>
        </p:nvGrpSpPr>
        <p:grpSpPr>
          <a:xfrm>
            <a:off x="2707548" y="2400182"/>
            <a:ext cx="585233" cy="585247"/>
            <a:chOff x="2226879" y="2494420"/>
            <a:chExt cx="626051" cy="626067"/>
          </a:xfrm>
        </p:grpSpPr>
        <p:sp>
          <p:nvSpPr>
            <p:cNvPr id="1217" name="Google Shape;1217;p48"/>
            <p:cNvSpPr/>
            <p:nvPr/>
          </p:nvSpPr>
          <p:spPr>
            <a:xfrm>
              <a:off x="2226879" y="2494420"/>
              <a:ext cx="626051" cy="626067"/>
            </a:xfrm>
            <a:custGeom>
              <a:avLst/>
              <a:gdLst/>
              <a:ahLst/>
              <a:cxnLst/>
              <a:rect l="l" t="t" r="r" b="b"/>
              <a:pathLst>
                <a:path w="39680" h="39681" extrusionOk="0">
                  <a:moveTo>
                    <a:pt x="19840" y="1"/>
                  </a:moveTo>
                  <a:cubicBezTo>
                    <a:pt x="8884" y="1"/>
                    <a:pt x="1" y="8884"/>
                    <a:pt x="1" y="19840"/>
                  </a:cubicBezTo>
                  <a:cubicBezTo>
                    <a:pt x="1" y="30797"/>
                    <a:pt x="8884" y="39680"/>
                    <a:pt x="19840" y="39680"/>
                  </a:cubicBezTo>
                  <a:cubicBezTo>
                    <a:pt x="30797" y="39680"/>
                    <a:pt x="39680" y="30797"/>
                    <a:pt x="39680" y="19840"/>
                  </a:cubicBezTo>
                  <a:cubicBezTo>
                    <a:pt x="39680" y="8884"/>
                    <a:pt x="30797" y="1"/>
                    <a:pt x="19840" y="1"/>
                  </a:cubicBezTo>
                  <a:close/>
                </a:path>
              </a:pathLst>
            </a:custGeom>
            <a:solidFill>
              <a:srgbClr val="FFFFFF">
                <a:alpha val="435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48"/>
            <p:cNvSpPr/>
            <p:nvPr/>
          </p:nvSpPr>
          <p:spPr>
            <a:xfrm>
              <a:off x="2433501" y="2666379"/>
              <a:ext cx="282149" cy="282149"/>
            </a:xfrm>
            <a:custGeom>
              <a:avLst/>
              <a:gdLst/>
              <a:ahLst/>
              <a:cxnLst/>
              <a:rect l="l" t="t" r="r" b="b"/>
              <a:pathLst>
                <a:path w="17883" h="17883" extrusionOk="0">
                  <a:moveTo>
                    <a:pt x="0" y="1"/>
                  </a:moveTo>
                  <a:lnTo>
                    <a:pt x="0" y="17882"/>
                  </a:lnTo>
                  <a:lnTo>
                    <a:pt x="17883" y="894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3F3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19" name="Google Shape;1219;p48"/>
          <p:cNvSpPr txBox="1"/>
          <p:nvPr/>
        </p:nvSpPr>
        <p:spPr>
          <a:xfrm>
            <a:off x="5119717" y="2168438"/>
            <a:ext cx="2835600" cy="9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Arial"/>
              <a:buNone/>
            </a:pPr>
            <a:r>
              <a:rPr lang="en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rPr>
              <a:t>You can replace the image on the screen with your own work. Just delete this one, add yours and center it properly</a:t>
            </a: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Google Shape;1224;p49"/>
          <p:cNvSpPr txBox="1">
            <a:spLocks noGrp="1"/>
          </p:cNvSpPr>
          <p:nvPr>
            <p:ph type="title"/>
          </p:nvPr>
        </p:nvSpPr>
        <p:spPr>
          <a:xfrm>
            <a:off x="706225" y="2501750"/>
            <a:ext cx="4168200" cy="98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MARKET &amp; COMPETITION</a:t>
            </a:r>
            <a:endParaRPr/>
          </a:p>
        </p:txBody>
      </p:sp>
      <p:sp>
        <p:nvSpPr>
          <p:cNvPr id="1225" name="Google Shape;1225;p49"/>
          <p:cNvSpPr txBox="1">
            <a:spLocks noGrp="1"/>
          </p:cNvSpPr>
          <p:nvPr>
            <p:ph type="title" idx="2"/>
          </p:nvPr>
        </p:nvSpPr>
        <p:spPr>
          <a:xfrm>
            <a:off x="706225" y="1514800"/>
            <a:ext cx="2755500" cy="9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226" name="Google Shape;1226;p49"/>
          <p:cNvSpPr txBox="1">
            <a:spLocks noGrp="1"/>
          </p:cNvSpPr>
          <p:nvPr>
            <p:ph type="subTitle" idx="1"/>
          </p:nvPr>
        </p:nvSpPr>
        <p:spPr>
          <a:xfrm>
            <a:off x="717500" y="3488750"/>
            <a:ext cx="2707800" cy="70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Maven Pro"/>
                <a:ea typeface="Maven Pro"/>
                <a:cs typeface="Maven Pro"/>
                <a:sym typeface="Maven Pro"/>
              </a:rPr>
              <a:t>You could enter a subtitle here if you need it</a:t>
            </a:r>
            <a:endParaRPr sz="1800">
              <a:latin typeface="Maven Pro"/>
              <a:ea typeface="Maven Pro"/>
              <a:cs typeface="Maven Pro"/>
              <a:sym typeface="Maven Pro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1" name="Google Shape;1231;p50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TRACTION</a:t>
            </a:r>
            <a:endParaRPr/>
          </a:p>
        </p:txBody>
      </p:sp>
      <p:sp>
        <p:nvSpPr>
          <p:cNvPr id="1232" name="Google Shape;1232;p50"/>
          <p:cNvSpPr txBox="1"/>
          <p:nvPr/>
        </p:nvSpPr>
        <p:spPr>
          <a:xfrm>
            <a:off x="4864675" y="3343623"/>
            <a:ext cx="2898900" cy="3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rPr>
              <a:t>Mars is actually a cold place</a:t>
            </a: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233" name="Google Shape;1233;p50"/>
          <p:cNvSpPr txBox="1"/>
          <p:nvPr/>
        </p:nvSpPr>
        <p:spPr>
          <a:xfrm>
            <a:off x="4864675" y="2474249"/>
            <a:ext cx="2898900" cy="35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rPr>
              <a:t>Jupiter is the biggest planet</a:t>
            </a: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234" name="Google Shape;1234;p50"/>
          <p:cNvSpPr txBox="1">
            <a:spLocks noGrp="1"/>
          </p:cNvSpPr>
          <p:nvPr>
            <p:ph type="subTitle" idx="4294967295"/>
          </p:nvPr>
        </p:nvSpPr>
        <p:spPr>
          <a:xfrm>
            <a:off x="4864675" y="2170225"/>
            <a:ext cx="2898900" cy="4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FIRST YEAR</a:t>
            </a:r>
            <a:endParaRPr sz="150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235" name="Google Shape;1235;p50"/>
          <p:cNvSpPr txBox="1">
            <a:spLocks noGrp="1"/>
          </p:cNvSpPr>
          <p:nvPr>
            <p:ph type="subTitle" idx="4294967295"/>
          </p:nvPr>
        </p:nvSpPr>
        <p:spPr>
          <a:xfrm>
            <a:off x="4864675" y="3067025"/>
            <a:ext cx="2898900" cy="3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SECOND YEAR</a:t>
            </a:r>
            <a:endParaRPr sz="150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pic>
        <p:nvPicPr>
          <p:cNvPr id="1236" name="Google Shape;1236;p50" title="Gráfico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l="3717" r="12740" b="3016"/>
          <a:stretch/>
        </p:blipFill>
        <p:spPr>
          <a:xfrm>
            <a:off x="1380425" y="1347100"/>
            <a:ext cx="2746450" cy="2449299"/>
          </a:xfrm>
          <a:prstGeom prst="rect">
            <a:avLst/>
          </a:prstGeom>
          <a:noFill/>
          <a:ln>
            <a:noFill/>
          </a:ln>
        </p:spPr>
      </p:pic>
      <p:sp>
        <p:nvSpPr>
          <p:cNvPr id="1237" name="Google Shape;1237;p50"/>
          <p:cNvSpPr txBox="1"/>
          <p:nvPr/>
        </p:nvSpPr>
        <p:spPr>
          <a:xfrm>
            <a:off x="2086050" y="4132775"/>
            <a:ext cx="4971900" cy="3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rPr>
              <a:t>To modify this graph, click on it, follow the link, change the data and paste the resulting graph here, replacing this one</a:t>
            </a: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4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238" name="Google Shape;1238;p50"/>
          <p:cNvSpPr/>
          <p:nvPr/>
        </p:nvSpPr>
        <p:spPr>
          <a:xfrm>
            <a:off x="4586250" y="2236075"/>
            <a:ext cx="190800" cy="190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9" name="Google Shape;1239;p50"/>
          <p:cNvSpPr/>
          <p:nvPr/>
        </p:nvSpPr>
        <p:spPr>
          <a:xfrm>
            <a:off x="4586250" y="3067025"/>
            <a:ext cx="190800" cy="190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p51"/>
          <p:cNvSpPr txBox="1">
            <a:spLocks noGrp="1"/>
          </p:cNvSpPr>
          <p:nvPr>
            <p:ph type="title"/>
          </p:nvPr>
        </p:nvSpPr>
        <p:spPr>
          <a:xfrm>
            <a:off x="484325" y="1949750"/>
            <a:ext cx="7953900" cy="107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/>
              <a:t>1,453,000</a:t>
            </a:r>
            <a:endParaRPr/>
          </a:p>
        </p:txBody>
      </p:sp>
      <p:sp>
        <p:nvSpPr>
          <p:cNvPr id="1245" name="Google Shape;1245;p51"/>
          <p:cNvSpPr txBox="1">
            <a:spLocks noGrp="1"/>
          </p:cNvSpPr>
          <p:nvPr>
            <p:ph type="subTitle" idx="1"/>
          </p:nvPr>
        </p:nvSpPr>
        <p:spPr>
          <a:xfrm>
            <a:off x="484318" y="2952600"/>
            <a:ext cx="7953900" cy="4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Big numbers catch your audience’s attention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0" name="Google Shape;1250;p52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STUDY</a:t>
            </a:r>
            <a:endParaRPr/>
          </a:p>
        </p:txBody>
      </p:sp>
      <p:sp>
        <p:nvSpPr>
          <p:cNvPr id="1251" name="Google Shape;1251;p52"/>
          <p:cNvSpPr txBox="1">
            <a:spLocks noGrp="1"/>
          </p:cNvSpPr>
          <p:nvPr>
            <p:ph type="subTitle" idx="1"/>
          </p:nvPr>
        </p:nvSpPr>
        <p:spPr>
          <a:xfrm>
            <a:off x="1948525" y="1499338"/>
            <a:ext cx="2011200" cy="3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RESULTS</a:t>
            </a:r>
            <a:endParaRPr/>
          </a:p>
        </p:txBody>
      </p:sp>
      <p:sp>
        <p:nvSpPr>
          <p:cNvPr id="1252" name="Google Shape;1252;p52"/>
          <p:cNvSpPr txBox="1">
            <a:spLocks noGrp="1"/>
          </p:cNvSpPr>
          <p:nvPr>
            <p:ph type="subTitle" idx="2"/>
          </p:nvPr>
        </p:nvSpPr>
        <p:spPr>
          <a:xfrm>
            <a:off x="1948525" y="2602982"/>
            <a:ext cx="2011200" cy="3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</a:t>
            </a:r>
            <a:endParaRPr/>
          </a:p>
        </p:txBody>
      </p:sp>
      <p:sp>
        <p:nvSpPr>
          <p:cNvPr id="1253" name="Google Shape;1253;p52"/>
          <p:cNvSpPr txBox="1">
            <a:spLocks noGrp="1"/>
          </p:cNvSpPr>
          <p:nvPr>
            <p:ph type="subTitle" idx="3"/>
          </p:nvPr>
        </p:nvSpPr>
        <p:spPr>
          <a:xfrm>
            <a:off x="1948525" y="3706626"/>
            <a:ext cx="2011200" cy="3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</p:txBody>
      </p:sp>
      <p:sp>
        <p:nvSpPr>
          <p:cNvPr id="1254" name="Google Shape;1254;p52"/>
          <p:cNvSpPr txBox="1">
            <a:spLocks noGrp="1"/>
          </p:cNvSpPr>
          <p:nvPr>
            <p:ph type="subTitle" idx="4"/>
          </p:nvPr>
        </p:nvSpPr>
        <p:spPr>
          <a:xfrm>
            <a:off x="5142475" y="1353538"/>
            <a:ext cx="2306700" cy="67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Venus is the second planet from the Sun</a:t>
            </a:r>
            <a:endParaRPr/>
          </a:p>
        </p:txBody>
      </p:sp>
      <p:sp>
        <p:nvSpPr>
          <p:cNvPr id="1255" name="Google Shape;1255;p52"/>
          <p:cNvSpPr txBox="1">
            <a:spLocks noGrp="1"/>
          </p:cNvSpPr>
          <p:nvPr>
            <p:ph type="subTitle" idx="5"/>
          </p:nvPr>
        </p:nvSpPr>
        <p:spPr>
          <a:xfrm>
            <a:off x="5142475" y="2483644"/>
            <a:ext cx="2306700" cy="67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Jupiter is the biggest planet in the Solar System</a:t>
            </a:r>
            <a:endParaRPr/>
          </a:p>
        </p:txBody>
      </p:sp>
      <p:sp>
        <p:nvSpPr>
          <p:cNvPr id="1256" name="Google Shape;1256;p52"/>
          <p:cNvSpPr txBox="1">
            <a:spLocks noGrp="1"/>
          </p:cNvSpPr>
          <p:nvPr>
            <p:ph type="subTitle" idx="6"/>
          </p:nvPr>
        </p:nvSpPr>
        <p:spPr>
          <a:xfrm>
            <a:off x="5142475" y="3613750"/>
            <a:ext cx="2306700" cy="67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Despite being red, Mars is actually a cold place</a:t>
            </a:r>
            <a:endParaRPr/>
          </a:p>
        </p:txBody>
      </p:sp>
      <p:grpSp>
        <p:nvGrpSpPr>
          <p:cNvPr id="1257" name="Google Shape;1257;p52"/>
          <p:cNvGrpSpPr/>
          <p:nvPr/>
        </p:nvGrpSpPr>
        <p:grpSpPr>
          <a:xfrm>
            <a:off x="4173775" y="2481000"/>
            <a:ext cx="796450" cy="676288"/>
            <a:chOff x="1190625" y="630375"/>
            <a:chExt cx="5219200" cy="4434675"/>
          </a:xfrm>
        </p:grpSpPr>
        <p:sp>
          <p:nvSpPr>
            <p:cNvPr id="1258" name="Google Shape;1258;p52"/>
            <p:cNvSpPr/>
            <p:nvPr/>
          </p:nvSpPr>
          <p:spPr>
            <a:xfrm>
              <a:off x="1190625" y="630375"/>
              <a:ext cx="5219200" cy="1474425"/>
            </a:xfrm>
            <a:custGeom>
              <a:avLst/>
              <a:gdLst/>
              <a:ahLst/>
              <a:cxnLst/>
              <a:rect l="l" t="t" r="r" b="b"/>
              <a:pathLst>
                <a:path w="208768" h="58977" extrusionOk="0">
                  <a:moveTo>
                    <a:pt x="29488" y="0"/>
                  </a:moveTo>
                  <a:lnTo>
                    <a:pt x="0" y="58977"/>
                  </a:lnTo>
                  <a:lnTo>
                    <a:pt x="208767" y="58977"/>
                  </a:lnTo>
                  <a:lnTo>
                    <a:pt x="1792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Google Shape;1259;p52"/>
            <p:cNvSpPr/>
            <p:nvPr/>
          </p:nvSpPr>
          <p:spPr>
            <a:xfrm>
              <a:off x="3800200" y="630375"/>
              <a:ext cx="2609625" cy="1474425"/>
            </a:xfrm>
            <a:custGeom>
              <a:avLst/>
              <a:gdLst/>
              <a:ahLst/>
              <a:cxnLst/>
              <a:rect l="l" t="t" r="r" b="b"/>
              <a:pathLst>
                <a:path w="104385" h="58977" extrusionOk="0">
                  <a:moveTo>
                    <a:pt x="1" y="0"/>
                  </a:moveTo>
                  <a:lnTo>
                    <a:pt x="1" y="58977"/>
                  </a:lnTo>
                  <a:lnTo>
                    <a:pt x="104384" y="58977"/>
                  </a:lnTo>
                  <a:lnTo>
                    <a:pt x="748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Google Shape;1260;p52"/>
            <p:cNvSpPr/>
            <p:nvPr/>
          </p:nvSpPr>
          <p:spPr>
            <a:xfrm>
              <a:off x="1190625" y="2104775"/>
              <a:ext cx="5219200" cy="2960275"/>
            </a:xfrm>
            <a:custGeom>
              <a:avLst/>
              <a:gdLst/>
              <a:ahLst/>
              <a:cxnLst/>
              <a:rect l="l" t="t" r="r" b="b"/>
              <a:pathLst>
                <a:path w="208768" h="118411" extrusionOk="0">
                  <a:moveTo>
                    <a:pt x="0" y="1"/>
                  </a:moveTo>
                  <a:lnTo>
                    <a:pt x="104384" y="118411"/>
                  </a:lnTo>
                  <a:lnTo>
                    <a:pt x="20876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Google Shape;1261;p52"/>
            <p:cNvSpPr/>
            <p:nvPr/>
          </p:nvSpPr>
          <p:spPr>
            <a:xfrm>
              <a:off x="3800200" y="2104775"/>
              <a:ext cx="2609625" cy="2960275"/>
            </a:xfrm>
            <a:custGeom>
              <a:avLst/>
              <a:gdLst/>
              <a:ahLst/>
              <a:cxnLst/>
              <a:rect l="l" t="t" r="r" b="b"/>
              <a:pathLst>
                <a:path w="104385" h="118411" extrusionOk="0">
                  <a:moveTo>
                    <a:pt x="1" y="1"/>
                  </a:moveTo>
                  <a:lnTo>
                    <a:pt x="1" y="118411"/>
                  </a:lnTo>
                  <a:lnTo>
                    <a:pt x="10438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Google Shape;1262;p52"/>
            <p:cNvSpPr/>
            <p:nvPr/>
          </p:nvSpPr>
          <p:spPr>
            <a:xfrm>
              <a:off x="2665850" y="2104775"/>
              <a:ext cx="2268725" cy="2960275"/>
            </a:xfrm>
            <a:custGeom>
              <a:avLst/>
              <a:gdLst/>
              <a:ahLst/>
              <a:cxnLst/>
              <a:rect l="l" t="t" r="r" b="b"/>
              <a:pathLst>
                <a:path w="90749" h="118411" extrusionOk="0">
                  <a:moveTo>
                    <a:pt x="0" y="1"/>
                  </a:moveTo>
                  <a:lnTo>
                    <a:pt x="45375" y="118411"/>
                  </a:lnTo>
                  <a:lnTo>
                    <a:pt x="9074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Google Shape;1263;p52"/>
            <p:cNvSpPr/>
            <p:nvPr/>
          </p:nvSpPr>
          <p:spPr>
            <a:xfrm>
              <a:off x="3800200" y="2104775"/>
              <a:ext cx="1134375" cy="2960275"/>
            </a:xfrm>
            <a:custGeom>
              <a:avLst/>
              <a:gdLst/>
              <a:ahLst/>
              <a:cxnLst/>
              <a:rect l="l" t="t" r="r" b="b"/>
              <a:pathLst>
                <a:path w="45375" h="118411" extrusionOk="0">
                  <a:moveTo>
                    <a:pt x="1" y="1"/>
                  </a:moveTo>
                  <a:lnTo>
                    <a:pt x="1" y="118411"/>
                  </a:lnTo>
                  <a:lnTo>
                    <a:pt x="4537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Google Shape;1264;p52"/>
            <p:cNvSpPr/>
            <p:nvPr/>
          </p:nvSpPr>
          <p:spPr>
            <a:xfrm>
              <a:off x="1927825" y="630375"/>
              <a:ext cx="3744775" cy="1474425"/>
            </a:xfrm>
            <a:custGeom>
              <a:avLst/>
              <a:gdLst/>
              <a:ahLst/>
              <a:cxnLst/>
              <a:rect l="l" t="t" r="r" b="b"/>
              <a:pathLst>
                <a:path w="149791" h="58977" extrusionOk="0">
                  <a:moveTo>
                    <a:pt x="0" y="0"/>
                  </a:moveTo>
                  <a:lnTo>
                    <a:pt x="29521" y="58977"/>
                  </a:lnTo>
                  <a:lnTo>
                    <a:pt x="120270" y="58977"/>
                  </a:lnTo>
                  <a:lnTo>
                    <a:pt x="14979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Google Shape;1265;p52"/>
            <p:cNvSpPr/>
            <p:nvPr/>
          </p:nvSpPr>
          <p:spPr>
            <a:xfrm>
              <a:off x="3800200" y="630375"/>
              <a:ext cx="1872400" cy="1474425"/>
            </a:xfrm>
            <a:custGeom>
              <a:avLst/>
              <a:gdLst/>
              <a:ahLst/>
              <a:cxnLst/>
              <a:rect l="l" t="t" r="r" b="b"/>
              <a:pathLst>
                <a:path w="74896" h="58977" extrusionOk="0">
                  <a:moveTo>
                    <a:pt x="1" y="0"/>
                  </a:moveTo>
                  <a:lnTo>
                    <a:pt x="1" y="58977"/>
                  </a:lnTo>
                  <a:lnTo>
                    <a:pt x="45375" y="58977"/>
                  </a:lnTo>
                  <a:lnTo>
                    <a:pt x="7489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Google Shape;1266;p52"/>
            <p:cNvSpPr/>
            <p:nvPr/>
          </p:nvSpPr>
          <p:spPr>
            <a:xfrm>
              <a:off x="2665850" y="630375"/>
              <a:ext cx="2268725" cy="1474425"/>
            </a:xfrm>
            <a:custGeom>
              <a:avLst/>
              <a:gdLst/>
              <a:ahLst/>
              <a:cxnLst/>
              <a:rect l="l" t="t" r="r" b="b"/>
              <a:pathLst>
                <a:path w="90749" h="58977" extrusionOk="0">
                  <a:moveTo>
                    <a:pt x="45375" y="0"/>
                  </a:moveTo>
                  <a:lnTo>
                    <a:pt x="0" y="58977"/>
                  </a:lnTo>
                  <a:lnTo>
                    <a:pt x="90749" y="58977"/>
                  </a:lnTo>
                  <a:lnTo>
                    <a:pt x="4537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Google Shape;1267;p52"/>
            <p:cNvSpPr/>
            <p:nvPr/>
          </p:nvSpPr>
          <p:spPr>
            <a:xfrm>
              <a:off x="3800200" y="630375"/>
              <a:ext cx="1134375" cy="1474425"/>
            </a:xfrm>
            <a:custGeom>
              <a:avLst/>
              <a:gdLst/>
              <a:ahLst/>
              <a:cxnLst/>
              <a:rect l="l" t="t" r="r" b="b"/>
              <a:pathLst>
                <a:path w="45375" h="58977" extrusionOk="0">
                  <a:moveTo>
                    <a:pt x="1" y="0"/>
                  </a:moveTo>
                  <a:lnTo>
                    <a:pt x="1" y="58977"/>
                  </a:lnTo>
                  <a:lnTo>
                    <a:pt x="45375" y="58977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8" name="Google Shape;1268;p52"/>
          <p:cNvGrpSpPr/>
          <p:nvPr/>
        </p:nvGrpSpPr>
        <p:grpSpPr>
          <a:xfrm>
            <a:off x="4206918" y="3560835"/>
            <a:ext cx="730164" cy="676503"/>
            <a:chOff x="1173800" y="414250"/>
            <a:chExt cx="5252975" cy="4866925"/>
          </a:xfrm>
        </p:grpSpPr>
        <p:sp>
          <p:nvSpPr>
            <p:cNvPr id="1269" name="Google Shape;1269;p52"/>
            <p:cNvSpPr/>
            <p:nvPr/>
          </p:nvSpPr>
          <p:spPr>
            <a:xfrm>
              <a:off x="1173800" y="414250"/>
              <a:ext cx="5252975" cy="4055500"/>
            </a:xfrm>
            <a:custGeom>
              <a:avLst/>
              <a:gdLst/>
              <a:ahLst/>
              <a:cxnLst/>
              <a:rect l="l" t="t" r="r" b="b"/>
              <a:pathLst>
                <a:path w="210119" h="162220" extrusionOk="0">
                  <a:moveTo>
                    <a:pt x="105057" y="1"/>
                  </a:moveTo>
                  <a:cubicBezTo>
                    <a:pt x="102969" y="1"/>
                    <a:pt x="100881" y="882"/>
                    <a:pt x="99576" y="2545"/>
                  </a:cubicBezTo>
                  <a:cubicBezTo>
                    <a:pt x="82288" y="24759"/>
                    <a:pt x="80200" y="28250"/>
                    <a:pt x="72600" y="34154"/>
                  </a:cubicBezTo>
                  <a:cubicBezTo>
                    <a:pt x="69109" y="36894"/>
                    <a:pt x="69012" y="42081"/>
                    <a:pt x="72371" y="44951"/>
                  </a:cubicBezTo>
                  <a:cubicBezTo>
                    <a:pt x="75470" y="47593"/>
                    <a:pt x="77232" y="51442"/>
                    <a:pt x="77232" y="55520"/>
                  </a:cubicBezTo>
                  <a:cubicBezTo>
                    <a:pt x="77232" y="63186"/>
                    <a:pt x="70969" y="69449"/>
                    <a:pt x="63303" y="69449"/>
                  </a:cubicBezTo>
                  <a:cubicBezTo>
                    <a:pt x="55148" y="69449"/>
                    <a:pt x="48755" y="62435"/>
                    <a:pt x="49440" y="54280"/>
                  </a:cubicBezTo>
                  <a:cubicBezTo>
                    <a:pt x="49837" y="50088"/>
                    <a:pt x="46418" y="46700"/>
                    <a:pt x="42519" y="46700"/>
                  </a:cubicBezTo>
                  <a:cubicBezTo>
                    <a:pt x="42262" y="46700"/>
                    <a:pt x="42002" y="46715"/>
                    <a:pt x="41741" y="46745"/>
                  </a:cubicBezTo>
                  <a:cubicBezTo>
                    <a:pt x="39408" y="47009"/>
                    <a:pt x="37068" y="47141"/>
                    <a:pt x="34733" y="47141"/>
                  </a:cubicBezTo>
                  <a:cubicBezTo>
                    <a:pt x="26394" y="47141"/>
                    <a:pt x="18115" y="45466"/>
                    <a:pt x="10394" y="42178"/>
                  </a:cubicBezTo>
                  <a:cubicBezTo>
                    <a:pt x="9469" y="41786"/>
                    <a:pt x="8535" y="41606"/>
                    <a:pt x="7632" y="41606"/>
                  </a:cubicBezTo>
                  <a:cubicBezTo>
                    <a:pt x="3502" y="41606"/>
                    <a:pt x="1" y="45368"/>
                    <a:pt x="803" y="49811"/>
                  </a:cubicBezTo>
                  <a:lnTo>
                    <a:pt x="24061" y="162219"/>
                  </a:lnTo>
                  <a:lnTo>
                    <a:pt x="186052" y="162219"/>
                  </a:lnTo>
                  <a:lnTo>
                    <a:pt x="209342" y="49811"/>
                  </a:lnTo>
                  <a:cubicBezTo>
                    <a:pt x="210118" y="45368"/>
                    <a:pt x="206590" y="41606"/>
                    <a:pt x="202470" y="41606"/>
                  </a:cubicBezTo>
                  <a:cubicBezTo>
                    <a:pt x="201568" y="41606"/>
                    <a:pt x="200639" y="41786"/>
                    <a:pt x="199719" y="42178"/>
                  </a:cubicBezTo>
                  <a:cubicBezTo>
                    <a:pt x="191998" y="45466"/>
                    <a:pt x="183719" y="47141"/>
                    <a:pt x="175380" y="47141"/>
                  </a:cubicBezTo>
                  <a:cubicBezTo>
                    <a:pt x="173045" y="47141"/>
                    <a:pt x="170705" y="47009"/>
                    <a:pt x="168372" y="46745"/>
                  </a:cubicBezTo>
                  <a:cubicBezTo>
                    <a:pt x="168080" y="46707"/>
                    <a:pt x="167790" y="46689"/>
                    <a:pt x="167504" y="46689"/>
                  </a:cubicBezTo>
                  <a:cubicBezTo>
                    <a:pt x="163593" y="46689"/>
                    <a:pt x="160278" y="50116"/>
                    <a:pt x="160673" y="54280"/>
                  </a:cubicBezTo>
                  <a:cubicBezTo>
                    <a:pt x="161358" y="62435"/>
                    <a:pt x="154965" y="69449"/>
                    <a:pt x="146810" y="69449"/>
                  </a:cubicBezTo>
                  <a:cubicBezTo>
                    <a:pt x="139144" y="69449"/>
                    <a:pt x="132881" y="63186"/>
                    <a:pt x="132881" y="55520"/>
                  </a:cubicBezTo>
                  <a:cubicBezTo>
                    <a:pt x="132881" y="51442"/>
                    <a:pt x="134643" y="47593"/>
                    <a:pt x="137742" y="44951"/>
                  </a:cubicBezTo>
                  <a:cubicBezTo>
                    <a:pt x="141102" y="42081"/>
                    <a:pt x="141004" y="36894"/>
                    <a:pt x="137513" y="34154"/>
                  </a:cubicBezTo>
                  <a:cubicBezTo>
                    <a:pt x="129880" y="28217"/>
                    <a:pt x="127727" y="24694"/>
                    <a:pt x="110537" y="2545"/>
                  </a:cubicBezTo>
                  <a:cubicBezTo>
                    <a:pt x="109232" y="882"/>
                    <a:pt x="107144" y="1"/>
                    <a:pt x="1050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Google Shape;1270;p52"/>
            <p:cNvSpPr/>
            <p:nvPr/>
          </p:nvSpPr>
          <p:spPr>
            <a:xfrm>
              <a:off x="3800200" y="414250"/>
              <a:ext cx="2626575" cy="4055500"/>
            </a:xfrm>
            <a:custGeom>
              <a:avLst/>
              <a:gdLst/>
              <a:ahLst/>
              <a:cxnLst/>
              <a:rect l="l" t="t" r="r" b="b"/>
              <a:pathLst>
                <a:path w="105063" h="162220" extrusionOk="0">
                  <a:moveTo>
                    <a:pt x="1" y="1"/>
                  </a:moveTo>
                  <a:lnTo>
                    <a:pt x="1" y="162219"/>
                  </a:lnTo>
                  <a:lnTo>
                    <a:pt x="80996" y="162219"/>
                  </a:lnTo>
                  <a:lnTo>
                    <a:pt x="104286" y="49811"/>
                  </a:lnTo>
                  <a:cubicBezTo>
                    <a:pt x="105062" y="45368"/>
                    <a:pt x="101534" y="41606"/>
                    <a:pt x="97414" y="41606"/>
                  </a:cubicBezTo>
                  <a:cubicBezTo>
                    <a:pt x="96512" y="41606"/>
                    <a:pt x="95583" y="41786"/>
                    <a:pt x="94663" y="42178"/>
                  </a:cubicBezTo>
                  <a:cubicBezTo>
                    <a:pt x="86942" y="45466"/>
                    <a:pt x="78663" y="47141"/>
                    <a:pt x="70324" y="47141"/>
                  </a:cubicBezTo>
                  <a:cubicBezTo>
                    <a:pt x="67989" y="47141"/>
                    <a:pt x="65649" y="47009"/>
                    <a:pt x="63316" y="46745"/>
                  </a:cubicBezTo>
                  <a:cubicBezTo>
                    <a:pt x="63024" y="46707"/>
                    <a:pt x="62734" y="46689"/>
                    <a:pt x="62448" y="46689"/>
                  </a:cubicBezTo>
                  <a:cubicBezTo>
                    <a:pt x="58537" y="46689"/>
                    <a:pt x="55222" y="50116"/>
                    <a:pt x="55617" y="54280"/>
                  </a:cubicBezTo>
                  <a:cubicBezTo>
                    <a:pt x="56302" y="62435"/>
                    <a:pt x="49909" y="69449"/>
                    <a:pt x="41754" y="69449"/>
                  </a:cubicBezTo>
                  <a:cubicBezTo>
                    <a:pt x="34088" y="69449"/>
                    <a:pt x="27825" y="63186"/>
                    <a:pt x="27825" y="55520"/>
                  </a:cubicBezTo>
                  <a:cubicBezTo>
                    <a:pt x="27825" y="51442"/>
                    <a:pt x="29587" y="47593"/>
                    <a:pt x="32686" y="44951"/>
                  </a:cubicBezTo>
                  <a:cubicBezTo>
                    <a:pt x="36046" y="42081"/>
                    <a:pt x="35948" y="36894"/>
                    <a:pt x="32457" y="34154"/>
                  </a:cubicBezTo>
                  <a:cubicBezTo>
                    <a:pt x="24824" y="28217"/>
                    <a:pt x="22671" y="24694"/>
                    <a:pt x="5481" y="2545"/>
                  </a:cubicBezTo>
                  <a:cubicBezTo>
                    <a:pt x="4176" y="882"/>
                    <a:pt x="2088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Google Shape;1271;p52"/>
            <p:cNvSpPr/>
            <p:nvPr/>
          </p:nvSpPr>
          <p:spPr>
            <a:xfrm>
              <a:off x="3104575" y="2497850"/>
              <a:ext cx="1391275" cy="1392075"/>
            </a:xfrm>
            <a:custGeom>
              <a:avLst/>
              <a:gdLst/>
              <a:ahLst/>
              <a:cxnLst/>
              <a:rect l="l" t="t" r="r" b="b"/>
              <a:pathLst>
                <a:path w="55651" h="55683" extrusionOk="0">
                  <a:moveTo>
                    <a:pt x="27826" y="1"/>
                  </a:moveTo>
                  <a:cubicBezTo>
                    <a:pt x="12494" y="1"/>
                    <a:pt x="1" y="12494"/>
                    <a:pt x="1" y="27825"/>
                  </a:cubicBezTo>
                  <a:cubicBezTo>
                    <a:pt x="1" y="43189"/>
                    <a:pt x="12494" y="55683"/>
                    <a:pt x="27826" y="55683"/>
                  </a:cubicBezTo>
                  <a:cubicBezTo>
                    <a:pt x="43157" y="55683"/>
                    <a:pt x="55650" y="43189"/>
                    <a:pt x="55650" y="27825"/>
                  </a:cubicBezTo>
                  <a:cubicBezTo>
                    <a:pt x="55650" y="12494"/>
                    <a:pt x="43157" y="1"/>
                    <a:pt x="278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Google Shape;1272;p52"/>
            <p:cNvSpPr/>
            <p:nvPr/>
          </p:nvSpPr>
          <p:spPr>
            <a:xfrm>
              <a:off x="1191425" y="2846075"/>
              <a:ext cx="1043050" cy="1043850"/>
            </a:xfrm>
            <a:custGeom>
              <a:avLst/>
              <a:gdLst/>
              <a:ahLst/>
              <a:cxnLst/>
              <a:rect l="l" t="t" r="r" b="b"/>
              <a:pathLst>
                <a:path w="41722" h="41754" extrusionOk="0">
                  <a:moveTo>
                    <a:pt x="20877" y="0"/>
                  </a:moveTo>
                  <a:cubicBezTo>
                    <a:pt x="9363" y="0"/>
                    <a:pt x="1" y="9362"/>
                    <a:pt x="1" y="20877"/>
                  </a:cubicBezTo>
                  <a:cubicBezTo>
                    <a:pt x="1" y="32392"/>
                    <a:pt x="9363" y="41754"/>
                    <a:pt x="20877" y="41754"/>
                  </a:cubicBezTo>
                  <a:cubicBezTo>
                    <a:pt x="32360" y="41754"/>
                    <a:pt x="41721" y="32392"/>
                    <a:pt x="41721" y="20877"/>
                  </a:cubicBezTo>
                  <a:cubicBezTo>
                    <a:pt x="41721" y="9362"/>
                    <a:pt x="32360" y="0"/>
                    <a:pt x="2087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Google Shape;1273;p52"/>
            <p:cNvSpPr/>
            <p:nvPr/>
          </p:nvSpPr>
          <p:spPr>
            <a:xfrm>
              <a:off x="5365950" y="2846075"/>
              <a:ext cx="1043050" cy="1043850"/>
            </a:xfrm>
            <a:custGeom>
              <a:avLst/>
              <a:gdLst/>
              <a:ahLst/>
              <a:cxnLst/>
              <a:rect l="l" t="t" r="r" b="b"/>
              <a:pathLst>
                <a:path w="41722" h="41754" extrusionOk="0">
                  <a:moveTo>
                    <a:pt x="20877" y="0"/>
                  </a:moveTo>
                  <a:cubicBezTo>
                    <a:pt x="9363" y="0"/>
                    <a:pt x="1" y="9362"/>
                    <a:pt x="1" y="20877"/>
                  </a:cubicBezTo>
                  <a:cubicBezTo>
                    <a:pt x="1" y="32392"/>
                    <a:pt x="9363" y="41754"/>
                    <a:pt x="20877" y="41754"/>
                  </a:cubicBezTo>
                  <a:cubicBezTo>
                    <a:pt x="32360" y="41754"/>
                    <a:pt x="41722" y="32392"/>
                    <a:pt x="41722" y="20877"/>
                  </a:cubicBezTo>
                  <a:cubicBezTo>
                    <a:pt x="41722" y="9362"/>
                    <a:pt x="32360" y="0"/>
                    <a:pt x="2087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1274;p52"/>
            <p:cNvSpPr/>
            <p:nvPr/>
          </p:nvSpPr>
          <p:spPr>
            <a:xfrm>
              <a:off x="3800200" y="2497850"/>
              <a:ext cx="695650" cy="1392075"/>
            </a:xfrm>
            <a:custGeom>
              <a:avLst/>
              <a:gdLst/>
              <a:ahLst/>
              <a:cxnLst/>
              <a:rect l="l" t="t" r="r" b="b"/>
              <a:pathLst>
                <a:path w="27826" h="55683" extrusionOk="0">
                  <a:moveTo>
                    <a:pt x="1" y="1"/>
                  </a:moveTo>
                  <a:lnTo>
                    <a:pt x="1" y="55683"/>
                  </a:lnTo>
                  <a:cubicBezTo>
                    <a:pt x="15332" y="55683"/>
                    <a:pt x="27825" y="43189"/>
                    <a:pt x="27825" y="27825"/>
                  </a:cubicBezTo>
                  <a:cubicBezTo>
                    <a:pt x="27825" y="12494"/>
                    <a:pt x="15332" y="1"/>
                    <a:pt x="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Google Shape;1275;p52"/>
            <p:cNvSpPr/>
            <p:nvPr/>
          </p:nvSpPr>
          <p:spPr>
            <a:xfrm>
              <a:off x="1538825" y="4237300"/>
              <a:ext cx="4522775" cy="1043875"/>
            </a:xfrm>
            <a:custGeom>
              <a:avLst/>
              <a:gdLst/>
              <a:ahLst/>
              <a:cxnLst/>
              <a:rect l="l" t="t" r="r" b="b"/>
              <a:pathLst>
                <a:path w="180911" h="41755" extrusionOk="0">
                  <a:moveTo>
                    <a:pt x="20877" y="1"/>
                  </a:moveTo>
                  <a:cubicBezTo>
                    <a:pt x="9363" y="1"/>
                    <a:pt x="1" y="9363"/>
                    <a:pt x="1" y="20878"/>
                  </a:cubicBezTo>
                  <a:cubicBezTo>
                    <a:pt x="1" y="32392"/>
                    <a:pt x="9363" y="41754"/>
                    <a:pt x="20877" y="41754"/>
                  </a:cubicBezTo>
                  <a:lnTo>
                    <a:pt x="160034" y="41754"/>
                  </a:lnTo>
                  <a:cubicBezTo>
                    <a:pt x="171549" y="41754"/>
                    <a:pt x="180910" y="32392"/>
                    <a:pt x="180910" y="20878"/>
                  </a:cubicBezTo>
                  <a:cubicBezTo>
                    <a:pt x="180910" y="9363"/>
                    <a:pt x="171549" y="1"/>
                    <a:pt x="16003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Google Shape;1276;p52"/>
            <p:cNvSpPr/>
            <p:nvPr/>
          </p:nvSpPr>
          <p:spPr>
            <a:xfrm>
              <a:off x="3800200" y="4237300"/>
              <a:ext cx="2261400" cy="1043875"/>
            </a:xfrm>
            <a:custGeom>
              <a:avLst/>
              <a:gdLst/>
              <a:ahLst/>
              <a:cxnLst/>
              <a:rect l="l" t="t" r="r" b="b"/>
              <a:pathLst>
                <a:path w="90456" h="41755" extrusionOk="0">
                  <a:moveTo>
                    <a:pt x="1" y="1"/>
                  </a:moveTo>
                  <a:lnTo>
                    <a:pt x="1" y="41754"/>
                  </a:lnTo>
                  <a:lnTo>
                    <a:pt x="69579" y="41754"/>
                  </a:lnTo>
                  <a:cubicBezTo>
                    <a:pt x="81094" y="41754"/>
                    <a:pt x="90455" y="32392"/>
                    <a:pt x="90455" y="20878"/>
                  </a:cubicBezTo>
                  <a:cubicBezTo>
                    <a:pt x="90455" y="9363"/>
                    <a:pt x="81094" y="1"/>
                    <a:pt x="6957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7" name="Google Shape;1277;p52"/>
          <p:cNvGrpSpPr/>
          <p:nvPr/>
        </p:nvGrpSpPr>
        <p:grpSpPr>
          <a:xfrm>
            <a:off x="4173783" y="1396820"/>
            <a:ext cx="796433" cy="680633"/>
            <a:chOff x="1116400" y="554425"/>
            <a:chExt cx="5366800" cy="4586475"/>
          </a:xfrm>
        </p:grpSpPr>
        <p:sp>
          <p:nvSpPr>
            <p:cNvPr id="1278" name="Google Shape;1278;p52"/>
            <p:cNvSpPr/>
            <p:nvPr/>
          </p:nvSpPr>
          <p:spPr>
            <a:xfrm>
              <a:off x="1116400" y="554425"/>
              <a:ext cx="5366800" cy="4586475"/>
            </a:xfrm>
            <a:custGeom>
              <a:avLst/>
              <a:gdLst/>
              <a:ahLst/>
              <a:cxnLst/>
              <a:rect l="l" t="t" r="r" b="b"/>
              <a:pathLst>
                <a:path w="214672" h="183459" extrusionOk="0">
                  <a:moveTo>
                    <a:pt x="62264" y="1"/>
                  </a:moveTo>
                  <a:cubicBezTo>
                    <a:pt x="55904" y="1"/>
                    <a:pt x="49574" y="1040"/>
                    <a:pt x="43548" y="3169"/>
                  </a:cubicBezTo>
                  <a:cubicBezTo>
                    <a:pt x="23585" y="10215"/>
                    <a:pt x="9395" y="25318"/>
                    <a:pt x="4633" y="44661"/>
                  </a:cubicBezTo>
                  <a:cubicBezTo>
                    <a:pt x="1" y="63450"/>
                    <a:pt x="5089" y="83185"/>
                    <a:pt x="18431" y="97538"/>
                  </a:cubicBezTo>
                  <a:lnTo>
                    <a:pt x="102525" y="181469"/>
                  </a:lnTo>
                  <a:cubicBezTo>
                    <a:pt x="103862" y="182774"/>
                    <a:pt x="105591" y="183459"/>
                    <a:pt x="107353" y="183459"/>
                  </a:cubicBezTo>
                  <a:cubicBezTo>
                    <a:pt x="109081" y="183459"/>
                    <a:pt x="110810" y="182774"/>
                    <a:pt x="112115" y="181469"/>
                  </a:cubicBezTo>
                  <a:lnTo>
                    <a:pt x="196209" y="97571"/>
                  </a:lnTo>
                  <a:lnTo>
                    <a:pt x="196437" y="97342"/>
                  </a:lnTo>
                  <a:cubicBezTo>
                    <a:pt x="209616" y="83153"/>
                    <a:pt x="214672" y="63450"/>
                    <a:pt x="210073" y="44661"/>
                  </a:cubicBezTo>
                  <a:cubicBezTo>
                    <a:pt x="205277" y="25318"/>
                    <a:pt x="191088" y="10215"/>
                    <a:pt x="171157" y="3169"/>
                  </a:cubicBezTo>
                  <a:cubicBezTo>
                    <a:pt x="165143" y="1064"/>
                    <a:pt x="158903" y="33"/>
                    <a:pt x="152658" y="33"/>
                  </a:cubicBezTo>
                  <a:cubicBezTo>
                    <a:pt x="139157" y="33"/>
                    <a:pt x="125631" y="4852"/>
                    <a:pt x="114301" y="14064"/>
                  </a:cubicBezTo>
                  <a:lnTo>
                    <a:pt x="107842" y="19511"/>
                  </a:lnTo>
                  <a:lnTo>
                    <a:pt x="107353" y="19120"/>
                  </a:lnTo>
                  <a:lnTo>
                    <a:pt x="101057" y="13966"/>
                  </a:lnTo>
                  <a:cubicBezTo>
                    <a:pt x="89826" y="4829"/>
                    <a:pt x="75976" y="1"/>
                    <a:pt x="6226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52"/>
            <p:cNvSpPr/>
            <p:nvPr/>
          </p:nvSpPr>
          <p:spPr>
            <a:xfrm>
              <a:off x="1750050" y="1266650"/>
              <a:ext cx="928875" cy="1292625"/>
            </a:xfrm>
            <a:custGeom>
              <a:avLst/>
              <a:gdLst/>
              <a:ahLst/>
              <a:cxnLst/>
              <a:rect l="l" t="t" r="r" b="b"/>
              <a:pathLst>
                <a:path w="37155" h="51705" extrusionOk="0">
                  <a:moveTo>
                    <a:pt x="29461" y="0"/>
                  </a:moveTo>
                  <a:cubicBezTo>
                    <a:pt x="28713" y="0"/>
                    <a:pt x="27952" y="124"/>
                    <a:pt x="27205" y="384"/>
                  </a:cubicBezTo>
                  <a:cubicBezTo>
                    <a:pt x="1729" y="9355"/>
                    <a:pt x="0" y="36429"/>
                    <a:pt x="12070" y="49510"/>
                  </a:cubicBezTo>
                  <a:cubicBezTo>
                    <a:pt x="13408" y="50968"/>
                    <a:pt x="15234" y="51705"/>
                    <a:pt x="17068" y="51705"/>
                  </a:cubicBezTo>
                  <a:cubicBezTo>
                    <a:pt x="18720" y="51705"/>
                    <a:pt x="20378" y="51107"/>
                    <a:pt x="21692" y="49901"/>
                  </a:cubicBezTo>
                  <a:cubicBezTo>
                    <a:pt x="24465" y="47357"/>
                    <a:pt x="24628" y="43051"/>
                    <a:pt x="22084" y="40278"/>
                  </a:cubicBezTo>
                  <a:cubicBezTo>
                    <a:pt x="16571" y="34309"/>
                    <a:pt x="15593" y="18912"/>
                    <a:pt x="31739" y="13236"/>
                  </a:cubicBezTo>
                  <a:cubicBezTo>
                    <a:pt x="35295" y="11997"/>
                    <a:pt x="37154" y="8082"/>
                    <a:pt x="35882" y="4559"/>
                  </a:cubicBezTo>
                  <a:cubicBezTo>
                    <a:pt x="34903" y="1750"/>
                    <a:pt x="32274" y="0"/>
                    <a:pt x="294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52"/>
            <p:cNvSpPr/>
            <p:nvPr/>
          </p:nvSpPr>
          <p:spPr>
            <a:xfrm>
              <a:off x="3800200" y="555225"/>
              <a:ext cx="2683000" cy="4585675"/>
            </a:xfrm>
            <a:custGeom>
              <a:avLst/>
              <a:gdLst/>
              <a:ahLst/>
              <a:cxnLst/>
              <a:rect l="l" t="t" r="r" b="b"/>
              <a:pathLst>
                <a:path w="107320" h="183427" extrusionOk="0">
                  <a:moveTo>
                    <a:pt x="45306" y="1"/>
                  </a:moveTo>
                  <a:cubicBezTo>
                    <a:pt x="31805" y="1"/>
                    <a:pt x="18279" y="4820"/>
                    <a:pt x="6949" y="14032"/>
                  </a:cubicBezTo>
                  <a:lnTo>
                    <a:pt x="490" y="19479"/>
                  </a:lnTo>
                  <a:lnTo>
                    <a:pt x="1" y="19088"/>
                  </a:lnTo>
                  <a:lnTo>
                    <a:pt x="1" y="183427"/>
                  </a:lnTo>
                  <a:cubicBezTo>
                    <a:pt x="1729" y="183427"/>
                    <a:pt x="3458" y="182742"/>
                    <a:pt x="4763" y="181437"/>
                  </a:cubicBezTo>
                  <a:lnTo>
                    <a:pt x="88857" y="97539"/>
                  </a:lnTo>
                  <a:lnTo>
                    <a:pt x="89085" y="97310"/>
                  </a:lnTo>
                  <a:cubicBezTo>
                    <a:pt x="102264" y="83121"/>
                    <a:pt x="107320" y="63418"/>
                    <a:pt x="102721" y="44629"/>
                  </a:cubicBezTo>
                  <a:cubicBezTo>
                    <a:pt x="97925" y="25286"/>
                    <a:pt x="83736" y="10183"/>
                    <a:pt x="63805" y="3137"/>
                  </a:cubicBezTo>
                  <a:cubicBezTo>
                    <a:pt x="57791" y="1032"/>
                    <a:pt x="51551" y="1"/>
                    <a:pt x="4530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53"/>
          <p:cNvSpPr txBox="1">
            <a:spLocks noGrp="1"/>
          </p:cNvSpPr>
          <p:nvPr>
            <p:ph type="subTitle" idx="1"/>
          </p:nvPr>
        </p:nvSpPr>
        <p:spPr>
          <a:xfrm>
            <a:off x="5081356" y="2439000"/>
            <a:ext cx="2784000" cy="108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“Mercury is the closest planet to the Sun and the smallest one in the Solar System—it’s only a bit larger than the Moon”</a:t>
            </a:r>
            <a:endParaRPr/>
          </a:p>
        </p:txBody>
      </p:sp>
      <p:sp>
        <p:nvSpPr>
          <p:cNvPr id="1286" name="Google Shape;1286;p53"/>
          <p:cNvSpPr txBox="1">
            <a:spLocks noGrp="1"/>
          </p:cNvSpPr>
          <p:nvPr>
            <p:ph type="subTitle" idx="2"/>
          </p:nvPr>
        </p:nvSpPr>
        <p:spPr>
          <a:xfrm>
            <a:off x="1278644" y="2439000"/>
            <a:ext cx="2784000" cy="108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“Venus has a beautiful name and is the second planet from the Sun. It’s terribly hot—even hotter than Mercury” </a:t>
            </a:r>
            <a:endParaRPr/>
          </a:p>
        </p:txBody>
      </p:sp>
      <p:sp>
        <p:nvSpPr>
          <p:cNvPr id="1287" name="Google Shape;1287;p53"/>
          <p:cNvSpPr txBox="1">
            <a:spLocks noGrp="1"/>
          </p:cNvSpPr>
          <p:nvPr>
            <p:ph type="ctrTitle"/>
          </p:nvPr>
        </p:nvSpPr>
        <p:spPr>
          <a:xfrm>
            <a:off x="1180994" y="3616625"/>
            <a:ext cx="2979300" cy="34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—JOHN SMITH</a:t>
            </a:r>
            <a:endParaRPr/>
          </a:p>
        </p:txBody>
      </p:sp>
      <p:sp>
        <p:nvSpPr>
          <p:cNvPr id="1288" name="Google Shape;1288;p53"/>
          <p:cNvSpPr txBox="1">
            <a:spLocks noGrp="1"/>
          </p:cNvSpPr>
          <p:nvPr>
            <p:ph type="ctrTitle" idx="3"/>
          </p:nvPr>
        </p:nvSpPr>
        <p:spPr>
          <a:xfrm>
            <a:off x="4983706" y="3616842"/>
            <a:ext cx="2979300" cy="34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—JENNA DOE</a:t>
            </a:r>
            <a:endParaRPr/>
          </a:p>
        </p:txBody>
      </p:sp>
      <p:grpSp>
        <p:nvGrpSpPr>
          <p:cNvPr id="1289" name="Google Shape;1289;p53"/>
          <p:cNvGrpSpPr/>
          <p:nvPr/>
        </p:nvGrpSpPr>
        <p:grpSpPr>
          <a:xfrm>
            <a:off x="6075418" y="1465185"/>
            <a:ext cx="795877" cy="816283"/>
            <a:chOff x="1255850" y="238125"/>
            <a:chExt cx="5088725" cy="5219200"/>
          </a:xfrm>
        </p:grpSpPr>
        <p:sp>
          <p:nvSpPr>
            <p:cNvPr id="1290" name="Google Shape;1290;p53"/>
            <p:cNvSpPr/>
            <p:nvPr/>
          </p:nvSpPr>
          <p:spPr>
            <a:xfrm>
              <a:off x="1255850" y="2325775"/>
              <a:ext cx="1047950" cy="1174350"/>
            </a:xfrm>
            <a:custGeom>
              <a:avLst/>
              <a:gdLst/>
              <a:ahLst/>
              <a:cxnLst/>
              <a:rect l="l" t="t" r="r" b="b"/>
              <a:pathLst>
                <a:path w="41918" h="46974" extrusionOk="0">
                  <a:moveTo>
                    <a:pt x="23487" y="1"/>
                  </a:moveTo>
                  <a:cubicBezTo>
                    <a:pt x="10504" y="1"/>
                    <a:pt x="1" y="10504"/>
                    <a:pt x="1" y="23487"/>
                  </a:cubicBezTo>
                  <a:cubicBezTo>
                    <a:pt x="1" y="36470"/>
                    <a:pt x="10504" y="46973"/>
                    <a:pt x="23487" y="46973"/>
                  </a:cubicBezTo>
                  <a:cubicBezTo>
                    <a:pt x="24433" y="46973"/>
                    <a:pt x="41917" y="46810"/>
                    <a:pt x="41917" y="46810"/>
                  </a:cubicBezTo>
                  <a:lnTo>
                    <a:pt x="41917" y="1"/>
                  </a:lnTo>
                  <a:close/>
                </a:path>
              </a:pathLst>
            </a:custGeom>
            <a:solidFill>
              <a:srgbClr val="D59C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53"/>
            <p:cNvSpPr/>
            <p:nvPr/>
          </p:nvSpPr>
          <p:spPr>
            <a:xfrm>
              <a:off x="1325175" y="3169825"/>
              <a:ext cx="1174325" cy="1174350"/>
            </a:xfrm>
            <a:custGeom>
              <a:avLst/>
              <a:gdLst/>
              <a:ahLst/>
              <a:cxnLst/>
              <a:rect l="l" t="t" r="r" b="b"/>
              <a:pathLst>
                <a:path w="46973" h="46974" extrusionOk="0">
                  <a:moveTo>
                    <a:pt x="23487" y="15658"/>
                  </a:moveTo>
                  <a:cubicBezTo>
                    <a:pt x="27792" y="15658"/>
                    <a:pt x="31315" y="19181"/>
                    <a:pt x="31315" y="23487"/>
                  </a:cubicBezTo>
                  <a:cubicBezTo>
                    <a:pt x="31315" y="27793"/>
                    <a:pt x="27792" y="31315"/>
                    <a:pt x="23487" y="31315"/>
                  </a:cubicBezTo>
                  <a:cubicBezTo>
                    <a:pt x="19181" y="31315"/>
                    <a:pt x="15658" y="27793"/>
                    <a:pt x="15658" y="23487"/>
                  </a:cubicBezTo>
                  <a:cubicBezTo>
                    <a:pt x="15658" y="19181"/>
                    <a:pt x="19181" y="15658"/>
                    <a:pt x="23487" y="15658"/>
                  </a:cubicBezTo>
                  <a:close/>
                  <a:moveTo>
                    <a:pt x="23487" y="0"/>
                  </a:moveTo>
                  <a:cubicBezTo>
                    <a:pt x="10536" y="0"/>
                    <a:pt x="0" y="10537"/>
                    <a:pt x="0" y="23487"/>
                  </a:cubicBezTo>
                  <a:cubicBezTo>
                    <a:pt x="0" y="36437"/>
                    <a:pt x="10536" y="46973"/>
                    <a:pt x="23487" y="46973"/>
                  </a:cubicBezTo>
                  <a:cubicBezTo>
                    <a:pt x="36437" y="46973"/>
                    <a:pt x="46973" y="36437"/>
                    <a:pt x="46973" y="23487"/>
                  </a:cubicBezTo>
                  <a:cubicBezTo>
                    <a:pt x="46973" y="10537"/>
                    <a:pt x="36437" y="0"/>
                    <a:pt x="2348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53"/>
            <p:cNvSpPr/>
            <p:nvPr/>
          </p:nvSpPr>
          <p:spPr>
            <a:xfrm>
              <a:off x="5427125" y="2325775"/>
              <a:ext cx="917450" cy="1174350"/>
            </a:xfrm>
            <a:custGeom>
              <a:avLst/>
              <a:gdLst/>
              <a:ahLst/>
              <a:cxnLst/>
              <a:rect l="l" t="t" r="r" b="b"/>
              <a:pathLst>
                <a:path w="36698" h="46974" extrusionOk="0">
                  <a:moveTo>
                    <a:pt x="0" y="1"/>
                  </a:moveTo>
                  <a:lnTo>
                    <a:pt x="0" y="46810"/>
                  </a:lnTo>
                  <a:cubicBezTo>
                    <a:pt x="0" y="46810"/>
                    <a:pt x="12265" y="46973"/>
                    <a:pt x="13211" y="46973"/>
                  </a:cubicBezTo>
                  <a:cubicBezTo>
                    <a:pt x="26194" y="46973"/>
                    <a:pt x="36698" y="36470"/>
                    <a:pt x="36698" y="23487"/>
                  </a:cubicBezTo>
                  <a:cubicBezTo>
                    <a:pt x="36698" y="10504"/>
                    <a:pt x="26194" y="1"/>
                    <a:pt x="13211" y="1"/>
                  </a:cubicBezTo>
                  <a:close/>
                </a:path>
              </a:pathLst>
            </a:custGeom>
            <a:solidFill>
              <a:srgbClr val="C487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53"/>
            <p:cNvSpPr/>
            <p:nvPr/>
          </p:nvSpPr>
          <p:spPr>
            <a:xfrm>
              <a:off x="5100925" y="3169825"/>
              <a:ext cx="1174325" cy="1174350"/>
            </a:xfrm>
            <a:custGeom>
              <a:avLst/>
              <a:gdLst/>
              <a:ahLst/>
              <a:cxnLst/>
              <a:rect l="l" t="t" r="r" b="b"/>
              <a:pathLst>
                <a:path w="46973" h="46974" extrusionOk="0">
                  <a:moveTo>
                    <a:pt x="23487" y="15658"/>
                  </a:moveTo>
                  <a:cubicBezTo>
                    <a:pt x="27792" y="15658"/>
                    <a:pt x="31315" y="19181"/>
                    <a:pt x="31315" y="23487"/>
                  </a:cubicBezTo>
                  <a:cubicBezTo>
                    <a:pt x="31315" y="27793"/>
                    <a:pt x="27792" y="31315"/>
                    <a:pt x="23487" y="31315"/>
                  </a:cubicBezTo>
                  <a:cubicBezTo>
                    <a:pt x="19181" y="31315"/>
                    <a:pt x="15658" y="27793"/>
                    <a:pt x="15658" y="23487"/>
                  </a:cubicBezTo>
                  <a:cubicBezTo>
                    <a:pt x="15658" y="19181"/>
                    <a:pt x="19181" y="15658"/>
                    <a:pt x="23487" y="15658"/>
                  </a:cubicBezTo>
                  <a:close/>
                  <a:moveTo>
                    <a:pt x="23487" y="0"/>
                  </a:moveTo>
                  <a:cubicBezTo>
                    <a:pt x="10536" y="0"/>
                    <a:pt x="0" y="10537"/>
                    <a:pt x="0" y="23487"/>
                  </a:cubicBezTo>
                  <a:cubicBezTo>
                    <a:pt x="0" y="36437"/>
                    <a:pt x="10536" y="46973"/>
                    <a:pt x="23487" y="46973"/>
                  </a:cubicBezTo>
                  <a:cubicBezTo>
                    <a:pt x="36437" y="46973"/>
                    <a:pt x="46973" y="36437"/>
                    <a:pt x="46973" y="23487"/>
                  </a:cubicBezTo>
                  <a:cubicBezTo>
                    <a:pt x="46973" y="10537"/>
                    <a:pt x="36437" y="0"/>
                    <a:pt x="2348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53"/>
            <p:cNvSpPr/>
            <p:nvPr/>
          </p:nvSpPr>
          <p:spPr>
            <a:xfrm>
              <a:off x="3408775" y="1500500"/>
              <a:ext cx="2348650" cy="3956825"/>
            </a:xfrm>
            <a:custGeom>
              <a:avLst/>
              <a:gdLst/>
              <a:ahLst/>
              <a:cxnLst/>
              <a:rect l="l" t="t" r="r" b="b"/>
              <a:pathLst>
                <a:path w="93946" h="158273" extrusionOk="0">
                  <a:moveTo>
                    <a:pt x="0" y="1"/>
                  </a:moveTo>
                  <a:lnTo>
                    <a:pt x="15658" y="158272"/>
                  </a:lnTo>
                  <a:cubicBezTo>
                    <a:pt x="50626" y="158272"/>
                    <a:pt x="93945" y="117987"/>
                    <a:pt x="93945" y="74765"/>
                  </a:cubicBezTo>
                  <a:lnTo>
                    <a:pt x="93945" y="3301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D59C8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53"/>
            <p:cNvSpPr/>
            <p:nvPr/>
          </p:nvSpPr>
          <p:spPr>
            <a:xfrm>
              <a:off x="1843000" y="1005500"/>
              <a:ext cx="1957225" cy="4451825"/>
            </a:xfrm>
            <a:custGeom>
              <a:avLst/>
              <a:gdLst/>
              <a:ahLst/>
              <a:cxnLst/>
              <a:rect l="l" t="t" r="r" b="b"/>
              <a:pathLst>
                <a:path w="78289" h="178073" extrusionOk="0">
                  <a:moveTo>
                    <a:pt x="52193" y="0"/>
                  </a:moveTo>
                  <a:lnTo>
                    <a:pt x="1" y="52812"/>
                  </a:lnTo>
                  <a:lnTo>
                    <a:pt x="1" y="94565"/>
                  </a:lnTo>
                  <a:cubicBezTo>
                    <a:pt x="1" y="137787"/>
                    <a:pt x="43320" y="178072"/>
                    <a:pt x="78289" y="178072"/>
                  </a:cubicBezTo>
                  <a:lnTo>
                    <a:pt x="78289" y="0"/>
                  </a:lnTo>
                  <a:close/>
                </a:path>
              </a:pathLst>
            </a:custGeom>
            <a:solidFill>
              <a:srgbClr val="E7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53"/>
            <p:cNvSpPr/>
            <p:nvPr/>
          </p:nvSpPr>
          <p:spPr>
            <a:xfrm>
              <a:off x="2495400" y="2782450"/>
              <a:ext cx="848150" cy="587200"/>
            </a:xfrm>
            <a:custGeom>
              <a:avLst/>
              <a:gdLst/>
              <a:ahLst/>
              <a:cxnLst/>
              <a:rect l="l" t="t" r="r" b="b"/>
              <a:pathLst>
                <a:path w="33926" h="23488" extrusionOk="0">
                  <a:moveTo>
                    <a:pt x="1" y="1"/>
                  </a:moveTo>
                  <a:lnTo>
                    <a:pt x="1" y="15659"/>
                  </a:lnTo>
                  <a:lnTo>
                    <a:pt x="18268" y="15659"/>
                  </a:lnTo>
                  <a:lnTo>
                    <a:pt x="18268" y="23487"/>
                  </a:lnTo>
                  <a:lnTo>
                    <a:pt x="33925" y="23487"/>
                  </a:lnTo>
                  <a:lnTo>
                    <a:pt x="33925" y="1"/>
                  </a:lnTo>
                  <a:close/>
                </a:path>
              </a:pathLst>
            </a:custGeom>
            <a:solidFill>
              <a:srgbClr val="44261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53"/>
            <p:cNvSpPr/>
            <p:nvPr/>
          </p:nvSpPr>
          <p:spPr>
            <a:xfrm>
              <a:off x="4256875" y="2782450"/>
              <a:ext cx="848150" cy="587200"/>
            </a:xfrm>
            <a:custGeom>
              <a:avLst/>
              <a:gdLst/>
              <a:ahLst/>
              <a:cxnLst/>
              <a:rect l="l" t="t" r="r" b="b"/>
              <a:pathLst>
                <a:path w="33926" h="23488" extrusionOk="0">
                  <a:moveTo>
                    <a:pt x="1" y="1"/>
                  </a:moveTo>
                  <a:lnTo>
                    <a:pt x="1" y="23487"/>
                  </a:lnTo>
                  <a:lnTo>
                    <a:pt x="15658" y="23487"/>
                  </a:lnTo>
                  <a:lnTo>
                    <a:pt x="15658" y="15659"/>
                  </a:lnTo>
                  <a:lnTo>
                    <a:pt x="33925" y="15659"/>
                  </a:lnTo>
                  <a:lnTo>
                    <a:pt x="33925" y="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53"/>
            <p:cNvSpPr/>
            <p:nvPr/>
          </p:nvSpPr>
          <p:spPr>
            <a:xfrm>
              <a:off x="3213050" y="3891525"/>
              <a:ext cx="717650" cy="587200"/>
            </a:xfrm>
            <a:custGeom>
              <a:avLst/>
              <a:gdLst/>
              <a:ahLst/>
              <a:cxnLst/>
              <a:rect l="l" t="t" r="r" b="b"/>
              <a:pathLst>
                <a:path w="28706" h="23488" extrusionOk="0">
                  <a:moveTo>
                    <a:pt x="0" y="1"/>
                  </a:moveTo>
                  <a:cubicBezTo>
                    <a:pt x="0" y="12951"/>
                    <a:pt x="10536" y="23487"/>
                    <a:pt x="23487" y="23487"/>
                  </a:cubicBezTo>
                  <a:lnTo>
                    <a:pt x="28706" y="15659"/>
                  </a:lnTo>
                  <a:lnTo>
                    <a:pt x="23487" y="7830"/>
                  </a:lnTo>
                  <a:cubicBezTo>
                    <a:pt x="19181" y="7830"/>
                    <a:pt x="15658" y="4307"/>
                    <a:pt x="15658" y="1"/>
                  </a:cubicBezTo>
                  <a:close/>
                </a:path>
              </a:pathLst>
            </a:custGeom>
            <a:solidFill>
              <a:srgbClr val="C4877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53"/>
            <p:cNvSpPr/>
            <p:nvPr/>
          </p:nvSpPr>
          <p:spPr>
            <a:xfrm>
              <a:off x="3800200" y="3891525"/>
              <a:ext cx="587175" cy="587200"/>
            </a:xfrm>
            <a:custGeom>
              <a:avLst/>
              <a:gdLst/>
              <a:ahLst/>
              <a:cxnLst/>
              <a:rect l="l" t="t" r="r" b="b"/>
              <a:pathLst>
                <a:path w="23487" h="23488" extrusionOk="0">
                  <a:moveTo>
                    <a:pt x="7829" y="1"/>
                  </a:moveTo>
                  <a:cubicBezTo>
                    <a:pt x="7829" y="4307"/>
                    <a:pt x="4306" y="7830"/>
                    <a:pt x="1" y="7830"/>
                  </a:cubicBezTo>
                  <a:lnTo>
                    <a:pt x="1" y="23487"/>
                  </a:lnTo>
                  <a:cubicBezTo>
                    <a:pt x="12951" y="23487"/>
                    <a:pt x="23487" y="12951"/>
                    <a:pt x="23487" y="1"/>
                  </a:cubicBezTo>
                  <a:close/>
                </a:path>
              </a:pathLst>
            </a:custGeom>
            <a:solidFill>
              <a:srgbClr val="B2736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53"/>
            <p:cNvSpPr/>
            <p:nvPr/>
          </p:nvSpPr>
          <p:spPr>
            <a:xfrm>
              <a:off x="2886850" y="238125"/>
              <a:ext cx="2870575" cy="2091150"/>
            </a:xfrm>
            <a:custGeom>
              <a:avLst/>
              <a:gdLst/>
              <a:ahLst/>
              <a:cxnLst/>
              <a:rect l="l" t="t" r="r" b="b"/>
              <a:pathLst>
                <a:path w="114823" h="83646" extrusionOk="0">
                  <a:moveTo>
                    <a:pt x="36535" y="0"/>
                  </a:moveTo>
                  <a:cubicBezTo>
                    <a:pt x="27401" y="0"/>
                    <a:pt x="18594" y="1566"/>
                    <a:pt x="10439" y="4436"/>
                  </a:cubicBezTo>
                  <a:lnTo>
                    <a:pt x="0" y="30695"/>
                  </a:lnTo>
                  <a:lnTo>
                    <a:pt x="10439" y="46353"/>
                  </a:lnTo>
                  <a:cubicBezTo>
                    <a:pt x="34051" y="69409"/>
                    <a:pt x="66279" y="83646"/>
                    <a:pt x="101540" y="83646"/>
                  </a:cubicBezTo>
                  <a:cubicBezTo>
                    <a:pt x="103544" y="83646"/>
                    <a:pt x="105558" y="83600"/>
                    <a:pt x="107581" y="83507"/>
                  </a:cubicBezTo>
                  <a:lnTo>
                    <a:pt x="114822" y="83507"/>
                  </a:lnTo>
                  <a:lnTo>
                    <a:pt x="114822" y="78288"/>
                  </a:lnTo>
                  <a:cubicBezTo>
                    <a:pt x="114822" y="35066"/>
                    <a:pt x="79756" y="0"/>
                    <a:pt x="3653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53"/>
            <p:cNvSpPr/>
            <p:nvPr/>
          </p:nvSpPr>
          <p:spPr>
            <a:xfrm>
              <a:off x="1843000" y="349025"/>
              <a:ext cx="1304825" cy="1976775"/>
            </a:xfrm>
            <a:custGeom>
              <a:avLst/>
              <a:gdLst/>
              <a:ahLst/>
              <a:cxnLst/>
              <a:rect l="l" t="t" r="r" b="b"/>
              <a:pathLst>
                <a:path w="52193" h="79071" extrusionOk="0">
                  <a:moveTo>
                    <a:pt x="52193" y="0"/>
                  </a:moveTo>
                  <a:cubicBezTo>
                    <a:pt x="21791" y="10765"/>
                    <a:pt x="1" y="39764"/>
                    <a:pt x="1" y="73852"/>
                  </a:cubicBezTo>
                  <a:lnTo>
                    <a:pt x="1" y="79071"/>
                  </a:lnTo>
                  <a:cubicBezTo>
                    <a:pt x="20454" y="71405"/>
                    <a:pt x="38134" y="57998"/>
                    <a:pt x="52193" y="41917"/>
                  </a:cubicBezTo>
                  <a:lnTo>
                    <a:pt x="5219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2" name="Google Shape;1302;p53"/>
          <p:cNvGrpSpPr/>
          <p:nvPr/>
        </p:nvGrpSpPr>
        <p:grpSpPr>
          <a:xfrm>
            <a:off x="2272680" y="1525839"/>
            <a:ext cx="795928" cy="755633"/>
            <a:chOff x="1190625" y="371850"/>
            <a:chExt cx="5219200" cy="4951725"/>
          </a:xfrm>
        </p:grpSpPr>
        <p:sp>
          <p:nvSpPr>
            <p:cNvPr id="1303" name="Google Shape;1303;p53"/>
            <p:cNvSpPr/>
            <p:nvPr/>
          </p:nvSpPr>
          <p:spPr>
            <a:xfrm>
              <a:off x="1190625" y="2446475"/>
              <a:ext cx="1074825" cy="1204525"/>
            </a:xfrm>
            <a:custGeom>
              <a:avLst/>
              <a:gdLst/>
              <a:ahLst/>
              <a:cxnLst/>
              <a:rect l="l" t="t" r="r" b="b"/>
              <a:pathLst>
                <a:path w="42993" h="48181" extrusionOk="0">
                  <a:moveTo>
                    <a:pt x="24073" y="1"/>
                  </a:moveTo>
                  <a:cubicBezTo>
                    <a:pt x="10797" y="1"/>
                    <a:pt x="0" y="10765"/>
                    <a:pt x="0" y="24074"/>
                  </a:cubicBezTo>
                  <a:cubicBezTo>
                    <a:pt x="0" y="37383"/>
                    <a:pt x="10797" y="48180"/>
                    <a:pt x="24073" y="48180"/>
                  </a:cubicBezTo>
                  <a:lnTo>
                    <a:pt x="42993" y="48180"/>
                  </a:lnTo>
                  <a:lnTo>
                    <a:pt x="42993" y="1"/>
                  </a:lnTo>
                  <a:close/>
                </a:path>
              </a:pathLst>
            </a:custGeom>
            <a:solidFill>
              <a:srgbClr val="FFBEA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53"/>
            <p:cNvSpPr/>
            <p:nvPr/>
          </p:nvSpPr>
          <p:spPr>
            <a:xfrm>
              <a:off x="5334975" y="2446475"/>
              <a:ext cx="1074850" cy="1204525"/>
            </a:xfrm>
            <a:custGeom>
              <a:avLst/>
              <a:gdLst/>
              <a:ahLst/>
              <a:cxnLst/>
              <a:rect l="l" t="t" r="r" b="b"/>
              <a:pathLst>
                <a:path w="42994" h="48181" extrusionOk="0">
                  <a:moveTo>
                    <a:pt x="0" y="1"/>
                  </a:moveTo>
                  <a:lnTo>
                    <a:pt x="0" y="48017"/>
                  </a:lnTo>
                  <a:cubicBezTo>
                    <a:pt x="0" y="48017"/>
                    <a:pt x="17941" y="48180"/>
                    <a:pt x="18920" y="48180"/>
                  </a:cubicBezTo>
                  <a:cubicBezTo>
                    <a:pt x="32196" y="48180"/>
                    <a:pt x="42993" y="37383"/>
                    <a:pt x="42993" y="24074"/>
                  </a:cubicBezTo>
                  <a:cubicBezTo>
                    <a:pt x="42993" y="10765"/>
                    <a:pt x="32196" y="1"/>
                    <a:pt x="18920" y="1"/>
                  </a:cubicBezTo>
                  <a:close/>
                </a:path>
              </a:pathLst>
            </a:custGeom>
            <a:solidFill>
              <a:srgbClr val="F7AF9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53"/>
            <p:cNvSpPr/>
            <p:nvPr/>
          </p:nvSpPr>
          <p:spPr>
            <a:xfrm>
              <a:off x="1792450" y="371850"/>
              <a:ext cx="2275250" cy="4951725"/>
            </a:xfrm>
            <a:custGeom>
              <a:avLst/>
              <a:gdLst/>
              <a:ahLst/>
              <a:cxnLst/>
              <a:rect l="l" t="t" r="r" b="b"/>
              <a:pathLst>
                <a:path w="91010" h="198069" extrusionOk="0">
                  <a:moveTo>
                    <a:pt x="80311" y="1"/>
                  </a:moveTo>
                  <a:cubicBezTo>
                    <a:pt x="35980" y="1"/>
                    <a:pt x="0" y="35948"/>
                    <a:pt x="0" y="80311"/>
                  </a:cubicBezTo>
                  <a:lnTo>
                    <a:pt x="0" y="117758"/>
                  </a:lnTo>
                  <a:cubicBezTo>
                    <a:pt x="0" y="162121"/>
                    <a:pt x="35980" y="198068"/>
                    <a:pt x="80311" y="198068"/>
                  </a:cubicBezTo>
                  <a:lnTo>
                    <a:pt x="91010" y="99035"/>
                  </a:lnTo>
                  <a:lnTo>
                    <a:pt x="80311" y="1"/>
                  </a:lnTo>
                  <a:close/>
                </a:path>
              </a:pathLst>
            </a:custGeom>
            <a:solidFill>
              <a:srgbClr val="FDCDB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53"/>
            <p:cNvSpPr/>
            <p:nvPr/>
          </p:nvSpPr>
          <p:spPr>
            <a:xfrm>
              <a:off x="3800200" y="371850"/>
              <a:ext cx="2007775" cy="4951725"/>
            </a:xfrm>
            <a:custGeom>
              <a:avLst/>
              <a:gdLst/>
              <a:ahLst/>
              <a:cxnLst/>
              <a:rect l="l" t="t" r="r" b="b"/>
              <a:pathLst>
                <a:path w="80311" h="198069" extrusionOk="0">
                  <a:moveTo>
                    <a:pt x="1" y="1"/>
                  </a:moveTo>
                  <a:lnTo>
                    <a:pt x="1" y="198068"/>
                  </a:lnTo>
                  <a:cubicBezTo>
                    <a:pt x="44331" y="198068"/>
                    <a:pt x="80311" y="162121"/>
                    <a:pt x="80311" y="117758"/>
                  </a:cubicBezTo>
                  <a:lnTo>
                    <a:pt x="80311" y="80311"/>
                  </a:lnTo>
                  <a:cubicBezTo>
                    <a:pt x="80311" y="35948"/>
                    <a:pt x="44331" y="1"/>
                    <a:pt x="1" y="1"/>
                  </a:cubicBezTo>
                  <a:close/>
                </a:path>
              </a:pathLst>
            </a:custGeom>
            <a:solidFill>
              <a:srgbClr val="FFBEA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53"/>
            <p:cNvSpPr/>
            <p:nvPr/>
          </p:nvSpPr>
          <p:spPr>
            <a:xfrm>
              <a:off x="2461975" y="2446475"/>
              <a:ext cx="870150" cy="601875"/>
            </a:xfrm>
            <a:custGeom>
              <a:avLst/>
              <a:gdLst/>
              <a:ahLst/>
              <a:cxnLst/>
              <a:rect l="l" t="t" r="r" b="b"/>
              <a:pathLst>
                <a:path w="34806" h="24075" extrusionOk="0">
                  <a:moveTo>
                    <a:pt x="0" y="1"/>
                  </a:moveTo>
                  <a:lnTo>
                    <a:pt x="0" y="16050"/>
                  </a:lnTo>
                  <a:lnTo>
                    <a:pt x="18724" y="16050"/>
                  </a:lnTo>
                  <a:lnTo>
                    <a:pt x="18724" y="24074"/>
                  </a:lnTo>
                  <a:lnTo>
                    <a:pt x="34806" y="24074"/>
                  </a:lnTo>
                  <a:lnTo>
                    <a:pt x="34806" y="1"/>
                  </a:lnTo>
                  <a:close/>
                </a:path>
              </a:pathLst>
            </a:custGeom>
            <a:solidFill>
              <a:srgbClr val="4C464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53"/>
            <p:cNvSpPr/>
            <p:nvPr/>
          </p:nvSpPr>
          <p:spPr>
            <a:xfrm>
              <a:off x="4268300" y="2446475"/>
              <a:ext cx="870150" cy="601875"/>
            </a:xfrm>
            <a:custGeom>
              <a:avLst/>
              <a:gdLst/>
              <a:ahLst/>
              <a:cxnLst/>
              <a:rect l="l" t="t" r="r" b="b"/>
              <a:pathLst>
                <a:path w="34806" h="24075" extrusionOk="0">
                  <a:moveTo>
                    <a:pt x="0" y="1"/>
                  </a:moveTo>
                  <a:lnTo>
                    <a:pt x="0" y="24074"/>
                  </a:lnTo>
                  <a:lnTo>
                    <a:pt x="16082" y="24074"/>
                  </a:lnTo>
                  <a:lnTo>
                    <a:pt x="16082" y="16050"/>
                  </a:lnTo>
                  <a:lnTo>
                    <a:pt x="34806" y="16050"/>
                  </a:lnTo>
                  <a:lnTo>
                    <a:pt x="34806" y="1"/>
                  </a:lnTo>
                  <a:close/>
                </a:path>
              </a:pathLst>
            </a:custGeom>
            <a:solidFill>
              <a:srgbClr val="331D1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53"/>
            <p:cNvSpPr/>
            <p:nvPr/>
          </p:nvSpPr>
          <p:spPr>
            <a:xfrm>
              <a:off x="3198375" y="3717825"/>
              <a:ext cx="735600" cy="601875"/>
            </a:xfrm>
            <a:custGeom>
              <a:avLst/>
              <a:gdLst/>
              <a:ahLst/>
              <a:cxnLst/>
              <a:rect l="l" t="t" r="r" b="b"/>
              <a:pathLst>
                <a:path w="29424" h="24075" extrusionOk="0">
                  <a:moveTo>
                    <a:pt x="0" y="1"/>
                  </a:moveTo>
                  <a:cubicBezTo>
                    <a:pt x="0" y="13277"/>
                    <a:pt x="10797" y="24074"/>
                    <a:pt x="24074" y="24074"/>
                  </a:cubicBezTo>
                  <a:lnTo>
                    <a:pt x="29423" y="16050"/>
                  </a:lnTo>
                  <a:lnTo>
                    <a:pt x="24074" y="8025"/>
                  </a:lnTo>
                  <a:cubicBezTo>
                    <a:pt x="19637" y="8025"/>
                    <a:pt x="16049" y="4405"/>
                    <a:pt x="16049" y="1"/>
                  </a:cubicBezTo>
                  <a:close/>
                </a:path>
              </a:pathLst>
            </a:custGeom>
            <a:solidFill>
              <a:srgbClr val="F7AF9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53"/>
            <p:cNvSpPr/>
            <p:nvPr/>
          </p:nvSpPr>
          <p:spPr>
            <a:xfrm>
              <a:off x="3800200" y="3717825"/>
              <a:ext cx="601875" cy="601875"/>
            </a:xfrm>
            <a:custGeom>
              <a:avLst/>
              <a:gdLst/>
              <a:ahLst/>
              <a:cxnLst/>
              <a:rect l="l" t="t" r="r" b="b"/>
              <a:pathLst>
                <a:path w="24075" h="24075" extrusionOk="0">
                  <a:moveTo>
                    <a:pt x="8025" y="1"/>
                  </a:moveTo>
                  <a:cubicBezTo>
                    <a:pt x="8025" y="4405"/>
                    <a:pt x="4437" y="8025"/>
                    <a:pt x="1" y="8025"/>
                  </a:cubicBezTo>
                  <a:lnTo>
                    <a:pt x="1" y="24074"/>
                  </a:lnTo>
                  <a:cubicBezTo>
                    <a:pt x="13277" y="24074"/>
                    <a:pt x="24074" y="13277"/>
                    <a:pt x="24074" y="1"/>
                  </a:cubicBezTo>
                  <a:close/>
                </a:path>
              </a:pathLst>
            </a:custGeom>
            <a:solidFill>
              <a:srgbClr val="F88A6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1" name="Google Shape;1311;p53"/>
          <p:cNvSpPr txBox="1">
            <a:spLocks noGrp="1"/>
          </p:cNvSpPr>
          <p:nvPr>
            <p:ph type="title" idx="4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" name="Google Shape;1316;p5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AWARDS</a:t>
            </a:r>
            <a:endParaRPr/>
          </a:p>
        </p:txBody>
      </p:sp>
      <p:sp>
        <p:nvSpPr>
          <p:cNvPr id="1317" name="Google Shape;1317;p54"/>
          <p:cNvSpPr txBox="1">
            <a:spLocks noGrp="1"/>
          </p:cNvSpPr>
          <p:nvPr>
            <p:ph type="subTitle" idx="1"/>
          </p:nvPr>
        </p:nvSpPr>
        <p:spPr>
          <a:xfrm>
            <a:off x="1113412" y="3895647"/>
            <a:ext cx="1899000" cy="2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SATURN</a:t>
            </a:r>
            <a:endParaRPr/>
          </a:p>
        </p:txBody>
      </p:sp>
      <p:sp>
        <p:nvSpPr>
          <p:cNvPr id="1318" name="Google Shape;1318;p54"/>
          <p:cNvSpPr txBox="1">
            <a:spLocks noGrp="1"/>
          </p:cNvSpPr>
          <p:nvPr>
            <p:ph type="subTitle" idx="2"/>
          </p:nvPr>
        </p:nvSpPr>
        <p:spPr>
          <a:xfrm>
            <a:off x="3621241" y="3895647"/>
            <a:ext cx="1899000" cy="2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NEPTUNE</a:t>
            </a:r>
            <a:endParaRPr/>
          </a:p>
        </p:txBody>
      </p:sp>
      <p:sp>
        <p:nvSpPr>
          <p:cNvPr id="1319" name="Google Shape;1319;p54"/>
          <p:cNvSpPr txBox="1">
            <a:spLocks noGrp="1"/>
          </p:cNvSpPr>
          <p:nvPr>
            <p:ph type="subTitle" idx="3"/>
          </p:nvPr>
        </p:nvSpPr>
        <p:spPr>
          <a:xfrm>
            <a:off x="6130163" y="3895647"/>
            <a:ext cx="1899000" cy="2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MARS</a:t>
            </a:r>
            <a:endParaRPr/>
          </a:p>
        </p:txBody>
      </p:sp>
      <p:sp>
        <p:nvSpPr>
          <p:cNvPr id="1320" name="Google Shape;1320;p54"/>
          <p:cNvSpPr txBox="1">
            <a:spLocks noGrp="1"/>
          </p:cNvSpPr>
          <p:nvPr>
            <p:ph type="subTitle" idx="4"/>
          </p:nvPr>
        </p:nvSpPr>
        <p:spPr>
          <a:xfrm>
            <a:off x="1113412" y="2286201"/>
            <a:ext cx="1899000" cy="2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</a:t>
            </a:r>
            <a:endParaRPr/>
          </a:p>
        </p:txBody>
      </p:sp>
      <p:sp>
        <p:nvSpPr>
          <p:cNvPr id="1321" name="Google Shape;1321;p54"/>
          <p:cNvSpPr txBox="1">
            <a:spLocks noGrp="1"/>
          </p:cNvSpPr>
          <p:nvPr>
            <p:ph type="subTitle" idx="5"/>
          </p:nvPr>
        </p:nvSpPr>
        <p:spPr>
          <a:xfrm>
            <a:off x="3621241" y="2286201"/>
            <a:ext cx="1899000" cy="2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1322" name="Google Shape;1322;p54"/>
          <p:cNvSpPr txBox="1">
            <a:spLocks noGrp="1"/>
          </p:cNvSpPr>
          <p:nvPr>
            <p:ph type="subTitle" idx="6"/>
          </p:nvPr>
        </p:nvSpPr>
        <p:spPr>
          <a:xfrm>
            <a:off x="6130163" y="2286201"/>
            <a:ext cx="1899000" cy="2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</a:t>
            </a:r>
            <a:endParaRPr/>
          </a:p>
        </p:txBody>
      </p:sp>
      <p:sp>
        <p:nvSpPr>
          <p:cNvPr id="1323" name="Google Shape;1323;p54"/>
          <p:cNvSpPr txBox="1">
            <a:spLocks noGrp="1"/>
          </p:cNvSpPr>
          <p:nvPr>
            <p:ph type="subTitle" idx="7"/>
          </p:nvPr>
        </p:nvSpPr>
        <p:spPr>
          <a:xfrm>
            <a:off x="1113412" y="2571800"/>
            <a:ext cx="1899000" cy="4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It’s </a:t>
            </a:r>
            <a:r>
              <a:rPr lang="en"/>
              <a:t>the smallest one</a:t>
            </a:r>
            <a:endParaRPr/>
          </a:p>
        </p:txBody>
      </p:sp>
      <p:sp>
        <p:nvSpPr>
          <p:cNvPr id="1324" name="Google Shape;1324;p54"/>
          <p:cNvSpPr txBox="1">
            <a:spLocks noGrp="1"/>
          </p:cNvSpPr>
          <p:nvPr>
            <p:ph type="subTitle" idx="8"/>
          </p:nvPr>
        </p:nvSpPr>
        <p:spPr>
          <a:xfrm>
            <a:off x="3621240" y="2571800"/>
            <a:ext cx="1899000" cy="4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It’s</a:t>
            </a:r>
            <a:r>
              <a:rPr lang="en"/>
              <a:t> the second one</a:t>
            </a:r>
            <a:endParaRPr/>
          </a:p>
        </p:txBody>
      </p:sp>
      <p:sp>
        <p:nvSpPr>
          <p:cNvPr id="1325" name="Google Shape;1325;p54"/>
          <p:cNvSpPr txBox="1">
            <a:spLocks noGrp="1"/>
          </p:cNvSpPr>
          <p:nvPr>
            <p:ph type="subTitle" idx="9"/>
          </p:nvPr>
        </p:nvSpPr>
        <p:spPr>
          <a:xfrm>
            <a:off x="6130162" y="2571800"/>
            <a:ext cx="1899000" cy="4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It’s the biggest one</a:t>
            </a:r>
            <a:endParaRPr/>
          </a:p>
        </p:txBody>
      </p:sp>
      <p:sp>
        <p:nvSpPr>
          <p:cNvPr id="1326" name="Google Shape;1326;p54"/>
          <p:cNvSpPr txBox="1">
            <a:spLocks noGrp="1"/>
          </p:cNvSpPr>
          <p:nvPr>
            <p:ph type="subTitle" idx="13"/>
          </p:nvPr>
        </p:nvSpPr>
        <p:spPr>
          <a:xfrm>
            <a:off x="1114837" y="4181250"/>
            <a:ext cx="1899000" cy="4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has rings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7" name="Google Shape;1327;p54"/>
          <p:cNvSpPr txBox="1">
            <a:spLocks noGrp="1"/>
          </p:cNvSpPr>
          <p:nvPr>
            <p:ph type="subTitle" idx="14"/>
          </p:nvPr>
        </p:nvSpPr>
        <p:spPr>
          <a:xfrm>
            <a:off x="3622666" y="4181249"/>
            <a:ext cx="1899000" cy="4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It’s</a:t>
            </a:r>
            <a:r>
              <a:rPr lang="en"/>
              <a:t> the eighth planet</a:t>
            </a:r>
            <a:endParaRPr/>
          </a:p>
        </p:txBody>
      </p:sp>
      <p:sp>
        <p:nvSpPr>
          <p:cNvPr id="1328" name="Google Shape;1328;p54"/>
          <p:cNvSpPr txBox="1">
            <a:spLocks noGrp="1"/>
          </p:cNvSpPr>
          <p:nvPr>
            <p:ph type="subTitle" idx="15"/>
          </p:nvPr>
        </p:nvSpPr>
        <p:spPr>
          <a:xfrm>
            <a:off x="6131588" y="4181249"/>
            <a:ext cx="1899000" cy="4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It’s</a:t>
            </a:r>
            <a:r>
              <a:rPr lang="en"/>
              <a:t> a cold place</a:t>
            </a:r>
            <a:endParaRPr/>
          </a:p>
        </p:txBody>
      </p:sp>
      <p:grpSp>
        <p:nvGrpSpPr>
          <p:cNvPr id="1329" name="Google Shape;1329;p54"/>
          <p:cNvGrpSpPr/>
          <p:nvPr/>
        </p:nvGrpSpPr>
        <p:grpSpPr>
          <a:xfrm>
            <a:off x="4221844" y="1441512"/>
            <a:ext cx="697807" cy="697807"/>
            <a:chOff x="1190625" y="238125"/>
            <a:chExt cx="5219200" cy="5219200"/>
          </a:xfrm>
        </p:grpSpPr>
        <p:sp>
          <p:nvSpPr>
            <p:cNvPr id="1330" name="Google Shape;1330;p54"/>
            <p:cNvSpPr/>
            <p:nvPr/>
          </p:nvSpPr>
          <p:spPr>
            <a:xfrm>
              <a:off x="1530675" y="1918000"/>
              <a:ext cx="1790850" cy="1288550"/>
            </a:xfrm>
            <a:custGeom>
              <a:avLst/>
              <a:gdLst/>
              <a:ahLst/>
              <a:cxnLst/>
              <a:rect l="l" t="t" r="r" b="b"/>
              <a:pathLst>
                <a:path w="71634" h="51542" extrusionOk="0">
                  <a:moveTo>
                    <a:pt x="64860" y="0"/>
                  </a:moveTo>
                  <a:cubicBezTo>
                    <a:pt x="64639" y="0"/>
                    <a:pt x="64418" y="12"/>
                    <a:pt x="64196" y="35"/>
                  </a:cubicBezTo>
                  <a:cubicBezTo>
                    <a:pt x="60739" y="361"/>
                    <a:pt x="57281" y="752"/>
                    <a:pt x="53889" y="1209"/>
                  </a:cubicBezTo>
                  <a:lnTo>
                    <a:pt x="9232" y="7146"/>
                  </a:lnTo>
                  <a:cubicBezTo>
                    <a:pt x="6557" y="7504"/>
                    <a:pt x="4372" y="9396"/>
                    <a:pt x="3621" y="11973"/>
                  </a:cubicBezTo>
                  <a:cubicBezTo>
                    <a:pt x="1207" y="20063"/>
                    <a:pt x="0" y="28544"/>
                    <a:pt x="0" y="37189"/>
                  </a:cubicBezTo>
                  <a:cubicBezTo>
                    <a:pt x="0" y="39929"/>
                    <a:pt x="131" y="42375"/>
                    <a:pt x="359" y="44691"/>
                  </a:cubicBezTo>
                  <a:cubicBezTo>
                    <a:pt x="718" y="48181"/>
                    <a:pt x="3654" y="50791"/>
                    <a:pt x="7144" y="50791"/>
                  </a:cubicBezTo>
                  <a:lnTo>
                    <a:pt x="43124" y="50791"/>
                  </a:lnTo>
                  <a:cubicBezTo>
                    <a:pt x="44788" y="50791"/>
                    <a:pt x="46321" y="50987"/>
                    <a:pt x="47691" y="51313"/>
                  </a:cubicBezTo>
                  <a:cubicBezTo>
                    <a:pt x="48245" y="51476"/>
                    <a:pt x="48800" y="51541"/>
                    <a:pt x="49354" y="51541"/>
                  </a:cubicBezTo>
                  <a:cubicBezTo>
                    <a:pt x="51377" y="51541"/>
                    <a:pt x="53334" y="50628"/>
                    <a:pt x="54671" y="48964"/>
                  </a:cubicBezTo>
                  <a:lnTo>
                    <a:pt x="58521" y="44169"/>
                  </a:lnTo>
                  <a:cubicBezTo>
                    <a:pt x="66969" y="33633"/>
                    <a:pt x="71634" y="20357"/>
                    <a:pt x="71634" y="6819"/>
                  </a:cubicBezTo>
                  <a:cubicBezTo>
                    <a:pt x="71634" y="4895"/>
                    <a:pt x="70818" y="3068"/>
                    <a:pt x="69416" y="1796"/>
                  </a:cubicBezTo>
                  <a:cubicBezTo>
                    <a:pt x="68148" y="644"/>
                    <a:pt x="66525" y="0"/>
                    <a:pt x="6486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Google Shape;1331;p54"/>
            <p:cNvSpPr/>
            <p:nvPr/>
          </p:nvSpPr>
          <p:spPr>
            <a:xfrm>
              <a:off x="4310700" y="1921850"/>
              <a:ext cx="1759050" cy="1278975"/>
            </a:xfrm>
            <a:custGeom>
              <a:avLst/>
              <a:gdLst/>
              <a:ahLst/>
              <a:cxnLst/>
              <a:rect l="l" t="t" r="r" b="b"/>
              <a:pathLst>
                <a:path w="70362" h="51159" extrusionOk="0">
                  <a:moveTo>
                    <a:pt x="6702" y="0"/>
                  </a:moveTo>
                  <a:cubicBezTo>
                    <a:pt x="5037" y="0"/>
                    <a:pt x="3442" y="663"/>
                    <a:pt x="2219" y="1772"/>
                  </a:cubicBezTo>
                  <a:cubicBezTo>
                    <a:pt x="816" y="3077"/>
                    <a:pt x="1" y="4904"/>
                    <a:pt x="1" y="6829"/>
                  </a:cubicBezTo>
                  <a:cubicBezTo>
                    <a:pt x="66" y="20301"/>
                    <a:pt x="4698" y="33512"/>
                    <a:pt x="13081" y="43983"/>
                  </a:cubicBezTo>
                  <a:lnTo>
                    <a:pt x="16735" y="48582"/>
                  </a:lnTo>
                  <a:cubicBezTo>
                    <a:pt x="18039" y="50213"/>
                    <a:pt x="19997" y="51159"/>
                    <a:pt x="22052" y="51159"/>
                  </a:cubicBezTo>
                  <a:cubicBezTo>
                    <a:pt x="22476" y="51159"/>
                    <a:pt x="22900" y="51126"/>
                    <a:pt x="23324" y="51028"/>
                  </a:cubicBezTo>
                  <a:cubicBezTo>
                    <a:pt x="24694" y="50768"/>
                    <a:pt x="25966" y="50637"/>
                    <a:pt x="27238" y="50637"/>
                  </a:cubicBezTo>
                  <a:lnTo>
                    <a:pt x="63218" y="50637"/>
                  </a:lnTo>
                  <a:cubicBezTo>
                    <a:pt x="66708" y="50637"/>
                    <a:pt x="69644" y="48027"/>
                    <a:pt x="70003" y="44537"/>
                  </a:cubicBezTo>
                  <a:cubicBezTo>
                    <a:pt x="70231" y="42221"/>
                    <a:pt x="70362" y="39775"/>
                    <a:pt x="70362" y="37035"/>
                  </a:cubicBezTo>
                  <a:cubicBezTo>
                    <a:pt x="70362" y="28390"/>
                    <a:pt x="69155" y="19909"/>
                    <a:pt x="66741" y="11819"/>
                  </a:cubicBezTo>
                  <a:cubicBezTo>
                    <a:pt x="65991" y="9242"/>
                    <a:pt x="63805" y="7350"/>
                    <a:pt x="61130" y="6992"/>
                  </a:cubicBezTo>
                  <a:lnTo>
                    <a:pt x="16506" y="1055"/>
                  </a:lnTo>
                  <a:cubicBezTo>
                    <a:pt x="13505" y="631"/>
                    <a:pt x="10504" y="305"/>
                    <a:pt x="7438" y="44"/>
                  </a:cubicBezTo>
                  <a:cubicBezTo>
                    <a:pt x="7192" y="14"/>
                    <a:pt x="6946" y="0"/>
                    <a:pt x="670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1332;p54"/>
            <p:cNvSpPr/>
            <p:nvPr/>
          </p:nvSpPr>
          <p:spPr>
            <a:xfrm>
              <a:off x="3119250" y="3528650"/>
              <a:ext cx="1361925" cy="1588600"/>
            </a:xfrm>
            <a:custGeom>
              <a:avLst/>
              <a:gdLst/>
              <a:ahLst/>
              <a:cxnLst/>
              <a:rect l="l" t="t" r="r" b="b"/>
              <a:pathLst>
                <a:path w="54477" h="63544" extrusionOk="0">
                  <a:moveTo>
                    <a:pt x="6819" y="0"/>
                  </a:moveTo>
                  <a:cubicBezTo>
                    <a:pt x="3067" y="0"/>
                    <a:pt x="1" y="3034"/>
                    <a:pt x="1" y="6785"/>
                  </a:cubicBezTo>
                  <a:lnTo>
                    <a:pt x="1" y="54214"/>
                  </a:lnTo>
                  <a:cubicBezTo>
                    <a:pt x="1" y="57346"/>
                    <a:pt x="2121" y="60086"/>
                    <a:pt x="5155" y="60836"/>
                  </a:cubicBezTo>
                  <a:cubicBezTo>
                    <a:pt x="12331" y="62630"/>
                    <a:pt x="19769" y="63544"/>
                    <a:pt x="27239" y="63544"/>
                  </a:cubicBezTo>
                  <a:cubicBezTo>
                    <a:pt x="34709" y="63544"/>
                    <a:pt x="42146" y="62630"/>
                    <a:pt x="49322" y="60836"/>
                  </a:cubicBezTo>
                  <a:cubicBezTo>
                    <a:pt x="52356" y="60086"/>
                    <a:pt x="54476" y="57346"/>
                    <a:pt x="54476" y="54214"/>
                  </a:cubicBezTo>
                  <a:lnTo>
                    <a:pt x="54476" y="6785"/>
                  </a:lnTo>
                  <a:cubicBezTo>
                    <a:pt x="54476" y="3034"/>
                    <a:pt x="51410" y="0"/>
                    <a:pt x="476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Google Shape;1333;p54"/>
            <p:cNvSpPr/>
            <p:nvPr/>
          </p:nvSpPr>
          <p:spPr>
            <a:xfrm>
              <a:off x="3800200" y="3528650"/>
              <a:ext cx="680975" cy="1588600"/>
            </a:xfrm>
            <a:custGeom>
              <a:avLst/>
              <a:gdLst/>
              <a:ahLst/>
              <a:cxnLst/>
              <a:rect l="l" t="t" r="r" b="b"/>
              <a:pathLst>
                <a:path w="27239" h="63544" extrusionOk="0">
                  <a:moveTo>
                    <a:pt x="1" y="0"/>
                  </a:moveTo>
                  <a:lnTo>
                    <a:pt x="1" y="63544"/>
                  </a:lnTo>
                  <a:cubicBezTo>
                    <a:pt x="7471" y="63544"/>
                    <a:pt x="14908" y="62630"/>
                    <a:pt x="22084" y="60836"/>
                  </a:cubicBezTo>
                  <a:cubicBezTo>
                    <a:pt x="25118" y="60086"/>
                    <a:pt x="27238" y="57346"/>
                    <a:pt x="27238" y="54214"/>
                  </a:cubicBezTo>
                  <a:lnTo>
                    <a:pt x="27238" y="6785"/>
                  </a:lnTo>
                  <a:cubicBezTo>
                    <a:pt x="27238" y="3034"/>
                    <a:pt x="24172" y="0"/>
                    <a:pt x="2042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1334;p54"/>
            <p:cNvSpPr/>
            <p:nvPr/>
          </p:nvSpPr>
          <p:spPr>
            <a:xfrm>
              <a:off x="1190625" y="238125"/>
              <a:ext cx="5219200" cy="5219200"/>
            </a:xfrm>
            <a:custGeom>
              <a:avLst/>
              <a:gdLst/>
              <a:ahLst/>
              <a:cxnLst/>
              <a:rect l="l" t="t" r="r" b="b"/>
              <a:pathLst>
                <a:path w="208768" h="208768" extrusionOk="0">
                  <a:moveTo>
                    <a:pt x="104384" y="27238"/>
                  </a:moveTo>
                  <a:cubicBezTo>
                    <a:pt x="146920" y="27238"/>
                    <a:pt x="181530" y="61847"/>
                    <a:pt x="181530" y="104384"/>
                  </a:cubicBezTo>
                  <a:cubicBezTo>
                    <a:pt x="181530" y="146920"/>
                    <a:pt x="146920" y="181530"/>
                    <a:pt x="104384" y="181530"/>
                  </a:cubicBezTo>
                  <a:cubicBezTo>
                    <a:pt x="61847" y="181530"/>
                    <a:pt x="27238" y="146920"/>
                    <a:pt x="27238" y="104384"/>
                  </a:cubicBezTo>
                  <a:cubicBezTo>
                    <a:pt x="27238" y="61847"/>
                    <a:pt x="61847" y="27238"/>
                    <a:pt x="104384" y="27238"/>
                  </a:cubicBezTo>
                  <a:close/>
                  <a:moveTo>
                    <a:pt x="104384" y="0"/>
                  </a:moveTo>
                  <a:cubicBezTo>
                    <a:pt x="46810" y="0"/>
                    <a:pt x="0" y="46842"/>
                    <a:pt x="0" y="104384"/>
                  </a:cubicBezTo>
                  <a:cubicBezTo>
                    <a:pt x="0" y="161925"/>
                    <a:pt x="46810" y="208767"/>
                    <a:pt x="104384" y="208767"/>
                  </a:cubicBezTo>
                  <a:cubicBezTo>
                    <a:pt x="161958" y="208767"/>
                    <a:pt x="208767" y="161925"/>
                    <a:pt x="208767" y="104384"/>
                  </a:cubicBezTo>
                  <a:cubicBezTo>
                    <a:pt x="208767" y="46842"/>
                    <a:pt x="161958" y="0"/>
                    <a:pt x="10438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54"/>
            <p:cNvSpPr/>
            <p:nvPr/>
          </p:nvSpPr>
          <p:spPr>
            <a:xfrm>
              <a:off x="3800200" y="238125"/>
              <a:ext cx="2609625" cy="5219200"/>
            </a:xfrm>
            <a:custGeom>
              <a:avLst/>
              <a:gdLst/>
              <a:ahLst/>
              <a:cxnLst/>
              <a:rect l="l" t="t" r="r" b="b"/>
              <a:pathLst>
                <a:path w="104385" h="208768" extrusionOk="0">
                  <a:moveTo>
                    <a:pt x="1" y="0"/>
                  </a:moveTo>
                  <a:lnTo>
                    <a:pt x="1" y="27238"/>
                  </a:lnTo>
                  <a:cubicBezTo>
                    <a:pt x="42537" y="27238"/>
                    <a:pt x="77147" y="61847"/>
                    <a:pt x="77147" y="104384"/>
                  </a:cubicBezTo>
                  <a:cubicBezTo>
                    <a:pt x="77147" y="146920"/>
                    <a:pt x="42537" y="181530"/>
                    <a:pt x="1" y="181530"/>
                  </a:cubicBezTo>
                  <a:lnTo>
                    <a:pt x="1" y="208767"/>
                  </a:lnTo>
                  <a:cubicBezTo>
                    <a:pt x="57575" y="208767"/>
                    <a:pt x="104384" y="161925"/>
                    <a:pt x="104384" y="104384"/>
                  </a:cubicBezTo>
                  <a:cubicBezTo>
                    <a:pt x="104384" y="46842"/>
                    <a:pt x="57575" y="0"/>
                    <a:pt x="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54"/>
            <p:cNvSpPr/>
            <p:nvPr/>
          </p:nvSpPr>
          <p:spPr>
            <a:xfrm>
              <a:off x="2584300" y="1887600"/>
              <a:ext cx="2457925" cy="1981125"/>
            </a:xfrm>
            <a:custGeom>
              <a:avLst/>
              <a:gdLst/>
              <a:ahLst/>
              <a:cxnLst/>
              <a:rect l="l" t="t" r="r" b="b"/>
              <a:pathLst>
                <a:path w="98317" h="79245" extrusionOk="0">
                  <a:moveTo>
                    <a:pt x="48670" y="1"/>
                  </a:moveTo>
                  <a:cubicBezTo>
                    <a:pt x="39832" y="1"/>
                    <a:pt x="30938" y="418"/>
                    <a:pt x="22051" y="1251"/>
                  </a:cubicBezTo>
                  <a:cubicBezTo>
                    <a:pt x="18496" y="1609"/>
                    <a:pt x="15788" y="4610"/>
                    <a:pt x="15886" y="8199"/>
                  </a:cubicBezTo>
                  <a:cubicBezTo>
                    <a:pt x="16082" y="17789"/>
                    <a:pt x="9884" y="31685"/>
                    <a:pt x="3915" y="39155"/>
                  </a:cubicBezTo>
                  <a:lnTo>
                    <a:pt x="1892" y="41667"/>
                  </a:lnTo>
                  <a:cubicBezTo>
                    <a:pt x="424" y="43493"/>
                    <a:pt x="0" y="45940"/>
                    <a:pt x="751" y="48158"/>
                  </a:cubicBezTo>
                  <a:cubicBezTo>
                    <a:pt x="1533" y="50376"/>
                    <a:pt x="3360" y="52040"/>
                    <a:pt x="5644" y="52562"/>
                  </a:cubicBezTo>
                  <a:cubicBezTo>
                    <a:pt x="14940" y="54747"/>
                    <a:pt x="21432" y="62935"/>
                    <a:pt x="21399" y="72492"/>
                  </a:cubicBezTo>
                  <a:cubicBezTo>
                    <a:pt x="21399" y="76211"/>
                    <a:pt x="24791" y="79245"/>
                    <a:pt x="28510" y="79245"/>
                  </a:cubicBezTo>
                  <a:lnTo>
                    <a:pt x="69318" y="79245"/>
                  </a:lnTo>
                  <a:cubicBezTo>
                    <a:pt x="73069" y="79245"/>
                    <a:pt x="75842" y="76113"/>
                    <a:pt x="75874" y="72362"/>
                  </a:cubicBezTo>
                  <a:cubicBezTo>
                    <a:pt x="75907" y="62609"/>
                    <a:pt x="82855" y="54225"/>
                    <a:pt x="92412" y="52398"/>
                  </a:cubicBezTo>
                  <a:cubicBezTo>
                    <a:pt x="94728" y="51942"/>
                    <a:pt x="96686" y="50311"/>
                    <a:pt x="97501" y="48093"/>
                  </a:cubicBezTo>
                  <a:cubicBezTo>
                    <a:pt x="98317" y="45842"/>
                    <a:pt x="97925" y="43363"/>
                    <a:pt x="96457" y="41471"/>
                  </a:cubicBezTo>
                  <a:lnTo>
                    <a:pt x="92804" y="36871"/>
                  </a:lnTo>
                  <a:cubicBezTo>
                    <a:pt x="85073" y="27216"/>
                    <a:pt x="81452" y="14592"/>
                    <a:pt x="83051" y="2164"/>
                  </a:cubicBezTo>
                  <a:cubicBezTo>
                    <a:pt x="71776" y="720"/>
                    <a:pt x="60270" y="1"/>
                    <a:pt x="486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Google Shape;1337;p54"/>
            <p:cNvSpPr/>
            <p:nvPr/>
          </p:nvSpPr>
          <p:spPr>
            <a:xfrm>
              <a:off x="3800200" y="1889500"/>
              <a:ext cx="1242025" cy="1979225"/>
            </a:xfrm>
            <a:custGeom>
              <a:avLst/>
              <a:gdLst/>
              <a:ahLst/>
              <a:cxnLst/>
              <a:rect l="l" t="t" r="r" b="b"/>
              <a:pathLst>
                <a:path w="49681" h="79169" extrusionOk="0">
                  <a:moveTo>
                    <a:pt x="1" y="0"/>
                  </a:moveTo>
                  <a:lnTo>
                    <a:pt x="1" y="79169"/>
                  </a:lnTo>
                  <a:lnTo>
                    <a:pt x="20682" y="79169"/>
                  </a:lnTo>
                  <a:cubicBezTo>
                    <a:pt x="24433" y="79169"/>
                    <a:pt x="27206" y="76037"/>
                    <a:pt x="27238" y="72286"/>
                  </a:cubicBezTo>
                  <a:cubicBezTo>
                    <a:pt x="27271" y="62533"/>
                    <a:pt x="34219" y="54149"/>
                    <a:pt x="43776" y="52322"/>
                  </a:cubicBezTo>
                  <a:cubicBezTo>
                    <a:pt x="46092" y="51866"/>
                    <a:pt x="48050" y="50235"/>
                    <a:pt x="48865" y="48017"/>
                  </a:cubicBezTo>
                  <a:cubicBezTo>
                    <a:pt x="49681" y="45766"/>
                    <a:pt x="49289" y="43254"/>
                    <a:pt x="47821" y="41395"/>
                  </a:cubicBezTo>
                  <a:lnTo>
                    <a:pt x="44168" y="36795"/>
                  </a:lnTo>
                  <a:cubicBezTo>
                    <a:pt x="36437" y="27140"/>
                    <a:pt x="32816" y="14516"/>
                    <a:pt x="34415" y="2088"/>
                  </a:cubicBezTo>
                  <a:cubicBezTo>
                    <a:pt x="23128" y="620"/>
                    <a:pt x="1161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8" name="Google Shape;1338;p54"/>
          <p:cNvGrpSpPr/>
          <p:nvPr/>
        </p:nvGrpSpPr>
        <p:grpSpPr>
          <a:xfrm>
            <a:off x="1667669" y="1454116"/>
            <a:ext cx="793318" cy="672589"/>
            <a:chOff x="1190625" y="635250"/>
            <a:chExt cx="5219200" cy="4424925"/>
          </a:xfrm>
        </p:grpSpPr>
        <p:sp>
          <p:nvSpPr>
            <p:cNvPr id="1339" name="Google Shape;1339;p54"/>
            <p:cNvSpPr/>
            <p:nvPr/>
          </p:nvSpPr>
          <p:spPr>
            <a:xfrm>
              <a:off x="4254425" y="635250"/>
              <a:ext cx="2155400" cy="4424925"/>
            </a:xfrm>
            <a:custGeom>
              <a:avLst/>
              <a:gdLst/>
              <a:ahLst/>
              <a:cxnLst/>
              <a:rect l="l" t="t" r="r" b="b"/>
              <a:pathLst>
                <a:path w="86216" h="176997" extrusionOk="0">
                  <a:moveTo>
                    <a:pt x="6786" y="1"/>
                  </a:moveTo>
                  <a:cubicBezTo>
                    <a:pt x="3034" y="1"/>
                    <a:pt x="1" y="3035"/>
                    <a:pt x="1" y="6818"/>
                  </a:cubicBezTo>
                  <a:lnTo>
                    <a:pt x="1" y="170179"/>
                  </a:lnTo>
                  <a:cubicBezTo>
                    <a:pt x="1" y="173963"/>
                    <a:pt x="3034" y="176996"/>
                    <a:pt x="6786" y="176996"/>
                  </a:cubicBezTo>
                  <a:lnTo>
                    <a:pt x="79398" y="176996"/>
                  </a:lnTo>
                  <a:cubicBezTo>
                    <a:pt x="83181" y="176996"/>
                    <a:pt x="86215" y="173963"/>
                    <a:pt x="86215" y="170179"/>
                  </a:cubicBezTo>
                  <a:lnTo>
                    <a:pt x="86215" y="6818"/>
                  </a:lnTo>
                  <a:cubicBezTo>
                    <a:pt x="86215" y="3035"/>
                    <a:pt x="83181" y="1"/>
                    <a:pt x="7939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Google Shape;1340;p54"/>
            <p:cNvSpPr/>
            <p:nvPr/>
          </p:nvSpPr>
          <p:spPr>
            <a:xfrm>
              <a:off x="5331700" y="635250"/>
              <a:ext cx="1078125" cy="4424925"/>
            </a:xfrm>
            <a:custGeom>
              <a:avLst/>
              <a:gdLst/>
              <a:ahLst/>
              <a:cxnLst/>
              <a:rect l="l" t="t" r="r" b="b"/>
              <a:pathLst>
                <a:path w="43125" h="176997" extrusionOk="0">
                  <a:moveTo>
                    <a:pt x="1" y="1"/>
                  </a:moveTo>
                  <a:lnTo>
                    <a:pt x="1" y="176996"/>
                  </a:lnTo>
                  <a:lnTo>
                    <a:pt x="36307" y="176996"/>
                  </a:lnTo>
                  <a:cubicBezTo>
                    <a:pt x="40090" y="176996"/>
                    <a:pt x="43124" y="173963"/>
                    <a:pt x="43124" y="170179"/>
                  </a:cubicBezTo>
                  <a:lnTo>
                    <a:pt x="43124" y="6818"/>
                  </a:lnTo>
                  <a:cubicBezTo>
                    <a:pt x="43124" y="3035"/>
                    <a:pt x="40090" y="1"/>
                    <a:pt x="3630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Google Shape;1341;p54"/>
            <p:cNvSpPr/>
            <p:nvPr/>
          </p:nvSpPr>
          <p:spPr>
            <a:xfrm>
              <a:off x="4764925" y="1316200"/>
              <a:ext cx="1134400" cy="340075"/>
            </a:xfrm>
            <a:custGeom>
              <a:avLst/>
              <a:gdLst/>
              <a:ahLst/>
              <a:cxnLst/>
              <a:rect l="l" t="t" r="r" b="b"/>
              <a:pathLst>
                <a:path w="45376" h="13603" extrusionOk="0">
                  <a:moveTo>
                    <a:pt x="6786" y="0"/>
                  </a:moveTo>
                  <a:cubicBezTo>
                    <a:pt x="3035" y="0"/>
                    <a:pt x="1" y="3034"/>
                    <a:pt x="1" y="6785"/>
                  </a:cubicBezTo>
                  <a:cubicBezTo>
                    <a:pt x="1" y="10569"/>
                    <a:pt x="3035" y="13603"/>
                    <a:pt x="6786" y="13603"/>
                  </a:cubicBezTo>
                  <a:lnTo>
                    <a:pt x="38558" y="13603"/>
                  </a:lnTo>
                  <a:cubicBezTo>
                    <a:pt x="42309" y="13603"/>
                    <a:pt x="45375" y="10569"/>
                    <a:pt x="45375" y="6785"/>
                  </a:cubicBezTo>
                  <a:cubicBezTo>
                    <a:pt x="45375" y="3034"/>
                    <a:pt x="42309" y="0"/>
                    <a:pt x="385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Google Shape;1342;p54"/>
            <p:cNvSpPr/>
            <p:nvPr/>
          </p:nvSpPr>
          <p:spPr>
            <a:xfrm>
              <a:off x="4764925" y="1997150"/>
              <a:ext cx="1134400" cy="340075"/>
            </a:xfrm>
            <a:custGeom>
              <a:avLst/>
              <a:gdLst/>
              <a:ahLst/>
              <a:cxnLst/>
              <a:rect l="l" t="t" r="r" b="b"/>
              <a:pathLst>
                <a:path w="45376" h="13603" extrusionOk="0">
                  <a:moveTo>
                    <a:pt x="6786" y="0"/>
                  </a:moveTo>
                  <a:cubicBezTo>
                    <a:pt x="3035" y="0"/>
                    <a:pt x="1" y="3034"/>
                    <a:pt x="1" y="6785"/>
                  </a:cubicBezTo>
                  <a:cubicBezTo>
                    <a:pt x="1" y="10536"/>
                    <a:pt x="3035" y="13603"/>
                    <a:pt x="6786" y="13603"/>
                  </a:cubicBezTo>
                  <a:lnTo>
                    <a:pt x="38558" y="13603"/>
                  </a:lnTo>
                  <a:cubicBezTo>
                    <a:pt x="42309" y="13603"/>
                    <a:pt x="45375" y="10536"/>
                    <a:pt x="45375" y="6785"/>
                  </a:cubicBezTo>
                  <a:cubicBezTo>
                    <a:pt x="45375" y="3034"/>
                    <a:pt x="42309" y="0"/>
                    <a:pt x="385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Google Shape;1343;p54"/>
            <p:cNvSpPr/>
            <p:nvPr/>
          </p:nvSpPr>
          <p:spPr>
            <a:xfrm>
              <a:off x="4764925" y="2677275"/>
              <a:ext cx="1134400" cy="340900"/>
            </a:xfrm>
            <a:custGeom>
              <a:avLst/>
              <a:gdLst/>
              <a:ahLst/>
              <a:cxnLst/>
              <a:rect l="l" t="t" r="r" b="b"/>
              <a:pathLst>
                <a:path w="45376" h="13636" extrusionOk="0">
                  <a:moveTo>
                    <a:pt x="6786" y="0"/>
                  </a:moveTo>
                  <a:cubicBezTo>
                    <a:pt x="3035" y="0"/>
                    <a:pt x="1" y="3066"/>
                    <a:pt x="1" y="6818"/>
                  </a:cubicBezTo>
                  <a:cubicBezTo>
                    <a:pt x="1" y="10569"/>
                    <a:pt x="3035" y="13635"/>
                    <a:pt x="6786" y="13635"/>
                  </a:cubicBezTo>
                  <a:lnTo>
                    <a:pt x="38558" y="13635"/>
                  </a:lnTo>
                  <a:cubicBezTo>
                    <a:pt x="42309" y="13635"/>
                    <a:pt x="45375" y="10569"/>
                    <a:pt x="45375" y="6818"/>
                  </a:cubicBezTo>
                  <a:cubicBezTo>
                    <a:pt x="45375" y="3066"/>
                    <a:pt x="42309" y="0"/>
                    <a:pt x="385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Google Shape;1344;p54"/>
            <p:cNvSpPr/>
            <p:nvPr/>
          </p:nvSpPr>
          <p:spPr>
            <a:xfrm>
              <a:off x="5331700" y="2677275"/>
              <a:ext cx="567625" cy="340900"/>
            </a:xfrm>
            <a:custGeom>
              <a:avLst/>
              <a:gdLst/>
              <a:ahLst/>
              <a:cxnLst/>
              <a:rect l="l" t="t" r="r" b="b"/>
              <a:pathLst>
                <a:path w="22705" h="13636" extrusionOk="0">
                  <a:moveTo>
                    <a:pt x="1" y="0"/>
                  </a:moveTo>
                  <a:lnTo>
                    <a:pt x="1" y="13635"/>
                  </a:lnTo>
                  <a:lnTo>
                    <a:pt x="15887" y="13635"/>
                  </a:lnTo>
                  <a:cubicBezTo>
                    <a:pt x="19638" y="13635"/>
                    <a:pt x="22704" y="10569"/>
                    <a:pt x="22704" y="6818"/>
                  </a:cubicBezTo>
                  <a:cubicBezTo>
                    <a:pt x="22704" y="3066"/>
                    <a:pt x="19638" y="0"/>
                    <a:pt x="1588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Google Shape;1345;p54"/>
            <p:cNvSpPr/>
            <p:nvPr/>
          </p:nvSpPr>
          <p:spPr>
            <a:xfrm>
              <a:off x="5331700" y="1997150"/>
              <a:ext cx="567625" cy="340075"/>
            </a:xfrm>
            <a:custGeom>
              <a:avLst/>
              <a:gdLst/>
              <a:ahLst/>
              <a:cxnLst/>
              <a:rect l="l" t="t" r="r" b="b"/>
              <a:pathLst>
                <a:path w="22705" h="13603" extrusionOk="0">
                  <a:moveTo>
                    <a:pt x="1" y="0"/>
                  </a:moveTo>
                  <a:lnTo>
                    <a:pt x="1" y="13603"/>
                  </a:lnTo>
                  <a:lnTo>
                    <a:pt x="15887" y="13603"/>
                  </a:lnTo>
                  <a:cubicBezTo>
                    <a:pt x="19638" y="13603"/>
                    <a:pt x="22704" y="10536"/>
                    <a:pt x="22704" y="6785"/>
                  </a:cubicBezTo>
                  <a:cubicBezTo>
                    <a:pt x="22704" y="3034"/>
                    <a:pt x="19638" y="0"/>
                    <a:pt x="1588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Google Shape;1346;p54"/>
            <p:cNvSpPr/>
            <p:nvPr/>
          </p:nvSpPr>
          <p:spPr>
            <a:xfrm>
              <a:off x="5331700" y="1316200"/>
              <a:ext cx="567625" cy="340075"/>
            </a:xfrm>
            <a:custGeom>
              <a:avLst/>
              <a:gdLst/>
              <a:ahLst/>
              <a:cxnLst/>
              <a:rect l="l" t="t" r="r" b="b"/>
              <a:pathLst>
                <a:path w="22705" h="13603" extrusionOk="0">
                  <a:moveTo>
                    <a:pt x="1" y="0"/>
                  </a:moveTo>
                  <a:lnTo>
                    <a:pt x="1" y="13603"/>
                  </a:lnTo>
                  <a:lnTo>
                    <a:pt x="15887" y="13603"/>
                  </a:lnTo>
                  <a:cubicBezTo>
                    <a:pt x="19638" y="13603"/>
                    <a:pt x="22704" y="10569"/>
                    <a:pt x="22704" y="6785"/>
                  </a:cubicBezTo>
                  <a:cubicBezTo>
                    <a:pt x="22704" y="3034"/>
                    <a:pt x="19638" y="0"/>
                    <a:pt x="1588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1347;p54"/>
            <p:cNvSpPr/>
            <p:nvPr/>
          </p:nvSpPr>
          <p:spPr>
            <a:xfrm>
              <a:off x="2552500" y="4039150"/>
              <a:ext cx="1021025" cy="1021025"/>
            </a:xfrm>
            <a:custGeom>
              <a:avLst/>
              <a:gdLst/>
              <a:ahLst/>
              <a:cxnLst/>
              <a:rect l="l" t="t" r="r" b="b"/>
              <a:pathLst>
                <a:path w="40841" h="40841" extrusionOk="0">
                  <a:moveTo>
                    <a:pt x="6785" y="0"/>
                  </a:moveTo>
                  <a:cubicBezTo>
                    <a:pt x="3034" y="0"/>
                    <a:pt x="0" y="3034"/>
                    <a:pt x="0" y="6818"/>
                  </a:cubicBezTo>
                  <a:lnTo>
                    <a:pt x="0" y="34023"/>
                  </a:lnTo>
                  <a:cubicBezTo>
                    <a:pt x="0" y="37807"/>
                    <a:pt x="3034" y="40840"/>
                    <a:pt x="6785" y="40840"/>
                  </a:cubicBezTo>
                  <a:lnTo>
                    <a:pt x="34023" y="40840"/>
                  </a:lnTo>
                  <a:cubicBezTo>
                    <a:pt x="37774" y="40840"/>
                    <a:pt x="40840" y="37807"/>
                    <a:pt x="40840" y="34023"/>
                  </a:cubicBezTo>
                  <a:lnTo>
                    <a:pt x="40840" y="6818"/>
                  </a:lnTo>
                  <a:cubicBezTo>
                    <a:pt x="40840" y="3034"/>
                    <a:pt x="37774" y="0"/>
                    <a:pt x="3402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Google Shape;1348;p54"/>
            <p:cNvSpPr/>
            <p:nvPr/>
          </p:nvSpPr>
          <p:spPr>
            <a:xfrm>
              <a:off x="3063000" y="4039150"/>
              <a:ext cx="510525" cy="1021025"/>
            </a:xfrm>
            <a:custGeom>
              <a:avLst/>
              <a:gdLst/>
              <a:ahLst/>
              <a:cxnLst/>
              <a:rect l="l" t="t" r="r" b="b"/>
              <a:pathLst>
                <a:path w="20421" h="40841" extrusionOk="0">
                  <a:moveTo>
                    <a:pt x="0" y="0"/>
                  </a:moveTo>
                  <a:lnTo>
                    <a:pt x="0" y="40840"/>
                  </a:lnTo>
                  <a:lnTo>
                    <a:pt x="13603" y="40840"/>
                  </a:lnTo>
                  <a:cubicBezTo>
                    <a:pt x="17354" y="40840"/>
                    <a:pt x="20420" y="37807"/>
                    <a:pt x="20420" y="34023"/>
                  </a:cubicBezTo>
                  <a:lnTo>
                    <a:pt x="20420" y="6818"/>
                  </a:lnTo>
                  <a:cubicBezTo>
                    <a:pt x="20420" y="3034"/>
                    <a:pt x="17354" y="0"/>
                    <a:pt x="1360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Google Shape;1349;p54"/>
            <p:cNvSpPr/>
            <p:nvPr/>
          </p:nvSpPr>
          <p:spPr>
            <a:xfrm>
              <a:off x="1190625" y="1316200"/>
              <a:ext cx="3743950" cy="3063025"/>
            </a:xfrm>
            <a:custGeom>
              <a:avLst/>
              <a:gdLst/>
              <a:ahLst/>
              <a:cxnLst/>
              <a:rect l="l" t="t" r="r" b="b"/>
              <a:pathLst>
                <a:path w="149758" h="122521" extrusionOk="0">
                  <a:moveTo>
                    <a:pt x="20420" y="0"/>
                  </a:moveTo>
                  <a:cubicBezTo>
                    <a:pt x="9166" y="0"/>
                    <a:pt x="0" y="9167"/>
                    <a:pt x="0" y="20420"/>
                  </a:cubicBezTo>
                  <a:lnTo>
                    <a:pt x="0" y="102101"/>
                  </a:lnTo>
                  <a:cubicBezTo>
                    <a:pt x="0" y="113354"/>
                    <a:pt x="9166" y="122521"/>
                    <a:pt x="20420" y="122521"/>
                  </a:cubicBezTo>
                  <a:lnTo>
                    <a:pt x="129338" y="122521"/>
                  </a:lnTo>
                  <a:cubicBezTo>
                    <a:pt x="140592" y="122521"/>
                    <a:pt x="149758" y="113354"/>
                    <a:pt x="149758" y="102101"/>
                  </a:cubicBezTo>
                  <a:lnTo>
                    <a:pt x="149758" y="20420"/>
                  </a:lnTo>
                  <a:cubicBezTo>
                    <a:pt x="149758" y="9167"/>
                    <a:pt x="140592" y="0"/>
                    <a:pt x="12933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Google Shape;1350;p54"/>
            <p:cNvSpPr/>
            <p:nvPr/>
          </p:nvSpPr>
          <p:spPr>
            <a:xfrm>
              <a:off x="3063000" y="1316200"/>
              <a:ext cx="1871575" cy="3063025"/>
            </a:xfrm>
            <a:custGeom>
              <a:avLst/>
              <a:gdLst/>
              <a:ahLst/>
              <a:cxnLst/>
              <a:rect l="l" t="t" r="r" b="b"/>
              <a:pathLst>
                <a:path w="74863" h="122521" extrusionOk="0">
                  <a:moveTo>
                    <a:pt x="0" y="0"/>
                  </a:moveTo>
                  <a:lnTo>
                    <a:pt x="0" y="122521"/>
                  </a:lnTo>
                  <a:lnTo>
                    <a:pt x="54443" y="122521"/>
                  </a:lnTo>
                  <a:cubicBezTo>
                    <a:pt x="65697" y="122521"/>
                    <a:pt x="74863" y="113354"/>
                    <a:pt x="74863" y="102101"/>
                  </a:cubicBezTo>
                  <a:lnTo>
                    <a:pt x="74863" y="20420"/>
                  </a:lnTo>
                  <a:cubicBezTo>
                    <a:pt x="74863" y="9167"/>
                    <a:pt x="65697" y="0"/>
                    <a:pt x="5444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1351;p54"/>
            <p:cNvSpPr/>
            <p:nvPr/>
          </p:nvSpPr>
          <p:spPr>
            <a:xfrm>
              <a:off x="2211625" y="4720075"/>
              <a:ext cx="1701950" cy="340100"/>
            </a:xfrm>
            <a:custGeom>
              <a:avLst/>
              <a:gdLst/>
              <a:ahLst/>
              <a:cxnLst/>
              <a:rect l="l" t="t" r="r" b="b"/>
              <a:pathLst>
                <a:path w="68078" h="13604" extrusionOk="0">
                  <a:moveTo>
                    <a:pt x="6818" y="1"/>
                  </a:moveTo>
                  <a:cubicBezTo>
                    <a:pt x="3066" y="1"/>
                    <a:pt x="0" y="3034"/>
                    <a:pt x="0" y="6786"/>
                  </a:cubicBezTo>
                  <a:cubicBezTo>
                    <a:pt x="0" y="10570"/>
                    <a:pt x="3066" y="13603"/>
                    <a:pt x="6818" y="13603"/>
                  </a:cubicBezTo>
                  <a:lnTo>
                    <a:pt x="61260" y="13603"/>
                  </a:lnTo>
                  <a:cubicBezTo>
                    <a:pt x="65044" y="13603"/>
                    <a:pt x="68078" y="10570"/>
                    <a:pt x="68078" y="6786"/>
                  </a:cubicBezTo>
                  <a:cubicBezTo>
                    <a:pt x="68078" y="3034"/>
                    <a:pt x="65044" y="1"/>
                    <a:pt x="6126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Google Shape;1352;p54"/>
            <p:cNvSpPr/>
            <p:nvPr/>
          </p:nvSpPr>
          <p:spPr>
            <a:xfrm>
              <a:off x="5388800" y="3358200"/>
              <a:ext cx="340075" cy="340100"/>
            </a:xfrm>
            <a:custGeom>
              <a:avLst/>
              <a:gdLst/>
              <a:ahLst/>
              <a:cxnLst/>
              <a:rect l="l" t="t" r="r" b="b"/>
              <a:pathLst>
                <a:path w="13603" h="13604" extrusionOk="0">
                  <a:moveTo>
                    <a:pt x="6818" y="1"/>
                  </a:moveTo>
                  <a:cubicBezTo>
                    <a:pt x="3034" y="1"/>
                    <a:pt x="0" y="3067"/>
                    <a:pt x="0" y="6818"/>
                  </a:cubicBezTo>
                  <a:cubicBezTo>
                    <a:pt x="0" y="10569"/>
                    <a:pt x="3034" y="13603"/>
                    <a:pt x="6818" y="13603"/>
                  </a:cubicBezTo>
                  <a:cubicBezTo>
                    <a:pt x="10569" y="13603"/>
                    <a:pt x="13603" y="10569"/>
                    <a:pt x="13603" y="6818"/>
                  </a:cubicBezTo>
                  <a:cubicBezTo>
                    <a:pt x="13603" y="3067"/>
                    <a:pt x="10569" y="1"/>
                    <a:pt x="68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Google Shape;1353;p54"/>
            <p:cNvSpPr/>
            <p:nvPr/>
          </p:nvSpPr>
          <p:spPr>
            <a:xfrm>
              <a:off x="5388800" y="4039150"/>
              <a:ext cx="340075" cy="340075"/>
            </a:xfrm>
            <a:custGeom>
              <a:avLst/>
              <a:gdLst/>
              <a:ahLst/>
              <a:cxnLst/>
              <a:rect l="l" t="t" r="r" b="b"/>
              <a:pathLst>
                <a:path w="13603" h="13603" extrusionOk="0">
                  <a:moveTo>
                    <a:pt x="6818" y="0"/>
                  </a:moveTo>
                  <a:cubicBezTo>
                    <a:pt x="3034" y="0"/>
                    <a:pt x="0" y="3034"/>
                    <a:pt x="0" y="6818"/>
                  </a:cubicBezTo>
                  <a:cubicBezTo>
                    <a:pt x="0" y="10569"/>
                    <a:pt x="3034" y="13603"/>
                    <a:pt x="6818" y="13603"/>
                  </a:cubicBezTo>
                  <a:cubicBezTo>
                    <a:pt x="10569" y="13603"/>
                    <a:pt x="13603" y="10569"/>
                    <a:pt x="13603" y="6818"/>
                  </a:cubicBezTo>
                  <a:cubicBezTo>
                    <a:pt x="13603" y="3034"/>
                    <a:pt x="10569" y="0"/>
                    <a:pt x="68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Google Shape;1354;p54"/>
            <p:cNvSpPr/>
            <p:nvPr/>
          </p:nvSpPr>
          <p:spPr>
            <a:xfrm>
              <a:off x="3063000" y="4720075"/>
              <a:ext cx="850575" cy="340100"/>
            </a:xfrm>
            <a:custGeom>
              <a:avLst/>
              <a:gdLst/>
              <a:ahLst/>
              <a:cxnLst/>
              <a:rect l="l" t="t" r="r" b="b"/>
              <a:pathLst>
                <a:path w="34023" h="13604" extrusionOk="0">
                  <a:moveTo>
                    <a:pt x="0" y="1"/>
                  </a:moveTo>
                  <a:lnTo>
                    <a:pt x="0" y="13603"/>
                  </a:lnTo>
                  <a:lnTo>
                    <a:pt x="27205" y="13603"/>
                  </a:lnTo>
                  <a:cubicBezTo>
                    <a:pt x="30989" y="13603"/>
                    <a:pt x="34023" y="10570"/>
                    <a:pt x="34023" y="6786"/>
                  </a:cubicBezTo>
                  <a:cubicBezTo>
                    <a:pt x="34023" y="3034"/>
                    <a:pt x="30989" y="1"/>
                    <a:pt x="2720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Google Shape;1355;p54"/>
            <p:cNvSpPr/>
            <p:nvPr/>
          </p:nvSpPr>
          <p:spPr>
            <a:xfrm>
              <a:off x="1530675" y="1656250"/>
              <a:ext cx="3063850" cy="2382925"/>
            </a:xfrm>
            <a:custGeom>
              <a:avLst/>
              <a:gdLst/>
              <a:ahLst/>
              <a:cxnLst/>
              <a:rect l="l" t="t" r="r" b="b"/>
              <a:pathLst>
                <a:path w="122554" h="95317" extrusionOk="0">
                  <a:moveTo>
                    <a:pt x="6818" y="1"/>
                  </a:moveTo>
                  <a:cubicBezTo>
                    <a:pt x="3067" y="1"/>
                    <a:pt x="0" y="3067"/>
                    <a:pt x="0" y="6818"/>
                  </a:cubicBezTo>
                  <a:lnTo>
                    <a:pt x="0" y="88499"/>
                  </a:lnTo>
                  <a:cubicBezTo>
                    <a:pt x="0" y="92250"/>
                    <a:pt x="3067" y="95316"/>
                    <a:pt x="6818" y="95316"/>
                  </a:cubicBezTo>
                  <a:lnTo>
                    <a:pt x="115736" y="95316"/>
                  </a:lnTo>
                  <a:cubicBezTo>
                    <a:pt x="119487" y="95316"/>
                    <a:pt x="122553" y="92250"/>
                    <a:pt x="122553" y="88499"/>
                  </a:cubicBezTo>
                  <a:lnTo>
                    <a:pt x="122553" y="6818"/>
                  </a:lnTo>
                  <a:cubicBezTo>
                    <a:pt x="122553" y="3067"/>
                    <a:pt x="119487" y="1"/>
                    <a:pt x="11573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Google Shape;1356;p54"/>
            <p:cNvSpPr/>
            <p:nvPr/>
          </p:nvSpPr>
          <p:spPr>
            <a:xfrm>
              <a:off x="3063000" y="1656250"/>
              <a:ext cx="1531525" cy="2382925"/>
            </a:xfrm>
            <a:custGeom>
              <a:avLst/>
              <a:gdLst/>
              <a:ahLst/>
              <a:cxnLst/>
              <a:rect l="l" t="t" r="r" b="b"/>
              <a:pathLst>
                <a:path w="61261" h="95317" extrusionOk="0">
                  <a:moveTo>
                    <a:pt x="0" y="1"/>
                  </a:moveTo>
                  <a:lnTo>
                    <a:pt x="0" y="95316"/>
                  </a:lnTo>
                  <a:lnTo>
                    <a:pt x="54443" y="95316"/>
                  </a:lnTo>
                  <a:cubicBezTo>
                    <a:pt x="58194" y="95316"/>
                    <a:pt x="61260" y="92250"/>
                    <a:pt x="61260" y="88499"/>
                  </a:cubicBezTo>
                  <a:lnTo>
                    <a:pt x="61260" y="6818"/>
                  </a:lnTo>
                  <a:cubicBezTo>
                    <a:pt x="61260" y="3067"/>
                    <a:pt x="58194" y="1"/>
                    <a:pt x="5444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7" name="Google Shape;1357;p54"/>
          <p:cNvGrpSpPr/>
          <p:nvPr/>
        </p:nvGrpSpPr>
        <p:grpSpPr>
          <a:xfrm>
            <a:off x="6744717" y="1441508"/>
            <a:ext cx="672755" cy="672755"/>
            <a:chOff x="1190625" y="238125"/>
            <a:chExt cx="5219200" cy="5219200"/>
          </a:xfrm>
        </p:grpSpPr>
        <p:sp>
          <p:nvSpPr>
            <p:cNvPr id="1358" name="Google Shape;1358;p54"/>
            <p:cNvSpPr/>
            <p:nvPr/>
          </p:nvSpPr>
          <p:spPr>
            <a:xfrm>
              <a:off x="1190625" y="238125"/>
              <a:ext cx="5219200" cy="5219200"/>
            </a:xfrm>
            <a:custGeom>
              <a:avLst/>
              <a:gdLst/>
              <a:ahLst/>
              <a:cxnLst/>
              <a:rect l="l" t="t" r="r" b="b"/>
              <a:pathLst>
                <a:path w="208768" h="208768" extrusionOk="0">
                  <a:moveTo>
                    <a:pt x="22703" y="0"/>
                  </a:moveTo>
                  <a:cubicBezTo>
                    <a:pt x="10177" y="0"/>
                    <a:pt x="0" y="10177"/>
                    <a:pt x="0" y="22703"/>
                  </a:cubicBezTo>
                  <a:lnTo>
                    <a:pt x="0" y="186064"/>
                  </a:lnTo>
                  <a:cubicBezTo>
                    <a:pt x="0" y="198590"/>
                    <a:pt x="10177" y="208767"/>
                    <a:pt x="22703" y="208767"/>
                  </a:cubicBezTo>
                  <a:lnTo>
                    <a:pt x="186064" y="208767"/>
                  </a:lnTo>
                  <a:cubicBezTo>
                    <a:pt x="198590" y="208767"/>
                    <a:pt x="208767" y="198590"/>
                    <a:pt x="208767" y="186064"/>
                  </a:cubicBezTo>
                  <a:lnTo>
                    <a:pt x="208767" y="22703"/>
                  </a:lnTo>
                  <a:cubicBezTo>
                    <a:pt x="208767" y="10177"/>
                    <a:pt x="198590" y="0"/>
                    <a:pt x="18606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Google Shape;1359;p54"/>
            <p:cNvSpPr/>
            <p:nvPr/>
          </p:nvSpPr>
          <p:spPr>
            <a:xfrm>
              <a:off x="3800200" y="238125"/>
              <a:ext cx="2609625" cy="5219200"/>
            </a:xfrm>
            <a:custGeom>
              <a:avLst/>
              <a:gdLst/>
              <a:ahLst/>
              <a:cxnLst/>
              <a:rect l="l" t="t" r="r" b="b"/>
              <a:pathLst>
                <a:path w="104385" h="208768" extrusionOk="0">
                  <a:moveTo>
                    <a:pt x="1" y="0"/>
                  </a:moveTo>
                  <a:lnTo>
                    <a:pt x="1" y="208767"/>
                  </a:lnTo>
                  <a:lnTo>
                    <a:pt x="81681" y="208767"/>
                  </a:lnTo>
                  <a:cubicBezTo>
                    <a:pt x="94207" y="208767"/>
                    <a:pt x="104384" y="198590"/>
                    <a:pt x="104384" y="186064"/>
                  </a:cubicBezTo>
                  <a:lnTo>
                    <a:pt x="104384" y="22703"/>
                  </a:lnTo>
                  <a:cubicBezTo>
                    <a:pt x="104384" y="10177"/>
                    <a:pt x="94207" y="0"/>
                    <a:pt x="8168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Google Shape;1360;p54"/>
            <p:cNvSpPr/>
            <p:nvPr/>
          </p:nvSpPr>
          <p:spPr>
            <a:xfrm>
              <a:off x="1530675" y="578175"/>
              <a:ext cx="4539075" cy="4539075"/>
            </a:xfrm>
            <a:custGeom>
              <a:avLst/>
              <a:gdLst/>
              <a:ahLst/>
              <a:cxnLst/>
              <a:rect l="l" t="t" r="r" b="b"/>
              <a:pathLst>
                <a:path w="181563" h="181563" extrusionOk="0">
                  <a:moveTo>
                    <a:pt x="9101" y="0"/>
                  </a:moveTo>
                  <a:cubicBezTo>
                    <a:pt x="4078" y="0"/>
                    <a:pt x="0" y="4078"/>
                    <a:pt x="0" y="9101"/>
                  </a:cubicBezTo>
                  <a:lnTo>
                    <a:pt x="0" y="172462"/>
                  </a:lnTo>
                  <a:cubicBezTo>
                    <a:pt x="0" y="177485"/>
                    <a:pt x="4078" y="181563"/>
                    <a:pt x="9101" y="181563"/>
                  </a:cubicBezTo>
                  <a:lnTo>
                    <a:pt x="172462" y="181563"/>
                  </a:lnTo>
                  <a:cubicBezTo>
                    <a:pt x="177485" y="181563"/>
                    <a:pt x="181563" y="177485"/>
                    <a:pt x="181563" y="172462"/>
                  </a:cubicBezTo>
                  <a:lnTo>
                    <a:pt x="181563" y="9101"/>
                  </a:lnTo>
                  <a:cubicBezTo>
                    <a:pt x="181563" y="4078"/>
                    <a:pt x="177485" y="0"/>
                    <a:pt x="17246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Google Shape;1361;p54"/>
            <p:cNvSpPr/>
            <p:nvPr/>
          </p:nvSpPr>
          <p:spPr>
            <a:xfrm>
              <a:off x="3800200" y="578175"/>
              <a:ext cx="2269550" cy="4539075"/>
            </a:xfrm>
            <a:custGeom>
              <a:avLst/>
              <a:gdLst/>
              <a:ahLst/>
              <a:cxnLst/>
              <a:rect l="l" t="t" r="r" b="b"/>
              <a:pathLst>
                <a:path w="90782" h="181563" extrusionOk="0">
                  <a:moveTo>
                    <a:pt x="1" y="0"/>
                  </a:moveTo>
                  <a:lnTo>
                    <a:pt x="1" y="181563"/>
                  </a:lnTo>
                  <a:lnTo>
                    <a:pt x="81681" y="181563"/>
                  </a:lnTo>
                  <a:cubicBezTo>
                    <a:pt x="86704" y="181563"/>
                    <a:pt x="90782" y="177485"/>
                    <a:pt x="90782" y="172462"/>
                  </a:cubicBezTo>
                  <a:lnTo>
                    <a:pt x="90782" y="9101"/>
                  </a:lnTo>
                  <a:cubicBezTo>
                    <a:pt x="90782" y="4078"/>
                    <a:pt x="86704" y="0"/>
                    <a:pt x="8168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Google Shape;1362;p54"/>
            <p:cNvSpPr/>
            <p:nvPr/>
          </p:nvSpPr>
          <p:spPr>
            <a:xfrm>
              <a:off x="2081950" y="3528225"/>
              <a:ext cx="1054450" cy="1021250"/>
            </a:xfrm>
            <a:custGeom>
              <a:avLst/>
              <a:gdLst/>
              <a:ahLst/>
              <a:cxnLst/>
              <a:rect l="l" t="t" r="r" b="b"/>
              <a:pathLst>
                <a:path w="42178" h="40850" extrusionOk="0">
                  <a:moveTo>
                    <a:pt x="7466" y="1"/>
                  </a:moveTo>
                  <a:cubicBezTo>
                    <a:pt x="5725" y="1"/>
                    <a:pt x="3980" y="670"/>
                    <a:pt x="2643" y="2007"/>
                  </a:cubicBezTo>
                  <a:cubicBezTo>
                    <a:pt x="1" y="4649"/>
                    <a:pt x="1" y="8988"/>
                    <a:pt x="2643" y="11630"/>
                  </a:cubicBezTo>
                  <a:lnTo>
                    <a:pt x="11450" y="20437"/>
                  </a:lnTo>
                  <a:lnTo>
                    <a:pt x="2643" y="29245"/>
                  </a:lnTo>
                  <a:cubicBezTo>
                    <a:pt x="1" y="31887"/>
                    <a:pt x="1" y="36193"/>
                    <a:pt x="2643" y="38867"/>
                  </a:cubicBezTo>
                  <a:cubicBezTo>
                    <a:pt x="3980" y="40189"/>
                    <a:pt x="5725" y="40849"/>
                    <a:pt x="7466" y="40849"/>
                  </a:cubicBezTo>
                  <a:cubicBezTo>
                    <a:pt x="9207" y="40849"/>
                    <a:pt x="10944" y="40189"/>
                    <a:pt x="12266" y="38867"/>
                  </a:cubicBezTo>
                  <a:lnTo>
                    <a:pt x="21073" y="30060"/>
                  </a:lnTo>
                  <a:lnTo>
                    <a:pt x="29880" y="38867"/>
                  </a:lnTo>
                  <a:cubicBezTo>
                    <a:pt x="31201" y="40189"/>
                    <a:pt x="32947" y="40849"/>
                    <a:pt x="34692" y="40849"/>
                  </a:cubicBezTo>
                  <a:cubicBezTo>
                    <a:pt x="36437" y="40849"/>
                    <a:pt x="38182" y="40189"/>
                    <a:pt x="39503" y="38867"/>
                  </a:cubicBezTo>
                  <a:cubicBezTo>
                    <a:pt x="42178" y="36193"/>
                    <a:pt x="42178" y="31887"/>
                    <a:pt x="39503" y="29245"/>
                  </a:cubicBezTo>
                  <a:lnTo>
                    <a:pt x="30696" y="20437"/>
                  </a:lnTo>
                  <a:lnTo>
                    <a:pt x="39503" y="11630"/>
                  </a:lnTo>
                  <a:cubicBezTo>
                    <a:pt x="42178" y="8988"/>
                    <a:pt x="42178" y="4649"/>
                    <a:pt x="39503" y="2007"/>
                  </a:cubicBezTo>
                  <a:cubicBezTo>
                    <a:pt x="38182" y="670"/>
                    <a:pt x="36437" y="1"/>
                    <a:pt x="34692" y="1"/>
                  </a:cubicBezTo>
                  <a:cubicBezTo>
                    <a:pt x="32947" y="1"/>
                    <a:pt x="31201" y="670"/>
                    <a:pt x="29880" y="2007"/>
                  </a:cubicBezTo>
                  <a:lnTo>
                    <a:pt x="21073" y="10814"/>
                  </a:lnTo>
                  <a:lnTo>
                    <a:pt x="12266" y="2007"/>
                  </a:lnTo>
                  <a:cubicBezTo>
                    <a:pt x="10944" y="670"/>
                    <a:pt x="9207" y="1"/>
                    <a:pt x="74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Google Shape;1363;p54"/>
            <p:cNvSpPr/>
            <p:nvPr/>
          </p:nvSpPr>
          <p:spPr>
            <a:xfrm>
              <a:off x="3629775" y="238125"/>
              <a:ext cx="340900" cy="5219200"/>
            </a:xfrm>
            <a:custGeom>
              <a:avLst/>
              <a:gdLst/>
              <a:ahLst/>
              <a:cxnLst/>
              <a:rect l="l" t="t" r="r" b="b"/>
              <a:pathLst>
                <a:path w="13636" h="208768" extrusionOk="0">
                  <a:moveTo>
                    <a:pt x="0" y="0"/>
                  </a:moveTo>
                  <a:lnTo>
                    <a:pt x="0" y="208767"/>
                  </a:lnTo>
                  <a:lnTo>
                    <a:pt x="13635" y="208767"/>
                  </a:lnTo>
                  <a:lnTo>
                    <a:pt x="1363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1364;p54"/>
            <p:cNvSpPr/>
            <p:nvPr/>
          </p:nvSpPr>
          <p:spPr>
            <a:xfrm>
              <a:off x="1190625" y="2677275"/>
              <a:ext cx="5219200" cy="340900"/>
            </a:xfrm>
            <a:custGeom>
              <a:avLst/>
              <a:gdLst/>
              <a:ahLst/>
              <a:cxnLst/>
              <a:rect l="l" t="t" r="r" b="b"/>
              <a:pathLst>
                <a:path w="208768" h="13636" extrusionOk="0">
                  <a:moveTo>
                    <a:pt x="0" y="0"/>
                  </a:moveTo>
                  <a:lnTo>
                    <a:pt x="0" y="13635"/>
                  </a:lnTo>
                  <a:lnTo>
                    <a:pt x="208767" y="13635"/>
                  </a:lnTo>
                  <a:lnTo>
                    <a:pt x="2087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Google Shape;1365;p54"/>
            <p:cNvSpPr/>
            <p:nvPr/>
          </p:nvSpPr>
          <p:spPr>
            <a:xfrm>
              <a:off x="3800200" y="238125"/>
              <a:ext cx="170475" cy="5219200"/>
            </a:xfrm>
            <a:custGeom>
              <a:avLst/>
              <a:gdLst/>
              <a:ahLst/>
              <a:cxnLst/>
              <a:rect l="l" t="t" r="r" b="b"/>
              <a:pathLst>
                <a:path w="6819" h="208768" extrusionOk="0">
                  <a:moveTo>
                    <a:pt x="1" y="0"/>
                  </a:moveTo>
                  <a:lnTo>
                    <a:pt x="1" y="208767"/>
                  </a:lnTo>
                  <a:lnTo>
                    <a:pt x="6818" y="208767"/>
                  </a:lnTo>
                  <a:lnTo>
                    <a:pt x="681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1366;p54"/>
            <p:cNvSpPr/>
            <p:nvPr/>
          </p:nvSpPr>
          <p:spPr>
            <a:xfrm>
              <a:off x="3800200" y="2677275"/>
              <a:ext cx="2609625" cy="340900"/>
            </a:xfrm>
            <a:custGeom>
              <a:avLst/>
              <a:gdLst/>
              <a:ahLst/>
              <a:cxnLst/>
              <a:rect l="l" t="t" r="r" b="b"/>
              <a:pathLst>
                <a:path w="104385" h="13636" extrusionOk="0">
                  <a:moveTo>
                    <a:pt x="1" y="0"/>
                  </a:moveTo>
                  <a:lnTo>
                    <a:pt x="1" y="13635"/>
                  </a:lnTo>
                  <a:lnTo>
                    <a:pt x="104384" y="13635"/>
                  </a:lnTo>
                  <a:lnTo>
                    <a:pt x="10438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Google Shape;1367;p54"/>
            <p:cNvSpPr/>
            <p:nvPr/>
          </p:nvSpPr>
          <p:spPr>
            <a:xfrm>
              <a:off x="4310700" y="975325"/>
              <a:ext cx="1361900" cy="1361900"/>
            </a:xfrm>
            <a:custGeom>
              <a:avLst/>
              <a:gdLst/>
              <a:ahLst/>
              <a:cxnLst/>
              <a:rect l="l" t="t" r="r" b="b"/>
              <a:pathLst>
                <a:path w="54476" h="54476" extrusionOk="0">
                  <a:moveTo>
                    <a:pt x="27238" y="13635"/>
                  </a:moveTo>
                  <a:cubicBezTo>
                    <a:pt x="34741" y="13635"/>
                    <a:pt x="40841" y="19735"/>
                    <a:pt x="40841" y="27238"/>
                  </a:cubicBezTo>
                  <a:cubicBezTo>
                    <a:pt x="40841" y="34773"/>
                    <a:pt x="34741" y="40873"/>
                    <a:pt x="27238" y="40873"/>
                  </a:cubicBezTo>
                  <a:cubicBezTo>
                    <a:pt x="19703" y="40873"/>
                    <a:pt x="13603" y="34773"/>
                    <a:pt x="13603" y="27238"/>
                  </a:cubicBezTo>
                  <a:cubicBezTo>
                    <a:pt x="13603" y="19735"/>
                    <a:pt x="19703" y="13635"/>
                    <a:pt x="27238" y="13635"/>
                  </a:cubicBezTo>
                  <a:close/>
                  <a:moveTo>
                    <a:pt x="27238" y="0"/>
                  </a:moveTo>
                  <a:cubicBezTo>
                    <a:pt x="12200" y="0"/>
                    <a:pt x="1" y="12200"/>
                    <a:pt x="1" y="27238"/>
                  </a:cubicBezTo>
                  <a:cubicBezTo>
                    <a:pt x="1" y="42276"/>
                    <a:pt x="12200" y="54476"/>
                    <a:pt x="27238" y="54476"/>
                  </a:cubicBezTo>
                  <a:cubicBezTo>
                    <a:pt x="42276" y="54476"/>
                    <a:pt x="54476" y="42276"/>
                    <a:pt x="54476" y="27238"/>
                  </a:cubicBezTo>
                  <a:cubicBezTo>
                    <a:pt x="54476" y="12200"/>
                    <a:pt x="42276" y="0"/>
                    <a:pt x="272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8" name="Google Shape;1368;p54"/>
          <p:cNvGrpSpPr/>
          <p:nvPr/>
        </p:nvGrpSpPr>
        <p:grpSpPr>
          <a:xfrm>
            <a:off x="1759658" y="3154207"/>
            <a:ext cx="606471" cy="606471"/>
            <a:chOff x="1190625" y="238125"/>
            <a:chExt cx="5219200" cy="5219200"/>
          </a:xfrm>
        </p:grpSpPr>
        <p:sp>
          <p:nvSpPr>
            <p:cNvPr id="1369" name="Google Shape;1369;p54"/>
            <p:cNvSpPr/>
            <p:nvPr/>
          </p:nvSpPr>
          <p:spPr>
            <a:xfrm>
              <a:off x="2211625" y="2053400"/>
              <a:ext cx="3403900" cy="2382925"/>
            </a:xfrm>
            <a:custGeom>
              <a:avLst/>
              <a:gdLst/>
              <a:ahLst/>
              <a:cxnLst/>
              <a:rect l="l" t="t" r="r" b="b"/>
              <a:pathLst>
                <a:path w="136156" h="95317" extrusionOk="0">
                  <a:moveTo>
                    <a:pt x="47658" y="1"/>
                  </a:moveTo>
                  <a:cubicBezTo>
                    <a:pt x="43906" y="1"/>
                    <a:pt x="40840" y="3067"/>
                    <a:pt x="40840" y="6818"/>
                  </a:cubicBezTo>
                  <a:lnTo>
                    <a:pt x="40840" y="40841"/>
                  </a:lnTo>
                  <a:lnTo>
                    <a:pt x="6818" y="40841"/>
                  </a:lnTo>
                  <a:cubicBezTo>
                    <a:pt x="3066" y="40841"/>
                    <a:pt x="0" y="43907"/>
                    <a:pt x="0" y="47658"/>
                  </a:cubicBezTo>
                  <a:lnTo>
                    <a:pt x="0" y="88499"/>
                  </a:lnTo>
                  <a:cubicBezTo>
                    <a:pt x="0" y="92250"/>
                    <a:pt x="3066" y="95316"/>
                    <a:pt x="6818" y="95316"/>
                  </a:cubicBezTo>
                  <a:lnTo>
                    <a:pt x="129338" y="95316"/>
                  </a:lnTo>
                  <a:cubicBezTo>
                    <a:pt x="133122" y="95316"/>
                    <a:pt x="136155" y="92250"/>
                    <a:pt x="136155" y="88499"/>
                  </a:cubicBezTo>
                  <a:lnTo>
                    <a:pt x="136155" y="47658"/>
                  </a:lnTo>
                  <a:cubicBezTo>
                    <a:pt x="136155" y="43907"/>
                    <a:pt x="133122" y="40841"/>
                    <a:pt x="129338" y="40841"/>
                  </a:cubicBezTo>
                  <a:lnTo>
                    <a:pt x="95315" y="40841"/>
                  </a:lnTo>
                  <a:lnTo>
                    <a:pt x="95315" y="6818"/>
                  </a:lnTo>
                  <a:cubicBezTo>
                    <a:pt x="95315" y="3067"/>
                    <a:pt x="92249" y="1"/>
                    <a:pt x="884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Google Shape;1370;p54"/>
            <p:cNvSpPr/>
            <p:nvPr/>
          </p:nvSpPr>
          <p:spPr>
            <a:xfrm>
              <a:off x="3800200" y="2053400"/>
              <a:ext cx="1815325" cy="2382925"/>
            </a:xfrm>
            <a:custGeom>
              <a:avLst/>
              <a:gdLst/>
              <a:ahLst/>
              <a:cxnLst/>
              <a:rect l="l" t="t" r="r" b="b"/>
              <a:pathLst>
                <a:path w="72613" h="95317" extrusionOk="0">
                  <a:moveTo>
                    <a:pt x="1" y="1"/>
                  </a:moveTo>
                  <a:lnTo>
                    <a:pt x="1" y="95316"/>
                  </a:lnTo>
                  <a:lnTo>
                    <a:pt x="65795" y="95316"/>
                  </a:lnTo>
                  <a:cubicBezTo>
                    <a:pt x="69579" y="95316"/>
                    <a:pt x="72612" y="92250"/>
                    <a:pt x="72612" y="88499"/>
                  </a:cubicBezTo>
                  <a:lnTo>
                    <a:pt x="72612" y="47658"/>
                  </a:lnTo>
                  <a:cubicBezTo>
                    <a:pt x="72612" y="43907"/>
                    <a:pt x="69579" y="40841"/>
                    <a:pt x="65795" y="40841"/>
                  </a:cubicBezTo>
                  <a:lnTo>
                    <a:pt x="31772" y="40841"/>
                  </a:lnTo>
                  <a:lnTo>
                    <a:pt x="31772" y="6818"/>
                  </a:lnTo>
                  <a:cubicBezTo>
                    <a:pt x="31772" y="3067"/>
                    <a:pt x="28706" y="1"/>
                    <a:pt x="249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Google Shape;1371;p54"/>
            <p:cNvSpPr/>
            <p:nvPr/>
          </p:nvSpPr>
          <p:spPr>
            <a:xfrm>
              <a:off x="1190625" y="238125"/>
              <a:ext cx="1361900" cy="3857300"/>
            </a:xfrm>
            <a:custGeom>
              <a:avLst/>
              <a:gdLst/>
              <a:ahLst/>
              <a:cxnLst/>
              <a:rect l="l" t="t" r="r" b="b"/>
              <a:pathLst>
                <a:path w="54476" h="154292" extrusionOk="0">
                  <a:moveTo>
                    <a:pt x="6818" y="0"/>
                  </a:moveTo>
                  <a:cubicBezTo>
                    <a:pt x="3034" y="0"/>
                    <a:pt x="0" y="3034"/>
                    <a:pt x="0" y="6818"/>
                  </a:cubicBezTo>
                  <a:lnTo>
                    <a:pt x="0" y="154292"/>
                  </a:lnTo>
                  <a:lnTo>
                    <a:pt x="54475" y="154292"/>
                  </a:lnTo>
                  <a:lnTo>
                    <a:pt x="54475" y="6818"/>
                  </a:lnTo>
                  <a:cubicBezTo>
                    <a:pt x="54475" y="3034"/>
                    <a:pt x="51409" y="0"/>
                    <a:pt x="476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Google Shape;1372;p54"/>
            <p:cNvSpPr/>
            <p:nvPr/>
          </p:nvSpPr>
          <p:spPr>
            <a:xfrm>
              <a:off x="1190625" y="4095400"/>
              <a:ext cx="5219200" cy="1361925"/>
            </a:xfrm>
            <a:custGeom>
              <a:avLst/>
              <a:gdLst/>
              <a:ahLst/>
              <a:cxnLst/>
              <a:rect l="l" t="t" r="r" b="b"/>
              <a:pathLst>
                <a:path w="208768" h="54477" extrusionOk="0">
                  <a:moveTo>
                    <a:pt x="0" y="1"/>
                  </a:moveTo>
                  <a:lnTo>
                    <a:pt x="0" y="47659"/>
                  </a:lnTo>
                  <a:cubicBezTo>
                    <a:pt x="0" y="51442"/>
                    <a:pt x="3034" y="54476"/>
                    <a:pt x="6818" y="54476"/>
                  </a:cubicBezTo>
                  <a:lnTo>
                    <a:pt x="201950" y="54476"/>
                  </a:lnTo>
                  <a:cubicBezTo>
                    <a:pt x="205733" y="54476"/>
                    <a:pt x="208767" y="51442"/>
                    <a:pt x="208767" y="47659"/>
                  </a:cubicBezTo>
                  <a:lnTo>
                    <a:pt x="208767" y="6819"/>
                  </a:lnTo>
                  <a:cubicBezTo>
                    <a:pt x="208767" y="3067"/>
                    <a:pt x="205733" y="1"/>
                    <a:pt x="20195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Google Shape;1373;p54"/>
            <p:cNvSpPr/>
            <p:nvPr/>
          </p:nvSpPr>
          <p:spPr>
            <a:xfrm>
              <a:off x="3800200" y="4095400"/>
              <a:ext cx="2609625" cy="1361925"/>
            </a:xfrm>
            <a:custGeom>
              <a:avLst/>
              <a:gdLst/>
              <a:ahLst/>
              <a:cxnLst/>
              <a:rect l="l" t="t" r="r" b="b"/>
              <a:pathLst>
                <a:path w="104385" h="54477" extrusionOk="0">
                  <a:moveTo>
                    <a:pt x="1" y="1"/>
                  </a:moveTo>
                  <a:lnTo>
                    <a:pt x="1" y="54476"/>
                  </a:lnTo>
                  <a:lnTo>
                    <a:pt x="97567" y="54476"/>
                  </a:lnTo>
                  <a:cubicBezTo>
                    <a:pt x="101350" y="54476"/>
                    <a:pt x="104384" y="51442"/>
                    <a:pt x="104384" y="47659"/>
                  </a:cubicBezTo>
                  <a:lnTo>
                    <a:pt x="104384" y="6819"/>
                  </a:lnTo>
                  <a:cubicBezTo>
                    <a:pt x="104384" y="3067"/>
                    <a:pt x="101350" y="1"/>
                    <a:pt x="9756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Google Shape;1374;p54"/>
            <p:cNvSpPr/>
            <p:nvPr/>
          </p:nvSpPr>
          <p:spPr>
            <a:xfrm>
              <a:off x="2892550" y="238125"/>
              <a:ext cx="3517275" cy="2496250"/>
            </a:xfrm>
            <a:custGeom>
              <a:avLst/>
              <a:gdLst/>
              <a:ahLst/>
              <a:cxnLst/>
              <a:rect l="l" t="t" r="r" b="b"/>
              <a:pathLst>
                <a:path w="140691" h="99850" extrusionOk="0">
                  <a:moveTo>
                    <a:pt x="6818" y="0"/>
                  </a:moveTo>
                  <a:cubicBezTo>
                    <a:pt x="3034" y="0"/>
                    <a:pt x="1" y="3034"/>
                    <a:pt x="1" y="6818"/>
                  </a:cubicBezTo>
                  <a:lnTo>
                    <a:pt x="1" y="47658"/>
                  </a:lnTo>
                  <a:cubicBezTo>
                    <a:pt x="1" y="51409"/>
                    <a:pt x="3034" y="54475"/>
                    <a:pt x="6818" y="54475"/>
                  </a:cubicBezTo>
                  <a:lnTo>
                    <a:pt x="86215" y="54475"/>
                  </a:lnTo>
                  <a:lnTo>
                    <a:pt x="86215" y="93032"/>
                  </a:lnTo>
                  <a:cubicBezTo>
                    <a:pt x="86215" y="96783"/>
                    <a:pt x="89281" y="99849"/>
                    <a:pt x="93033" y="99849"/>
                  </a:cubicBezTo>
                  <a:lnTo>
                    <a:pt x="133873" y="99849"/>
                  </a:lnTo>
                  <a:cubicBezTo>
                    <a:pt x="137656" y="99849"/>
                    <a:pt x="140690" y="96783"/>
                    <a:pt x="140690" y="93032"/>
                  </a:cubicBezTo>
                  <a:lnTo>
                    <a:pt x="140690" y="6818"/>
                  </a:lnTo>
                  <a:cubicBezTo>
                    <a:pt x="140690" y="3034"/>
                    <a:pt x="137656" y="0"/>
                    <a:pt x="1338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Google Shape;1375;p54"/>
            <p:cNvSpPr/>
            <p:nvPr/>
          </p:nvSpPr>
          <p:spPr>
            <a:xfrm>
              <a:off x="3800200" y="238125"/>
              <a:ext cx="2609625" cy="2496250"/>
            </a:xfrm>
            <a:custGeom>
              <a:avLst/>
              <a:gdLst/>
              <a:ahLst/>
              <a:cxnLst/>
              <a:rect l="l" t="t" r="r" b="b"/>
              <a:pathLst>
                <a:path w="104385" h="99850" extrusionOk="0">
                  <a:moveTo>
                    <a:pt x="1" y="0"/>
                  </a:moveTo>
                  <a:lnTo>
                    <a:pt x="1" y="54475"/>
                  </a:lnTo>
                  <a:lnTo>
                    <a:pt x="49909" y="54475"/>
                  </a:lnTo>
                  <a:lnTo>
                    <a:pt x="49909" y="93032"/>
                  </a:lnTo>
                  <a:cubicBezTo>
                    <a:pt x="49909" y="96783"/>
                    <a:pt x="52975" y="99849"/>
                    <a:pt x="56727" y="99849"/>
                  </a:cubicBezTo>
                  <a:lnTo>
                    <a:pt x="97567" y="99849"/>
                  </a:lnTo>
                  <a:cubicBezTo>
                    <a:pt x="101350" y="99849"/>
                    <a:pt x="104384" y="96783"/>
                    <a:pt x="104384" y="93032"/>
                  </a:cubicBezTo>
                  <a:lnTo>
                    <a:pt x="104384" y="6818"/>
                  </a:lnTo>
                  <a:cubicBezTo>
                    <a:pt x="104384" y="3034"/>
                    <a:pt x="101350" y="0"/>
                    <a:pt x="9756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6" name="Google Shape;1376;p54"/>
          <p:cNvGrpSpPr/>
          <p:nvPr/>
        </p:nvGrpSpPr>
        <p:grpSpPr>
          <a:xfrm>
            <a:off x="4234376" y="3165949"/>
            <a:ext cx="672755" cy="582986"/>
            <a:chOff x="1190625" y="586325"/>
            <a:chExt cx="5219200" cy="4522775"/>
          </a:xfrm>
        </p:grpSpPr>
        <p:sp>
          <p:nvSpPr>
            <p:cNvPr id="1377" name="Google Shape;1377;p54"/>
            <p:cNvSpPr/>
            <p:nvPr/>
          </p:nvSpPr>
          <p:spPr>
            <a:xfrm>
              <a:off x="1190625" y="586325"/>
              <a:ext cx="5219200" cy="4522775"/>
            </a:xfrm>
            <a:custGeom>
              <a:avLst/>
              <a:gdLst/>
              <a:ahLst/>
              <a:cxnLst/>
              <a:rect l="l" t="t" r="r" b="b"/>
              <a:pathLst>
                <a:path w="208768" h="180911" extrusionOk="0">
                  <a:moveTo>
                    <a:pt x="48701" y="1"/>
                  </a:moveTo>
                  <a:cubicBezTo>
                    <a:pt x="21823" y="1"/>
                    <a:pt x="0" y="21791"/>
                    <a:pt x="0" y="48702"/>
                  </a:cubicBezTo>
                  <a:lnTo>
                    <a:pt x="0" y="51018"/>
                  </a:lnTo>
                  <a:lnTo>
                    <a:pt x="0" y="55650"/>
                  </a:lnTo>
                  <a:lnTo>
                    <a:pt x="0" y="160034"/>
                  </a:lnTo>
                  <a:cubicBezTo>
                    <a:pt x="0" y="171581"/>
                    <a:pt x="9362" y="180910"/>
                    <a:pt x="20877" y="180910"/>
                  </a:cubicBezTo>
                  <a:lnTo>
                    <a:pt x="187890" y="180910"/>
                  </a:lnTo>
                  <a:cubicBezTo>
                    <a:pt x="199405" y="180910"/>
                    <a:pt x="208767" y="171581"/>
                    <a:pt x="208767" y="160034"/>
                  </a:cubicBezTo>
                  <a:lnTo>
                    <a:pt x="208767" y="55650"/>
                  </a:lnTo>
                  <a:lnTo>
                    <a:pt x="208767" y="51018"/>
                  </a:lnTo>
                  <a:lnTo>
                    <a:pt x="208767" y="48702"/>
                  </a:lnTo>
                  <a:cubicBezTo>
                    <a:pt x="208767" y="21791"/>
                    <a:pt x="186944" y="1"/>
                    <a:pt x="1600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Google Shape;1378;p54"/>
            <p:cNvSpPr/>
            <p:nvPr/>
          </p:nvSpPr>
          <p:spPr>
            <a:xfrm>
              <a:off x="3800200" y="1861775"/>
              <a:ext cx="2609625" cy="3247325"/>
            </a:xfrm>
            <a:custGeom>
              <a:avLst/>
              <a:gdLst/>
              <a:ahLst/>
              <a:cxnLst/>
              <a:rect l="l" t="t" r="r" b="b"/>
              <a:pathLst>
                <a:path w="104385" h="129893" extrusionOk="0">
                  <a:moveTo>
                    <a:pt x="1" y="0"/>
                  </a:moveTo>
                  <a:lnTo>
                    <a:pt x="1" y="129892"/>
                  </a:lnTo>
                  <a:lnTo>
                    <a:pt x="83507" y="129892"/>
                  </a:lnTo>
                  <a:cubicBezTo>
                    <a:pt x="95022" y="129892"/>
                    <a:pt x="104384" y="120563"/>
                    <a:pt x="104384" y="109016"/>
                  </a:cubicBezTo>
                  <a:lnTo>
                    <a:pt x="10438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Google Shape;1379;p54"/>
            <p:cNvSpPr/>
            <p:nvPr/>
          </p:nvSpPr>
          <p:spPr>
            <a:xfrm>
              <a:off x="2930075" y="1630175"/>
              <a:ext cx="1740275" cy="2087675"/>
            </a:xfrm>
            <a:custGeom>
              <a:avLst/>
              <a:gdLst/>
              <a:ahLst/>
              <a:cxnLst/>
              <a:rect l="l" t="t" r="r" b="b"/>
              <a:pathLst>
                <a:path w="69611" h="83507" extrusionOk="0">
                  <a:moveTo>
                    <a:pt x="6981" y="0"/>
                  </a:moveTo>
                  <a:cubicBezTo>
                    <a:pt x="3132" y="0"/>
                    <a:pt x="0" y="3099"/>
                    <a:pt x="0" y="6948"/>
                  </a:cubicBezTo>
                  <a:lnTo>
                    <a:pt x="0" y="48702"/>
                  </a:lnTo>
                  <a:cubicBezTo>
                    <a:pt x="0" y="67882"/>
                    <a:pt x="15625" y="83507"/>
                    <a:pt x="34806" y="83507"/>
                  </a:cubicBezTo>
                  <a:cubicBezTo>
                    <a:pt x="53986" y="83507"/>
                    <a:pt x="69611" y="67882"/>
                    <a:pt x="69611" y="48702"/>
                  </a:cubicBezTo>
                  <a:lnTo>
                    <a:pt x="69611" y="6948"/>
                  </a:lnTo>
                  <a:cubicBezTo>
                    <a:pt x="69611" y="3099"/>
                    <a:pt x="66479" y="0"/>
                    <a:pt x="6263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Google Shape;1380;p54"/>
            <p:cNvSpPr/>
            <p:nvPr/>
          </p:nvSpPr>
          <p:spPr>
            <a:xfrm>
              <a:off x="3800200" y="1630175"/>
              <a:ext cx="870150" cy="2087675"/>
            </a:xfrm>
            <a:custGeom>
              <a:avLst/>
              <a:gdLst/>
              <a:ahLst/>
              <a:cxnLst/>
              <a:rect l="l" t="t" r="r" b="b"/>
              <a:pathLst>
                <a:path w="34806" h="83507" extrusionOk="0">
                  <a:moveTo>
                    <a:pt x="1" y="0"/>
                  </a:moveTo>
                  <a:lnTo>
                    <a:pt x="1" y="83507"/>
                  </a:lnTo>
                  <a:cubicBezTo>
                    <a:pt x="19181" y="83507"/>
                    <a:pt x="34806" y="67882"/>
                    <a:pt x="34806" y="48702"/>
                  </a:cubicBezTo>
                  <a:lnTo>
                    <a:pt x="34806" y="6948"/>
                  </a:lnTo>
                  <a:cubicBezTo>
                    <a:pt x="34806" y="3099"/>
                    <a:pt x="31674" y="0"/>
                    <a:pt x="278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Google Shape;1381;p54"/>
            <p:cNvSpPr/>
            <p:nvPr/>
          </p:nvSpPr>
          <p:spPr>
            <a:xfrm>
              <a:off x="3800200" y="586325"/>
              <a:ext cx="2609625" cy="1391275"/>
            </a:xfrm>
            <a:custGeom>
              <a:avLst/>
              <a:gdLst/>
              <a:ahLst/>
              <a:cxnLst/>
              <a:rect l="l" t="t" r="r" b="b"/>
              <a:pathLst>
                <a:path w="104385" h="55651" extrusionOk="0">
                  <a:moveTo>
                    <a:pt x="1" y="1"/>
                  </a:moveTo>
                  <a:lnTo>
                    <a:pt x="1" y="55650"/>
                  </a:lnTo>
                  <a:lnTo>
                    <a:pt x="104384" y="55650"/>
                  </a:lnTo>
                  <a:lnTo>
                    <a:pt x="104384" y="48702"/>
                  </a:lnTo>
                  <a:cubicBezTo>
                    <a:pt x="104384" y="21791"/>
                    <a:pt x="82561" y="1"/>
                    <a:pt x="5568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Google Shape;1382;p54"/>
            <p:cNvSpPr/>
            <p:nvPr/>
          </p:nvSpPr>
          <p:spPr>
            <a:xfrm>
              <a:off x="1190625" y="1630175"/>
              <a:ext cx="5219200" cy="3478925"/>
            </a:xfrm>
            <a:custGeom>
              <a:avLst/>
              <a:gdLst/>
              <a:ahLst/>
              <a:cxnLst/>
              <a:rect l="l" t="t" r="r" b="b"/>
              <a:pathLst>
                <a:path w="208768" h="139157" extrusionOk="0">
                  <a:moveTo>
                    <a:pt x="555" y="0"/>
                  </a:moveTo>
                  <a:cubicBezTo>
                    <a:pt x="228" y="2284"/>
                    <a:pt x="0" y="4567"/>
                    <a:pt x="0" y="6948"/>
                  </a:cubicBezTo>
                  <a:lnTo>
                    <a:pt x="0" y="13896"/>
                  </a:lnTo>
                  <a:lnTo>
                    <a:pt x="27825" y="13896"/>
                  </a:lnTo>
                  <a:lnTo>
                    <a:pt x="27825" y="139156"/>
                  </a:lnTo>
                  <a:lnTo>
                    <a:pt x="41753" y="139156"/>
                  </a:lnTo>
                  <a:lnTo>
                    <a:pt x="41753" y="13896"/>
                  </a:lnTo>
                  <a:lnTo>
                    <a:pt x="208767" y="13896"/>
                  </a:lnTo>
                  <a:lnTo>
                    <a:pt x="208767" y="6948"/>
                  </a:lnTo>
                  <a:cubicBezTo>
                    <a:pt x="208767" y="4567"/>
                    <a:pt x="208539" y="2284"/>
                    <a:pt x="2082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Google Shape;1383;p54"/>
            <p:cNvSpPr/>
            <p:nvPr/>
          </p:nvSpPr>
          <p:spPr>
            <a:xfrm>
              <a:off x="3800200" y="1630175"/>
              <a:ext cx="2609625" cy="3478925"/>
            </a:xfrm>
            <a:custGeom>
              <a:avLst/>
              <a:gdLst/>
              <a:ahLst/>
              <a:cxnLst/>
              <a:rect l="l" t="t" r="r" b="b"/>
              <a:pathLst>
                <a:path w="104385" h="139157" extrusionOk="0">
                  <a:moveTo>
                    <a:pt x="1" y="0"/>
                  </a:moveTo>
                  <a:lnTo>
                    <a:pt x="1" y="13896"/>
                  </a:lnTo>
                  <a:lnTo>
                    <a:pt x="62631" y="13896"/>
                  </a:lnTo>
                  <a:lnTo>
                    <a:pt x="62631" y="139156"/>
                  </a:lnTo>
                  <a:lnTo>
                    <a:pt x="76559" y="139156"/>
                  </a:lnTo>
                  <a:lnTo>
                    <a:pt x="76559" y="13896"/>
                  </a:lnTo>
                  <a:lnTo>
                    <a:pt x="104384" y="13896"/>
                  </a:lnTo>
                  <a:lnTo>
                    <a:pt x="104384" y="6948"/>
                  </a:lnTo>
                  <a:cubicBezTo>
                    <a:pt x="104384" y="5643"/>
                    <a:pt x="104286" y="4371"/>
                    <a:pt x="104188" y="3066"/>
                  </a:cubicBezTo>
                  <a:cubicBezTo>
                    <a:pt x="104091" y="2055"/>
                    <a:pt x="103993" y="1011"/>
                    <a:pt x="10383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Google Shape;1384;p54"/>
            <p:cNvSpPr/>
            <p:nvPr/>
          </p:nvSpPr>
          <p:spPr>
            <a:xfrm>
              <a:off x="3626500" y="2325775"/>
              <a:ext cx="347425" cy="695650"/>
            </a:xfrm>
            <a:custGeom>
              <a:avLst/>
              <a:gdLst/>
              <a:ahLst/>
              <a:cxnLst/>
              <a:rect l="l" t="t" r="r" b="b"/>
              <a:pathLst>
                <a:path w="13897" h="27826" extrusionOk="0">
                  <a:moveTo>
                    <a:pt x="6949" y="1"/>
                  </a:moveTo>
                  <a:cubicBezTo>
                    <a:pt x="3099" y="1"/>
                    <a:pt x="1" y="3100"/>
                    <a:pt x="1" y="6949"/>
                  </a:cubicBezTo>
                  <a:lnTo>
                    <a:pt x="1" y="20878"/>
                  </a:lnTo>
                  <a:cubicBezTo>
                    <a:pt x="1" y="24727"/>
                    <a:pt x="3099" y="27826"/>
                    <a:pt x="6949" y="27826"/>
                  </a:cubicBezTo>
                  <a:cubicBezTo>
                    <a:pt x="10798" y="27826"/>
                    <a:pt x="13897" y="24727"/>
                    <a:pt x="13897" y="20878"/>
                  </a:cubicBezTo>
                  <a:lnTo>
                    <a:pt x="13897" y="6949"/>
                  </a:lnTo>
                  <a:cubicBezTo>
                    <a:pt x="13897" y="3100"/>
                    <a:pt x="10798" y="1"/>
                    <a:pt x="694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Google Shape;1385;p54"/>
            <p:cNvSpPr/>
            <p:nvPr/>
          </p:nvSpPr>
          <p:spPr>
            <a:xfrm>
              <a:off x="3800200" y="2325775"/>
              <a:ext cx="173725" cy="695650"/>
            </a:xfrm>
            <a:custGeom>
              <a:avLst/>
              <a:gdLst/>
              <a:ahLst/>
              <a:cxnLst/>
              <a:rect l="l" t="t" r="r" b="b"/>
              <a:pathLst>
                <a:path w="6949" h="27826" extrusionOk="0">
                  <a:moveTo>
                    <a:pt x="1" y="1"/>
                  </a:moveTo>
                  <a:lnTo>
                    <a:pt x="1" y="27826"/>
                  </a:lnTo>
                  <a:cubicBezTo>
                    <a:pt x="3850" y="27826"/>
                    <a:pt x="6949" y="24727"/>
                    <a:pt x="6949" y="20878"/>
                  </a:cubicBezTo>
                  <a:lnTo>
                    <a:pt x="6949" y="6949"/>
                  </a:lnTo>
                  <a:cubicBezTo>
                    <a:pt x="6949" y="3100"/>
                    <a:pt x="3850" y="1"/>
                    <a:pt x="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6" name="Google Shape;1386;p54"/>
          <p:cNvGrpSpPr/>
          <p:nvPr/>
        </p:nvGrpSpPr>
        <p:grpSpPr>
          <a:xfrm>
            <a:off x="6775386" y="3157338"/>
            <a:ext cx="606303" cy="600208"/>
            <a:chOff x="1190625" y="238125"/>
            <a:chExt cx="5272200" cy="5219200"/>
          </a:xfrm>
        </p:grpSpPr>
        <p:sp>
          <p:nvSpPr>
            <p:cNvPr id="1387" name="Google Shape;1387;p54"/>
            <p:cNvSpPr/>
            <p:nvPr/>
          </p:nvSpPr>
          <p:spPr>
            <a:xfrm>
              <a:off x="3232625" y="1259125"/>
              <a:ext cx="3230200" cy="2722950"/>
            </a:xfrm>
            <a:custGeom>
              <a:avLst/>
              <a:gdLst/>
              <a:ahLst/>
              <a:cxnLst/>
              <a:rect l="l" t="t" r="r" b="b"/>
              <a:pathLst>
                <a:path w="129208" h="108918" extrusionOk="0">
                  <a:moveTo>
                    <a:pt x="34055" y="0"/>
                  </a:moveTo>
                  <a:lnTo>
                    <a:pt x="20420" y="68078"/>
                  </a:lnTo>
                  <a:cubicBezTo>
                    <a:pt x="9166" y="68078"/>
                    <a:pt x="0" y="77244"/>
                    <a:pt x="0" y="88498"/>
                  </a:cubicBezTo>
                  <a:cubicBezTo>
                    <a:pt x="0" y="99752"/>
                    <a:pt x="9166" y="108918"/>
                    <a:pt x="20420" y="108918"/>
                  </a:cubicBezTo>
                  <a:lnTo>
                    <a:pt x="120270" y="108918"/>
                  </a:lnTo>
                  <a:cubicBezTo>
                    <a:pt x="126076" y="108918"/>
                    <a:pt x="129207" y="102100"/>
                    <a:pt x="125456" y="97697"/>
                  </a:cubicBezTo>
                  <a:lnTo>
                    <a:pt x="88400" y="54475"/>
                  </a:lnTo>
                  <a:lnTo>
                    <a:pt x="125456" y="11254"/>
                  </a:lnTo>
                  <a:cubicBezTo>
                    <a:pt x="129207" y="6850"/>
                    <a:pt x="126076" y="0"/>
                    <a:pt x="12027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88;p54"/>
            <p:cNvSpPr/>
            <p:nvPr/>
          </p:nvSpPr>
          <p:spPr>
            <a:xfrm>
              <a:off x="2041175" y="578175"/>
              <a:ext cx="2212475" cy="2723775"/>
            </a:xfrm>
            <a:custGeom>
              <a:avLst/>
              <a:gdLst/>
              <a:ahLst/>
              <a:cxnLst/>
              <a:rect l="l" t="t" r="r" b="b"/>
              <a:pathLst>
                <a:path w="88499" h="108951" extrusionOk="0">
                  <a:moveTo>
                    <a:pt x="1" y="0"/>
                  </a:moveTo>
                  <a:lnTo>
                    <a:pt x="1" y="108951"/>
                  </a:lnTo>
                  <a:lnTo>
                    <a:pt x="68078" y="108951"/>
                  </a:lnTo>
                  <a:cubicBezTo>
                    <a:pt x="79365" y="108951"/>
                    <a:pt x="88498" y="99785"/>
                    <a:pt x="88498" y="88498"/>
                  </a:cubicBezTo>
                  <a:lnTo>
                    <a:pt x="88498" y="20453"/>
                  </a:lnTo>
                  <a:cubicBezTo>
                    <a:pt x="88498" y="9167"/>
                    <a:pt x="79365" y="0"/>
                    <a:pt x="680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Google Shape;1389;p54"/>
            <p:cNvSpPr/>
            <p:nvPr/>
          </p:nvSpPr>
          <p:spPr>
            <a:xfrm>
              <a:off x="1190625" y="238125"/>
              <a:ext cx="1021025" cy="5219200"/>
            </a:xfrm>
            <a:custGeom>
              <a:avLst/>
              <a:gdLst/>
              <a:ahLst/>
              <a:cxnLst/>
              <a:rect l="l" t="t" r="r" b="b"/>
              <a:pathLst>
                <a:path w="40841" h="208768" extrusionOk="0">
                  <a:moveTo>
                    <a:pt x="20420" y="0"/>
                  </a:moveTo>
                  <a:cubicBezTo>
                    <a:pt x="9166" y="0"/>
                    <a:pt x="0" y="9166"/>
                    <a:pt x="0" y="20420"/>
                  </a:cubicBezTo>
                  <a:lnTo>
                    <a:pt x="0" y="188347"/>
                  </a:lnTo>
                  <a:cubicBezTo>
                    <a:pt x="0" y="199601"/>
                    <a:pt x="9166" y="208767"/>
                    <a:pt x="20420" y="208767"/>
                  </a:cubicBezTo>
                  <a:cubicBezTo>
                    <a:pt x="31674" y="208767"/>
                    <a:pt x="40840" y="199601"/>
                    <a:pt x="40840" y="188347"/>
                  </a:cubicBezTo>
                  <a:lnTo>
                    <a:pt x="40840" y="20420"/>
                  </a:lnTo>
                  <a:cubicBezTo>
                    <a:pt x="40840" y="9166"/>
                    <a:pt x="31674" y="0"/>
                    <a:pt x="204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Google Shape;1390;p54"/>
            <p:cNvSpPr/>
            <p:nvPr/>
          </p:nvSpPr>
          <p:spPr>
            <a:xfrm>
              <a:off x="1701125" y="238125"/>
              <a:ext cx="510525" cy="5219200"/>
            </a:xfrm>
            <a:custGeom>
              <a:avLst/>
              <a:gdLst/>
              <a:ahLst/>
              <a:cxnLst/>
              <a:rect l="l" t="t" r="r" b="b"/>
              <a:pathLst>
                <a:path w="20421" h="208768" extrusionOk="0">
                  <a:moveTo>
                    <a:pt x="0" y="0"/>
                  </a:moveTo>
                  <a:lnTo>
                    <a:pt x="0" y="208767"/>
                  </a:lnTo>
                  <a:cubicBezTo>
                    <a:pt x="11254" y="208767"/>
                    <a:pt x="20420" y="199601"/>
                    <a:pt x="20420" y="188347"/>
                  </a:cubicBezTo>
                  <a:lnTo>
                    <a:pt x="20420" y="20420"/>
                  </a:lnTo>
                  <a:cubicBezTo>
                    <a:pt x="20420" y="9166"/>
                    <a:pt x="11254" y="0"/>
                    <a:pt x="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Google Shape;1395;p55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TARGET</a:t>
            </a:r>
            <a:endParaRPr/>
          </a:p>
        </p:txBody>
      </p:sp>
      <p:sp>
        <p:nvSpPr>
          <p:cNvPr id="1396" name="Google Shape;1396;p55"/>
          <p:cNvSpPr txBox="1"/>
          <p:nvPr/>
        </p:nvSpPr>
        <p:spPr>
          <a:xfrm>
            <a:off x="6425675" y="3288175"/>
            <a:ext cx="1735800" cy="54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rPr>
              <a:t>Saturn is a gas giant of hydrogen and helium</a:t>
            </a: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397" name="Google Shape;1397;p55"/>
          <p:cNvSpPr txBox="1"/>
          <p:nvPr/>
        </p:nvSpPr>
        <p:spPr>
          <a:xfrm>
            <a:off x="1063188" y="3846175"/>
            <a:ext cx="2755500" cy="2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rPr>
              <a:t>Average spend per customer</a:t>
            </a: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398" name="Google Shape;1398;p55"/>
          <p:cNvSpPr txBox="1">
            <a:spLocks noGrp="1"/>
          </p:cNvSpPr>
          <p:nvPr>
            <p:ph type="title" idx="4294967295"/>
          </p:nvPr>
        </p:nvSpPr>
        <p:spPr>
          <a:xfrm>
            <a:off x="1063188" y="3350225"/>
            <a:ext cx="2755500" cy="495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</a:rPr>
              <a:t>$120.00</a:t>
            </a:r>
            <a:endParaRPr sz="2700">
              <a:solidFill>
                <a:schemeClr val="dk1"/>
              </a:solidFill>
            </a:endParaRPr>
          </a:p>
        </p:txBody>
      </p:sp>
      <p:sp>
        <p:nvSpPr>
          <p:cNvPr id="1399" name="Google Shape;1399;p55"/>
          <p:cNvSpPr txBox="1">
            <a:spLocks noGrp="1"/>
          </p:cNvSpPr>
          <p:nvPr>
            <p:ph type="title" idx="4294967295"/>
          </p:nvPr>
        </p:nvSpPr>
        <p:spPr>
          <a:xfrm>
            <a:off x="5450773" y="4055650"/>
            <a:ext cx="852600" cy="285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30%</a:t>
            </a:r>
            <a:endParaRPr sz="1500"/>
          </a:p>
        </p:txBody>
      </p:sp>
      <p:sp>
        <p:nvSpPr>
          <p:cNvPr id="1400" name="Google Shape;1400;p55"/>
          <p:cNvSpPr txBox="1">
            <a:spLocks noGrp="1"/>
          </p:cNvSpPr>
          <p:nvPr>
            <p:ph type="title" idx="4294967295"/>
          </p:nvPr>
        </p:nvSpPr>
        <p:spPr>
          <a:xfrm>
            <a:off x="4301350" y="4055650"/>
            <a:ext cx="852600" cy="285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60%</a:t>
            </a:r>
            <a:endParaRPr sz="1500"/>
          </a:p>
        </p:txBody>
      </p:sp>
      <p:sp>
        <p:nvSpPr>
          <p:cNvPr id="1401" name="Google Shape;1401;p55"/>
          <p:cNvSpPr txBox="1"/>
          <p:nvPr/>
        </p:nvSpPr>
        <p:spPr>
          <a:xfrm>
            <a:off x="6425675" y="1757425"/>
            <a:ext cx="1735800" cy="83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8985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rPr>
              <a:t>Venus has a beautiful name, but it’s terribly hot</a:t>
            </a: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402" name="Google Shape;1402;p55"/>
          <p:cNvSpPr/>
          <p:nvPr/>
        </p:nvSpPr>
        <p:spPr>
          <a:xfrm>
            <a:off x="2863089" y="1757425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3" name="Google Shape;1403;p55"/>
          <p:cNvSpPr/>
          <p:nvPr/>
        </p:nvSpPr>
        <p:spPr>
          <a:xfrm>
            <a:off x="3214835" y="1757425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4" name="Google Shape;1404;p55"/>
          <p:cNvSpPr/>
          <p:nvPr/>
        </p:nvSpPr>
        <p:spPr>
          <a:xfrm>
            <a:off x="3566580" y="1757425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5" name="Google Shape;1405;p55"/>
          <p:cNvSpPr/>
          <p:nvPr/>
        </p:nvSpPr>
        <p:spPr>
          <a:xfrm>
            <a:off x="3918326" y="1757425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6" name="Google Shape;1406;p55"/>
          <p:cNvSpPr/>
          <p:nvPr/>
        </p:nvSpPr>
        <p:spPr>
          <a:xfrm>
            <a:off x="4270072" y="1757425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7" name="Google Shape;1407;p55"/>
          <p:cNvSpPr/>
          <p:nvPr/>
        </p:nvSpPr>
        <p:spPr>
          <a:xfrm>
            <a:off x="4621817" y="1757425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8" name="Google Shape;1408;p55"/>
          <p:cNvSpPr/>
          <p:nvPr/>
        </p:nvSpPr>
        <p:spPr>
          <a:xfrm>
            <a:off x="4973563" y="1757425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9" name="Google Shape;1409;p55"/>
          <p:cNvSpPr/>
          <p:nvPr/>
        </p:nvSpPr>
        <p:spPr>
          <a:xfrm>
            <a:off x="5325308" y="1757425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0" name="Google Shape;1410;p55"/>
          <p:cNvSpPr/>
          <p:nvPr/>
        </p:nvSpPr>
        <p:spPr>
          <a:xfrm>
            <a:off x="5677054" y="1757425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1" name="Google Shape;1411;p55"/>
          <p:cNvSpPr/>
          <p:nvPr/>
        </p:nvSpPr>
        <p:spPr>
          <a:xfrm>
            <a:off x="6028799" y="1757425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2" name="Google Shape;1412;p55"/>
          <p:cNvSpPr/>
          <p:nvPr/>
        </p:nvSpPr>
        <p:spPr>
          <a:xfrm>
            <a:off x="2863089" y="2336628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3" name="Google Shape;1413;p55"/>
          <p:cNvSpPr/>
          <p:nvPr/>
        </p:nvSpPr>
        <p:spPr>
          <a:xfrm>
            <a:off x="3214835" y="2336628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4" name="Google Shape;1414;p55"/>
          <p:cNvSpPr/>
          <p:nvPr/>
        </p:nvSpPr>
        <p:spPr>
          <a:xfrm>
            <a:off x="3566580" y="2336628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5" name="Google Shape;1415;p55"/>
          <p:cNvSpPr/>
          <p:nvPr/>
        </p:nvSpPr>
        <p:spPr>
          <a:xfrm>
            <a:off x="3918326" y="2336628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6" name="Google Shape;1416;p55"/>
          <p:cNvSpPr/>
          <p:nvPr/>
        </p:nvSpPr>
        <p:spPr>
          <a:xfrm>
            <a:off x="4270072" y="2336628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7" name="Google Shape;1417;p55"/>
          <p:cNvSpPr/>
          <p:nvPr/>
        </p:nvSpPr>
        <p:spPr>
          <a:xfrm>
            <a:off x="4621817" y="2336628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8" name="Google Shape;1418;p55"/>
          <p:cNvSpPr/>
          <p:nvPr/>
        </p:nvSpPr>
        <p:spPr>
          <a:xfrm>
            <a:off x="4973563" y="2336628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9" name="Google Shape;1419;p55"/>
          <p:cNvSpPr/>
          <p:nvPr/>
        </p:nvSpPr>
        <p:spPr>
          <a:xfrm>
            <a:off x="5325308" y="2336628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0" name="Google Shape;1420;p55"/>
          <p:cNvSpPr/>
          <p:nvPr/>
        </p:nvSpPr>
        <p:spPr>
          <a:xfrm>
            <a:off x="5677054" y="2336628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1" name="Google Shape;1421;p55"/>
          <p:cNvSpPr/>
          <p:nvPr/>
        </p:nvSpPr>
        <p:spPr>
          <a:xfrm>
            <a:off x="6028799" y="2336628"/>
            <a:ext cx="252111" cy="257793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22" name="Google Shape;1422;p55"/>
          <p:cNvGrpSpPr/>
          <p:nvPr/>
        </p:nvGrpSpPr>
        <p:grpSpPr>
          <a:xfrm>
            <a:off x="4323617" y="3163869"/>
            <a:ext cx="808053" cy="806679"/>
            <a:chOff x="4049800" y="640400"/>
            <a:chExt cx="858900" cy="858900"/>
          </a:xfrm>
        </p:grpSpPr>
        <p:sp>
          <p:nvSpPr>
            <p:cNvPr id="1423" name="Google Shape;1423;p55"/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Google Shape;1424;p55"/>
            <p:cNvSpPr/>
            <p:nvPr/>
          </p:nvSpPr>
          <p:spPr>
            <a:xfrm>
              <a:off x="4049800" y="640400"/>
              <a:ext cx="858900" cy="858900"/>
            </a:xfrm>
            <a:prstGeom prst="blockArc">
              <a:avLst>
                <a:gd name="adj1" fmla="val 16159157"/>
                <a:gd name="adj2" fmla="val 8404479"/>
                <a:gd name="adj3" fmla="val 24891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25" name="Google Shape;1425;p55"/>
          <p:cNvGrpSpPr/>
          <p:nvPr/>
        </p:nvGrpSpPr>
        <p:grpSpPr>
          <a:xfrm>
            <a:off x="5473042" y="3157531"/>
            <a:ext cx="808053" cy="806679"/>
            <a:chOff x="4049800" y="640400"/>
            <a:chExt cx="858900" cy="858900"/>
          </a:xfrm>
        </p:grpSpPr>
        <p:sp>
          <p:nvSpPr>
            <p:cNvPr id="1426" name="Google Shape;1426;p55"/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Google Shape;1427;p55"/>
            <p:cNvSpPr/>
            <p:nvPr/>
          </p:nvSpPr>
          <p:spPr>
            <a:xfrm>
              <a:off x="4049800" y="640400"/>
              <a:ext cx="858900" cy="858900"/>
            </a:xfrm>
            <a:prstGeom prst="blockArc">
              <a:avLst>
                <a:gd name="adj1" fmla="val 16159157"/>
                <a:gd name="adj2" fmla="val 1071592"/>
                <a:gd name="adj3" fmla="val 2493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28" name="Google Shape;1428;p55"/>
          <p:cNvSpPr/>
          <p:nvPr/>
        </p:nvSpPr>
        <p:spPr>
          <a:xfrm>
            <a:off x="1839675" y="1677952"/>
            <a:ext cx="715552" cy="381145"/>
          </a:xfrm>
          <a:custGeom>
            <a:avLst/>
            <a:gdLst/>
            <a:ahLst/>
            <a:cxnLst/>
            <a:rect l="l" t="t" r="r" b="b"/>
            <a:pathLst>
              <a:path w="208768" h="111202" extrusionOk="0">
                <a:moveTo>
                  <a:pt x="0" y="0"/>
                </a:moveTo>
                <a:lnTo>
                  <a:pt x="0" y="90781"/>
                </a:lnTo>
                <a:cubicBezTo>
                  <a:pt x="0" y="102068"/>
                  <a:pt x="9134" y="111201"/>
                  <a:pt x="20420" y="111201"/>
                </a:cubicBezTo>
                <a:lnTo>
                  <a:pt x="188347" y="111201"/>
                </a:lnTo>
                <a:cubicBezTo>
                  <a:pt x="199634" y="111201"/>
                  <a:pt x="208767" y="102068"/>
                  <a:pt x="208767" y="90781"/>
                </a:cubicBezTo>
                <a:lnTo>
                  <a:pt x="208767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9" name="Google Shape;1429;p55"/>
          <p:cNvSpPr/>
          <p:nvPr/>
        </p:nvSpPr>
        <p:spPr>
          <a:xfrm>
            <a:off x="2197370" y="1677952"/>
            <a:ext cx="357780" cy="381145"/>
          </a:xfrm>
          <a:custGeom>
            <a:avLst/>
            <a:gdLst/>
            <a:ahLst/>
            <a:cxnLst/>
            <a:rect l="l" t="t" r="r" b="b"/>
            <a:pathLst>
              <a:path w="104385" h="111202" extrusionOk="0">
                <a:moveTo>
                  <a:pt x="1" y="0"/>
                </a:moveTo>
                <a:lnTo>
                  <a:pt x="1" y="111201"/>
                </a:lnTo>
                <a:lnTo>
                  <a:pt x="83964" y="111201"/>
                </a:lnTo>
                <a:cubicBezTo>
                  <a:pt x="95251" y="111201"/>
                  <a:pt x="104384" y="102068"/>
                  <a:pt x="104384" y="90781"/>
                </a:cubicBezTo>
                <a:lnTo>
                  <a:pt x="10438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0" name="Google Shape;1430;p55"/>
          <p:cNvSpPr/>
          <p:nvPr/>
        </p:nvSpPr>
        <p:spPr>
          <a:xfrm>
            <a:off x="2313959" y="1864616"/>
            <a:ext cx="46737" cy="46624"/>
          </a:xfrm>
          <a:custGeom>
            <a:avLst/>
            <a:gdLst/>
            <a:ahLst/>
            <a:cxnLst/>
            <a:rect l="l" t="t" r="r" b="b"/>
            <a:pathLst>
              <a:path w="13636" h="13603" extrusionOk="0">
                <a:moveTo>
                  <a:pt x="6818" y="0"/>
                </a:moveTo>
                <a:cubicBezTo>
                  <a:pt x="3066" y="0"/>
                  <a:pt x="0" y="3034"/>
                  <a:pt x="0" y="6818"/>
                </a:cubicBezTo>
                <a:cubicBezTo>
                  <a:pt x="0" y="10569"/>
                  <a:pt x="3066" y="13603"/>
                  <a:pt x="6818" y="13603"/>
                </a:cubicBezTo>
                <a:cubicBezTo>
                  <a:pt x="10569" y="13603"/>
                  <a:pt x="13635" y="10569"/>
                  <a:pt x="13635" y="6818"/>
                </a:cubicBezTo>
                <a:cubicBezTo>
                  <a:pt x="13635" y="3034"/>
                  <a:pt x="10569" y="0"/>
                  <a:pt x="681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1" name="Google Shape;1431;p55"/>
          <p:cNvSpPr/>
          <p:nvPr/>
        </p:nvSpPr>
        <p:spPr>
          <a:xfrm>
            <a:off x="2313959" y="1771283"/>
            <a:ext cx="46737" cy="46628"/>
          </a:xfrm>
          <a:custGeom>
            <a:avLst/>
            <a:gdLst/>
            <a:ahLst/>
            <a:cxnLst/>
            <a:rect l="l" t="t" r="r" b="b"/>
            <a:pathLst>
              <a:path w="13636" h="13604" extrusionOk="0">
                <a:moveTo>
                  <a:pt x="6818" y="1"/>
                </a:moveTo>
                <a:cubicBezTo>
                  <a:pt x="3066" y="1"/>
                  <a:pt x="0" y="3067"/>
                  <a:pt x="0" y="6818"/>
                </a:cubicBezTo>
                <a:cubicBezTo>
                  <a:pt x="0" y="10569"/>
                  <a:pt x="3066" y="13603"/>
                  <a:pt x="6818" y="13603"/>
                </a:cubicBezTo>
                <a:cubicBezTo>
                  <a:pt x="10569" y="13603"/>
                  <a:pt x="13635" y="10569"/>
                  <a:pt x="13635" y="6818"/>
                </a:cubicBezTo>
                <a:cubicBezTo>
                  <a:pt x="13635" y="3067"/>
                  <a:pt x="10569" y="1"/>
                  <a:pt x="681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2" name="Google Shape;1432;p55"/>
          <p:cNvSpPr/>
          <p:nvPr/>
        </p:nvSpPr>
        <p:spPr>
          <a:xfrm>
            <a:off x="2407294" y="1864616"/>
            <a:ext cx="46737" cy="46624"/>
          </a:xfrm>
          <a:custGeom>
            <a:avLst/>
            <a:gdLst/>
            <a:ahLst/>
            <a:cxnLst/>
            <a:rect l="l" t="t" r="r" b="b"/>
            <a:pathLst>
              <a:path w="13636" h="13603" extrusionOk="0">
                <a:moveTo>
                  <a:pt x="6818" y="0"/>
                </a:moveTo>
                <a:cubicBezTo>
                  <a:pt x="3067" y="0"/>
                  <a:pt x="1" y="3034"/>
                  <a:pt x="1" y="6818"/>
                </a:cubicBezTo>
                <a:cubicBezTo>
                  <a:pt x="1" y="10569"/>
                  <a:pt x="3067" y="13603"/>
                  <a:pt x="6818" y="13603"/>
                </a:cubicBezTo>
                <a:cubicBezTo>
                  <a:pt x="10570" y="13603"/>
                  <a:pt x="13636" y="10569"/>
                  <a:pt x="13636" y="6818"/>
                </a:cubicBezTo>
                <a:cubicBezTo>
                  <a:pt x="13636" y="3034"/>
                  <a:pt x="10570" y="0"/>
                  <a:pt x="681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3" name="Google Shape;1433;p55"/>
          <p:cNvSpPr/>
          <p:nvPr/>
        </p:nvSpPr>
        <p:spPr>
          <a:xfrm>
            <a:off x="2407294" y="1771283"/>
            <a:ext cx="46737" cy="46628"/>
          </a:xfrm>
          <a:custGeom>
            <a:avLst/>
            <a:gdLst/>
            <a:ahLst/>
            <a:cxnLst/>
            <a:rect l="l" t="t" r="r" b="b"/>
            <a:pathLst>
              <a:path w="13636" h="13604" extrusionOk="0">
                <a:moveTo>
                  <a:pt x="6818" y="1"/>
                </a:moveTo>
                <a:cubicBezTo>
                  <a:pt x="3067" y="1"/>
                  <a:pt x="1" y="3067"/>
                  <a:pt x="1" y="6818"/>
                </a:cubicBezTo>
                <a:cubicBezTo>
                  <a:pt x="1" y="10569"/>
                  <a:pt x="3067" y="13603"/>
                  <a:pt x="6818" y="13603"/>
                </a:cubicBezTo>
                <a:cubicBezTo>
                  <a:pt x="10570" y="13603"/>
                  <a:pt x="13636" y="10569"/>
                  <a:pt x="13636" y="6818"/>
                </a:cubicBezTo>
                <a:cubicBezTo>
                  <a:pt x="13636" y="3067"/>
                  <a:pt x="10570" y="1"/>
                  <a:pt x="681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4" name="Google Shape;1434;p55"/>
          <p:cNvSpPr/>
          <p:nvPr/>
        </p:nvSpPr>
        <p:spPr>
          <a:xfrm>
            <a:off x="2064136" y="1970925"/>
            <a:ext cx="99958" cy="46737"/>
          </a:xfrm>
          <a:custGeom>
            <a:avLst/>
            <a:gdLst/>
            <a:ahLst/>
            <a:cxnLst/>
            <a:rect l="l" t="t" r="r" b="b"/>
            <a:pathLst>
              <a:path w="40841" h="13636" extrusionOk="0">
                <a:moveTo>
                  <a:pt x="6818" y="1"/>
                </a:moveTo>
                <a:cubicBezTo>
                  <a:pt x="3034" y="1"/>
                  <a:pt x="1" y="3067"/>
                  <a:pt x="1" y="6818"/>
                </a:cubicBezTo>
                <a:cubicBezTo>
                  <a:pt x="1" y="10570"/>
                  <a:pt x="3034" y="13636"/>
                  <a:pt x="6818" y="13636"/>
                </a:cubicBezTo>
                <a:lnTo>
                  <a:pt x="34023" y="13636"/>
                </a:lnTo>
                <a:cubicBezTo>
                  <a:pt x="37807" y="13636"/>
                  <a:pt x="40841" y="10570"/>
                  <a:pt x="40841" y="6818"/>
                </a:cubicBezTo>
                <a:cubicBezTo>
                  <a:pt x="40841" y="3067"/>
                  <a:pt x="37807" y="1"/>
                  <a:pt x="34023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5" name="Google Shape;1435;p55"/>
          <p:cNvSpPr/>
          <p:nvPr/>
        </p:nvSpPr>
        <p:spPr>
          <a:xfrm>
            <a:off x="1940723" y="1771283"/>
            <a:ext cx="140096" cy="139983"/>
          </a:xfrm>
          <a:custGeom>
            <a:avLst/>
            <a:gdLst/>
            <a:ahLst/>
            <a:cxnLst/>
            <a:rect l="l" t="t" r="r" b="b"/>
            <a:pathLst>
              <a:path w="40874" h="40841" extrusionOk="0">
                <a:moveTo>
                  <a:pt x="20420" y="1"/>
                </a:moveTo>
                <a:cubicBezTo>
                  <a:pt x="16669" y="1"/>
                  <a:pt x="13635" y="3067"/>
                  <a:pt x="13635" y="6818"/>
                </a:cubicBezTo>
                <a:lnTo>
                  <a:pt x="13635" y="13603"/>
                </a:lnTo>
                <a:lnTo>
                  <a:pt x="6818" y="13603"/>
                </a:lnTo>
                <a:cubicBezTo>
                  <a:pt x="3067" y="13603"/>
                  <a:pt x="0" y="16669"/>
                  <a:pt x="0" y="20421"/>
                </a:cubicBezTo>
                <a:cubicBezTo>
                  <a:pt x="0" y="24172"/>
                  <a:pt x="3067" y="27238"/>
                  <a:pt x="6818" y="27238"/>
                </a:cubicBezTo>
                <a:lnTo>
                  <a:pt x="13635" y="27238"/>
                </a:lnTo>
                <a:lnTo>
                  <a:pt x="13635" y="34056"/>
                </a:lnTo>
                <a:cubicBezTo>
                  <a:pt x="13635" y="37807"/>
                  <a:pt x="16669" y="40841"/>
                  <a:pt x="20420" y="40841"/>
                </a:cubicBezTo>
                <a:cubicBezTo>
                  <a:pt x="24204" y="40841"/>
                  <a:pt x="27238" y="37807"/>
                  <a:pt x="27238" y="34056"/>
                </a:cubicBezTo>
                <a:lnTo>
                  <a:pt x="27238" y="27238"/>
                </a:lnTo>
                <a:lnTo>
                  <a:pt x="34055" y="27238"/>
                </a:lnTo>
                <a:cubicBezTo>
                  <a:pt x="37807" y="27238"/>
                  <a:pt x="40873" y="24172"/>
                  <a:pt x="40873" y="20421"/>
                </a:cubicBezTo>
                <a:cubicBezTo>
                  <a:pt x="40873" y="16669"/>
                  <a:pt x="37807" y="13603"/>
                  <a:pt x="34055" y="13603"/>
                </a:cubicBezTo>
                <a:lnTo>
                  <a:pt x="27238" y="13603"/>
                </a:lnTo>
                <a:lnTo>
                  <a:pt x="27238" y="6818"/>
                </a:lnTo>
                <a:cubicBezTo>
                  <a:pt x="27238" y="3067"/>
                  <a:pt x="24204" y="1"/>
                  <a:pt x="2042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36" name="Google Shape;1436;p55"/>
          <p:cNvGrpSpPr/>
          <p:nvPr/>
        </p:nvGrpSpPr>
        <p:grpSpPr>
          <a:xfrm rot="5400000">
            <a:off x="1971272" y="2110104"/>
            <a:ext cx="452369" cy="710855"/>
            <a:chOff x="1927825" y="238125"/>
            <a:chExt cx="3744775" cy="5219200"/>
          </a:xfrm>
        </p:grpSpPr>
        <p:sp>
          <p:nvSpPr>
            <p:cNvPr id="1437" name="Google Shape;1437;p55"/>
            <p:cNvSpPr/>
            <p:nvPr/>
          </p:nvSpPr>
          <p:spPr>
            <a:xfrm>
              <a:off x="1927825" y="238125"/>
              <a:ext cx="3744775" cy="5219200"/>
            </a:xfrm>
            <a:custGeom>
              <a:avLst/>
              <a:gdLst/>
              <a:ahLst/>
              <a:cxnLst/>
              <a:rect l="l" t="t" r="r" b="b"/>
              <a:pathLst>
                <a:path w="149791" h="208768" extrusionOk="0">
                  <a:moveTo>
                    <a:pt x="74896" y="0"/>
                  </a:moveTo>
                  <a:cubicBezTo>
                    <a:pt x="33599" y="0"/>
                    <a:pt x="0" y="33598"/>
                    <a:pt x="0" y="74895"/>
                  </a:cubicBezTo>
                  <a:lnTo>
                    <a:pt x="0" y="133872"/>
                  </a:lnTo>
                  <a:cubicBezTo>
                    <a:pt x="0" y="175169"/>
                    <a:pt x="33599" y="208767"/>
                    <a:pt x="74896" y="208767"/>
                  </a:cubicBezTo>
                  <a:cubicBezTo>
                    <a:pt x="116192" y="208767"/>
                    <a:pt x="149791" y="175169"/>
                    <a:pt x="149791" y="133872"/>
                  </a:cubicBezTo>
                  <a:lnTo>
                    <a:pt x="149791" y="74895"/>
                  </a:lnTo>
                  <a:cubicBezTo>
                    <a:pt x="149791" y="33598"/>
                    <a:pt x="116192" y="0"/>
                    <a:pt x="7489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1438;p55"/>
            <p:cNvSpPr/>
            <p:nvPr/>
          </p:nvSpPr>
          <p:spPr>
            <a:xfrm>
              <a:off x="3800200" y="238125"/>
              <a:ext cx="1872400" cy="5219200"/>
            </a:xfrm>
            <a:custGeom>
              <a:avLst/>
              <a:gdLst/>
              <a:ahLst/>
              <a:cxnLst/>
              <a:rect l="l" t="t" r="r" b="b"/>
              <a:pathLst>
                <a:path w="74896" h="208768" extrusionOk="0">
                  <a:moveTo>
                    <a:pt x="1" y="0"/>
                  </a:moveTo>
                  <a:lnTo>
                    <a:pt x="1" y="208767"/>
                  </a:lnTo>
                  <a:cubicBezTo>
                    <a:pt x="41297" y="208767"/>
                    <a:pt x="74896" y="175169"/>
                    <a:pt x="74896" y="133872"/>
                  </a:cubicBezTo>
                  <a:lnTo>
                    <a:pt x="74896" y="74895"/>
                  </a:lnTo>
                  <a:cubicBezTo>
                    <a:pt x="74896" y="33598"/>
                    <a:pt x="41297" y="0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Google Shape;1439;p55"/>
            <p:cNvSpPr/>
            <p:nvPr/>
          </p:nvSpPr>
          <p:spPr>
            <a:xfrm>
              <a:off x="3629775" y="238125"/>
              <a:ext cx="340900" cy="1319475"/>
            </a:xfrm>
            <a:custGeom>
              <a:avLst/>
              <a:gdLst/>
              <a:ahLst/>
              <a:cxnLst/>
              <a:rect l="l" t="t" r="r" b="b"/>
              <a:pathLst>
                <a:path w="13636" h="52779" extrusionOk="0">
                  <a:moveTo>
                    <a:pt x="6818" y="0"/>
                  </a:moveTo>
                  <a:cubicBezTo>
                    <a:pt x="3066" y="0"/>
                    <a:pt x="0" y="3034"/>
                    <a:pt x="0" y="6818"/>
                  </a:cubicBezTo>
                  <a:lnTo>
                    <a:pt x="0" y="45994"/>
                  </a:lnTo>
                  <a:cubicBezTo>
                    <a:pt x="0" y="49745"/>
                    <a:pt x="3066" y="52779"/>
                    <a:pt x="6818" y="52779"/>
                  </a:cubicBezTo>
                  <a:cubicBezTo>
                    <a:pt x="10569" y="52779"/>
                    <a:pt x="13635" y="49745"/>
                    <a:pt x="13635" y="45994"/>
                  </a:cubicBezTo>
                  <a:lnTo>
                    <a:pt x="13635" y="6818"/>
                  </a:lnTo>
                  <a:cubicBezTo>
                    <a:pt x="13635" y="3034"/>
                    <a:pt x="10569" y="0"/>
                    <a:pt x="681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Google Shape;1440;p55"/>
            <p:cNvSpPr/>
            <p:nvPr/>
          </p:nvSpPr>
          <p:spPr>
            <a:xfrm>
              <a:off x="3800200" y="238125"/>
              <a:ext cx="170475" cy="1319475"/>
            </a:xfrm>
            <a:custGeom>
              <a:avLst/>
              <a:gdLst/>
              <a:ahLst/>
              <a:cxnLst/>
              <a:rect l="l" t="t" r="r" b="b"/>
              <a:pathLst>
                <a:path w="6819" h="52779" extrusionOk="0">
                  <a:moveTo>
                    <a:pt x="1" y="0"/>
                  </a:moveTo>
                  <a:lnTo>
                    <a:pt x="1" y="52779"/>
                  </a:lnTo>
                  <a:cubicBezTo>
                    <a:pt x="3752" y="52779"/>
                    <a:pt x="6818" y="49745"/>
                    <a:pt x="6818" y="45994"/>
                  </a:cubicBezTo>
                  <a:lnTo>
                    <a:pt x="6818" y="6818"/>
                  </a:lnTo>
                  <a:cubicBezTo>
                    <a:pt x="6818" y="3034"/>
                    <a:pt x="3752" y="0"/>
                    <a:pt x="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55"/>
            <p:cNvSpPr/>
            <p:nvPr/>
          </p:nvSpPr>
          <p:spPr>
            <a:xfrm>
              <a:off x="3289700" y="1259125"/>
              <a:ext cx="1021025" cy="1361900"/>
            </a:xfrm>
            <a:custGeom>
              <a:avLst/>
              <a:gdLst/>
              <a:ahLst/>
              <a:cxnLst/>
              <a:rect l="l" t="t" r="r" b="b"/>
              <a:pathLst>
                <a:path w="40841" h="54476" extrusionOk="0">
                  <a:moveTo>
                    <a:pt x="20421" y="0"/>
                  </a:moveTo>
                  <a:cubicBezTo>
                    <a:pt x="9167" y="0"/>
                    <a:pt x="1" y="9166"/>
                    <a:pt x="1" y="20420"/>
                  </a:cubicBezTo>
                  <a:lnTo>
                    <a:pt x="1" y="34055"/>
                  </a:lnTo>
                  <a:cubicBezTo>
                    <a:pt x="1" y="45309"/>
                    <a:pt x="9167" y="54475"/>
                    <a:pt x="20421" y="54475"/>
                  </a:cubicBezTo>
                  <a:cubicBezTo>
                    <a:pt x="31674" y="54475"/>
                    <a:pt x="40841" y="45309"/>
                    <a:pt x="40841" y="34055"/>
                  </a:cubicBezTo>
                  <a:lnTo>
                    <a:pt x="40841" y="20420"/>
                  </a:lnTo>
                  <a:cubicBezTo>
                    <a:pt x="40841" y="9166"/>
                    <a:pt x="31674" y="0"/>
                    <a:pt x="204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55"/>
            <p:cNvSpPr/>
            <p:nvPr/>
          </p:nvSpPr>
          <p:spPr>
            <a:xfrm>
              <a:off x="3800200" y="1259125"/>
              <a:ext cx="510525" cy="1361900"/>
            </a:xfrm>
            <a:custGeom>
              <a:avLst/>
              <a:gdLst/>
              <a:ahLst/>
              <a:cxnLst/>
              <a:rect l="l" t="t" r="r" b="b"/>
              <a:pathLst>
                <a:path w="20421" h="54476" extrusionOk="0">
                  <a:moveTo>
                    <a:pt x="1" y="0"/>
                  </a:moveTo>
                  <a:lnTo>
                    <a:pt x="1" y="54475"/>
                  </a:lnTo>
                  <a:cubicBezTo>
                    <a:pt x="11254" y="54475"/>
                    <a:pt x="20421" y="45309"/>
                    <a:pt x="20421" y="34055"/>
                  </a:cubicBezTo>
                  <a:lnTo>
                    <a:pt x="20421" y="20420"/>
                  </a:lnTo>
                  <a:cubicBezTo>
                    <a:pt x="20421" y="9166"/>
                    <a:pt x="11254" y="0"/>
                    <a:pt x="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43" name="Google Shape;1443;p55"/>
          <p:cNvSpPr/>
          <p:nvPr/>
        </p:nvSpPr>
        <p:spPr>
          <a:xfrm>
            <a:off x="2230811" y="1970925"/>
            <a:ext cx="99958" cy="46737"/>
          </a:xfrm>
          <a:custGeom>
            <a:avLst/>
            <a:gdLst/>
            <a:ahLst/>
            <a:cxnLst/>
            <a:rect l="l" t="t" r="r" b="b"/>
            <a:pathLst>
              <a:path w="40841" h="13636" extrusionOk="0">
                <a:moveTo>
                  <a:pt x="6818" y="1"/>
                </a:moveTo>
                <a:cubicBezTo>
                  <a:pt x="3034" y="1"/>
                  <a:pt x="1" y="3067"/>
                  <a:pt x="1" y="6818"/>
                </a:cubicBezTo>
                <a:cubicBezTo>
                  <a:pt x="1" y="10570"/>
                  <a:pt x="3034" y="13636"/>
                  <a:pt x="6818" y="13636"/>
                </a:cubicBezTo>
                <a:lnTo>
                  <a:pt x="34023" y="13636"/>
                </a:lnTo>
                <a:cubicBezTo>
                  <a:pt x="37807" y="13636"/>
                  <a:pt x="40841" y="10570"/>
                  <a:pt x="40841" y="6818"/>
                </a:cubicBezTo>
                <a:cubicBezTo>
                  <a:pt x="40841" y="3067"/>
                  <a:pt x="37807" y="1"/>
                  <a:pt x="34023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Google Shape;1448;p56"/>
          <p:cNvSpPr txBox="1">
            <a:spLocks noGrp="1"/>
          </p:cNvSpPr>
          <p:nvPr>
            <p:ph type="title"/>
          </p:nvPr>
        </p:nvSpPr>
        <p:spPr>
          <a:xfrm>
            <a:off x="889950" y="1407400"/>
            <a:ext cx="4484700" cy="80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BULLET POINTS ARE VERY USEFUL</a:t>
            </a:r>
            <a:endParaRPr/>
          </a:p>
        </p:txBody>
      </p:sp>
      <p:sp>
        <p:nvSpPr>
          <p:cNvPr id="1449" name="Google Shape;1449;p56"/>
          <p:cNvSpPr txBox="1">
            <a:spLocks noGrp="1"/>
          </p:cNvSpPr>
          <p:nvPr>
            <p:ph type="body" idx="2"/>
          </p:nvPr>
        </p:nvSpPr>
        <p:spPr>
          <a:xfrm>
            <a:off x="889950" y="2867650"/>
            <a:ext cx="4360200" cy="105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This is an item from your list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This is an item from your list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This is an item from your list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This is an item from your list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This is an item from your list</a:t>
            </a:r>
            <a:endParaRPr/>
          </a:p>
        </p:txBody>
      </p:sp>
      <p:sp>
        <p:nvSpPr>
          <p:cNvPr id="1450" name="Google Shape;1450;p56"/>
          <p:cNvSpPr txBox="1">
            <a:spLocks noGrp="1"/>
          </p:cNvSpPr>
          <p:nvPr>
            <p:ph type="subTitle" idx="1"/>
          </p:nvPr>
        </p:nvSpPr>
        <p:spPr>
          <a:xfrm>
            <a:off x="889950" y="2270875"/>
            <a:ext cx="4045200" cy="2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 beautiful name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5" name="Google Shape;1455;p57"/>
          <p:cNvSpPr txBox="1">
            <a:spLocks noGrp="1"/>
          </p:cNvSpPr>
          <p:nvPr>
            <p:ph type="title"/>
          </p:nvPr>
        </p:nvSpPr>
        <p:spPr>
          <a:xfrm>
            <a:off x="3661425" y="1814600"/>
            <a:ext cx="4837800" cy="127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PICTURE ALWAYS REINFORCES THE  MAIN CONCEPT</a:t>
            </a:r>
            <a:endParaRPr/>
          </a:p>
        </p:txBody>
      </p:sp>
      <p:sp>
        <p:nvSpPr>
          <p:cNvPr id="1456" name="Google Shape;1456;p57"/>
          <p:cNvSpPr txBox="1">
            <a:spLocks noGrp="1"/>
          </p:cNvSpPr>
          <p:nvPr>
            <p:ph type="subTitle" idx="1"/>
          </p:nvPr>
        </p:nvSpPr>
        <p:spPr>
          <a:xfrm>
            <a:off x="3661250" y="3094250"/>
            <a:ext cx="4837800" cy="40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Images reveal large amounts of data, so remember: use an image instead of a long text</a:t>
            </a:r>
            <a:endParaRPr/>
          </a:p>
        </p:txBody>
      </p:sp>
      <p:pic>
        <p:nvPicPr>
          <p:cNvPr id="1457" name="Google Shape;1457;p57"/>
          <p:cNvPicPr preferRelativeResize="0"/>
          <p:nvPr/>
        </p:nvPicPr>
        <p:blipFill rotWithShape="1">
          <a:blip r:embed="rId3">
            <a:alphaModFix/>
          </a:blip>
          <a:srcRect l="20243" t="9850" r="10475" b="10194"/>
          <a:stretch/>
        </p:blipFill>
        <p:spPr>
          <a:xfrm flipH="1">
            <a:off x="0" y="0"/>
            <a:ext cx="3226787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458" name="Google Shape;1458;p57"/>
          <p:cNvSpPr/>
          <p:nvPr/>
        </p:nvSpPr>
        <p:spPr>
          <a:xfrm>
            <a:off x="2523842" y="423848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9" name="Google Shape;1459;p57"/>
          <p:cNvSpPr/>
          <p:nvPr/>
        </p:nvSpPr>
        <p:spPr>
          <a:xfrm>
            <a:off x="3113557" y="423848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0" name="Google Shape;1460;p57"/>
          <p:cNvSpPr/>
          <p:nvPr/>
        </p:nvSpPr>
        <p:spPr>
          <a:xfrm>
            <a:off x="3703272" y="423848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1" name="Google Shape;1461;p57"/>
          <p:cNvSpPr/>
          <p:nvPr/>
        </p:nvSpPr>
        <p:spPr>
          <a:xfrm>
            <a:off x="2523842" y="3636301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2" name="Google Shape;1462;p57"/>
          <p:cNvSpPr/>
          <p:nvPr/>
        </p:nvSpPr>
        <p:spPr>
          <a:xfrm>
            <a:off x="3114444" y="3033260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3" name="Google Shape;1463;p57"/>
          <p:cNvSpPr/>
          <p:nvPr/>
        </p:nvSpPr>
        <p:spPr>
          <a:xfrm>
            <a:off x="3114470" y="363628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4" name="Google Shape;1464;p57"/>
          <p:cNvSpPr/>
          <p:nvPr/>
        </p:nvSpPr>
        <p:spPr>
          <a:xfrm>
            <a:off x="2524358" y="484151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5" name="Google Shape;1465;p57"/>
          <p:cNvSpPr/>
          <p:nvPr/>
        </p:nvSpPr>
        <p:spPr>
          <a:xfrm>
            <a:off x="3114577" y="484148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6" name="Google Shape;1466;p57"/>
          <p:cNvSpPr/>
          <p:nvPr/>
        </p:nvSpPr>
        <p:spPr>
          <a:xfrm>
            <a:off x="3704338" y="4841501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7" name="Google Shape;1467;p57"/>
          <p:cNvSpPr/>
          <p:nvPr/>
        </p:nvSpPr>
        <p:spPr>
          <a:xfrm rot="10800000">
            <a:off x="3116441" y="180909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8" name="Google Shape;1468;p57"/>
          <p:cNvSpPr/>
          <p:nvPr/>
        </p:nvSpPr>
        <p:spPr>
          <a:xfrm rot="10800000">
            <a:off x="3114067" y="3033241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9" name="Google Shape;1469;p57"/>
          <p:cNvSpPr/>
          <p:nvPr/>
        </p:nvSpPr>
        <p:spPr>
          <a:xfrm rot="10800000">
            <a:off x="3705641" y="1206060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0" name="Google Shape;1470;p57"/>
          <p:cNvSpPr/>
          <p:nvPr/>
        </p:nvSpPr>
        <p:spPr>
          <a:xfrm rot="10800000">
            <a:off x="3116383" y="120691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1" name="Google Shape;1471;p57"/>
          <p:cNvSpPr/>
          <p:nvPr/>
        </p:nvSpPr>
        <p:spPr>
          <a:xfrm rot="10800000">
            <a:off x="3705528" y="603035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2" name="Google Shape;1472;p57"/>
          <p:cNvSpPr/>
          <p:nvPr/>
        </p:nvSpPr>
        <p:spPr>
          <a:xfrm rot="10800000">
            <a:off x="3116271" y="603893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3" name="Google Shape;1473;p57"/>
          <p:cNvSpPr/>
          <p:nvPr/>
        </p:nvSpPr>
        <p:spPr>
          <a:xfrm rot="10800000">
            <a:off x="2525934" y="60391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4" name="Google Shape;1474;p57"/>
          <p:cNvSpPr/>
          <p:nvPr/>
        </p:nvSpPr>
        <p:spPr>
          <a:xfrm rot="10800000">
            <a:off x="3705528" y="10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5" name="Google Shape;1475;p57"/>
          <p:cNvSpPr/>
          <p:nvPr/>
        </p:nvSpPr>
        <p:spPr>
          <a:xfrm rot="10800000">
            <a:off x="3116271" y="86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6" name="Google Shape;1476;p57"/>
          <p:cNvSpPr/>
          <p:nvPr/>
        </p:nvSpPr>
        <p:spPr>
          <a:xfrm rot="10800000">
            <a:off x="2526509" y="885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Google Shape;1481;p58"/>
          <p:cNvSpPr txBox="1">
            <a:spLocks noGrp="1"/>
          </p:cNvSpPr>
          <p:nvPr>
            <p:ph type="title"/>
          </p:nvPr>
        </p:nvSpPr>
        <p:spPr>
          <a:xfrm>
            <a:off x="2198250" y="1782600"/>
            <a:ext cx="4747500" cy="18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PICTURE IS WORTH A THOUSAND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WORDS</a:t>
            </a:r>
            <a:endParaRPr/>
          </a:p>
        </p:txBody>
      </p:sp>
      <p:sp>
        <p:nvSpPr>
          <p:cNvPr id="1482" name="Google Shape;1482;p58"/>
          <p:cNvSpPr/>
          <p:nvPr/>
        </p:nvSpPr>
        <p:spPr>
          <a:xfrm rot="-5400000">
            <a:off x="8844042" y="5886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3" name="Google Shape;1483;p58"/>
          <p:cNvSpPr/>
          <p:nvPr/>
        </p:nvSpPr>
        <p:spPr>
          <a:xfrm rot="-5400000">
            <a:off x="8241218" y="176859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4" name="Google Shape;1484;p58"/>
          <p:cNvSpPr/>
          <p:nvPr/>
        </p:nvSpPr>
        <p:spPr>
          <a:xfrm rot="-5400000">
            <a:off x="7638816" y="5886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5" name="Google Shape;1485;p58"/>
          <p:cNvSpPr/>
          <p:nvPr/>
        </p:nvSpPr>
        <p:spPr>
          <a:xfrm rot="-5400000">
            <a:off x="7637875" y="117993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6" name="Google Shape;1486;p58"/>
          <p:cNvSpPr/>
          <p:nvPr/>
        </p:nvSpPr>
        <p:spPr>
          <a:xfrm rot="-5400000">
            <a:off x="8241433" y="-108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7" name="Google Shape;1487;p58"/>
          <p:cNvSpPr/>
          <p:nvPr/>
        </p:nvSpPr>
        <p:spPr>
          <a:xfrm rot="-5400000">
            <a:off x="7036221" y="-106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8" name="Google Shape;1488;p58"/>
          <p:cNvSpPr/>
          <p:nvPr/>
        </p:nvSpPr>
        <p:spPr>
          <a:xfrm rot="-5400000">
            <a:off x="8240209" y="1178852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9" name="Google Shape;1489;p58"/>
          <p:cNvSpPr/>
          <p:nvPr/>
        </p:nvSpPr>
        <p:spPr>
          <a:xfrm rot="-5400000">
            <a:off x="8842531" y="117977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0" name="Google Shape;1490;p58"/>
          <p:cNvSpPr/>
          <p:nvPr/>
        </p:nvSpPr>
        <p:spPr>
          <a:xfrm rot="-5400000">
            <a:off x="8241910" y="588710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1" name="Google Shape;1491;p58"/>
          <p:cNvSpPr/>
          <p:nvPr/>
        </p:nvSpPr>
        <p:spPr>
          <a:xfrm rot="-5400000">
            <a:off x="8843605" y="-288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2" name="Google Shape;1492;p58"/>
          <p:cNvSpPr/>
          <p:nvPr/>
        </p:nvSpPr>
        <p:spPr>
          <a:xfrm rot="-5400000">
            <a:off x="7638832" y="-2074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3" name="Google Shape;1493;p58"/>
          <p:cNvSpPr/>
          <p:nvPr/>
        </p:nvSpPr>
        <p:spPr>
          <a:xfrm rot="-5400000">
            <a:off x="7637200" y="177070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4" name="Google Shape;1494;p58"/>
          <p:cNvSpPr/>
          <p:nvPr/>
        </p:nvSpPr>
        <p:spPr>
          <a:xfrm rot="-5400000">
            <a:off x="7036641" y="5886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5" name="Google Shape;1495;p58"/>
          <p:cNvSpPr/>
          <p:nvPr/>
        </p:nvSpPr>
        <p:spPr>
          <a:xfrm>
            <a:off x="59" y="423849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6" name="Google Shape;1496;p58"/>
          <p:cNvSpPr/>
          <p:nvPr/>
        </p:nvSpPr>
        <p:spPr>
          <a:xfrm>
            <a:off x="589775" y="4238490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7" name="Google Shape;1497;p58"/>
          <p:cNvSpPr/>
          <p:nvPr/>
        </p:nvSpPr>
        <p:spPr>
          <a:xfrm>
            <a:off x="1179490" y="4238490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8" name="Google Shape;1498;p58"/>
          <p:cNvSpPr/>
          <p:nvPr/>
        </p:nvSpPr>
        <p:spPr>
          <a:xfrm>
            <a:off x="59" y="3636305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9" name="Google Shape;1499;p58"/>
          <p:cNvSpPr/>
          <p:nvPr/>
        </p:nvSpPr>
        <p:spPr>
          <a:xfrm>
            <a:off x="590661" y="3033264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0" name="Google Shape;1500;p58"/>
          <p:cNvSpPr/>
          <p:nvPr/>
        </p:nvSpPr>
        <p:spPr>
          <a:xfrm>
            <a:off x="590687" y="363629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1" name="Google Shape;1501;p58"/>
          <p:cNvSpPr/>
          <p:nvPr/>
        </p:nvSpPr>
        <p:spPr>
          <a:xfrm>
            <a:off x="0" y="484152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2" name="Google Shape;1502;p58"/>
          <p:cNvSpPr/>
          <p:nvPr/>
        </p:nvSpPr>
        <p:spPr>
          <a:xfrm>
            <a:off x="590219" y="4841493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3" name="Google Shape;1503;p58"/>
          <p:cNvSpPr/>
          <p:nvPr/>
        </p:nvSpPr>
        <p:spPr>
          <a:xfrm>
            <a:off x="1179981" y="4841505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4" name="Google Shape;1504;p58"/>
          <p:cNvSpPr/>
          <p:nvPr/>
        </p:nvSpPr>
        <p:spPr>
          <a:xfrm>
            <a:off x="1768979" y="483979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" name="Google Shape;1515;p60"/>
          <p:cNvSpPr txBox="1">
            <a:spLocks noGrp="1"/>
          </p:cNvSpPr>
          <p:nvPr>
            <p:ph type="title"/>
          </p:nvPr>
        </p:nvSpPr>
        <p:spPr>
          <a:xfrm>
            <a:off x="5022775" y="2487975"/>
            <a:ext cx="3403800" cy="98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 MODEL</a:t>
            </a:r>
            <a:endParaRPr/>
          </a:p>
        </p:txBody>
      </p:sp>
      <p:sp>
        <p:nvSpPr>
          <p:cNvPr id="1516" name="Google Shape;1516;p60"/>
          <p:cNvSpPr txBox="1">
            <a:spLocks noGrp="1"/>
          </p:cNvSpPr>
          <p:nvPr>
            <p:ph type="title" idx="2"/>
          </p:nvPr>
        </p:nvSpPr>
        <p:spPr>
          <a:xfrm>
            <a:off x="5671075" y="1501025"/>
            <a:ext cx="2755500" cy="98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517" name="Google Shape;1517;p60"/>
          <p:cNvSpPr txBox="1">
            <a:spLocks noGrp="1"/>
          </p:cNvSpPr>
          <p:nvPr>
            <p:ph type="subTitle" idx="1"/>
          </p:nvPr>
        </p:nvSpPr>
        <p:spPr>
          <a:xfrm>
            <a:off x="5718775" y="3474975"/>
            <a:ext cx="2707800" cy="70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Maven Pro"/>
                <a:ea typeface="Maven Pro"/>
                <a:cs typeface="Maven Pro"/>
                <a:sym typeface="Maven Pro"/>
              </a:rPr>
              <a:t>You could enter a subtitle here if you need it</a:t>
            </a:r>
            <a:endParaRPr sz="1800">
              <a:latin typeface="Maven Pro"/>
              <a:ea typeface="Maven Pro"/>
              <a:cs typeface="Maven Pro"/>
              <a:sym typeface="Maven Pro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22" name="Google Shape;1522;p61"/>
          <p:cNvGrpSpPr/>
          <p:nvPr/>
        </p:nvGrpSpPr>
        <p:grpSpPr>
          <a:xfrm>
            <a:off x="660210" y="1687128"/>
            <a:ext cx="2650385" cy="2430091"/>
            <a:chOff x="1597885" y="1496253"/>
            <a:chExt cx="2650385" cy="2430091"/>
          </a:xfrm>
        </p:grpSpPr>
        <p:sp>
          <p:nvSpPr>
            <p:cNvPr id="1523" name="Google Shape;1523;p61"/>
            <p:cNvSpPr/>
            <p:nvPr/>
          </p:nvSpPr>
          <p:spPr>
            <a:xfrm>
              <a:off x="1597885" y="1496253"/>
              <a:ext cx="2650385" cy="2430091"/>
            </a:xfrm>
            <a:custGeom>
              <a:avLst/>
              <a:gdLst/>
              <a:ahLst/>
              <a:cxnLst/>
              <a:rect l="l" t="t" r="r" b="b"/>
              <a:pathLst>
                <a:path w="96650" h="88649" extrusionOk="0">
                  <a:moveTo>
                    <a:pt x="48692" y="0"/>
                  </a:moveTo>
                  <a:cubicBezTo>
                    <a:pt x="46526" y="0"/>
                    <a:pt x="44332" y="152"/>
                    <a:pt x="42124" y="465"/>
                  </a:cubicBezTo>
                  <a:cubicBezTo>
                    <a:pt x="17336" y="3960"/>
                    <a:pt x="1" y="26441"/>
                    <a:pt x="3443" y="50679"/>
                  </a:cubicBezTo>
                  <a:cubicBezTo>
                    <a:pt x="6564" y="72751"/>
                    <a:pt x="25836" y="88649"/>
                    <a:pt x="48004" y="88649"/>
                  </a:cubicBezTo>
                  <a:cubicBezTo>
                    <a:pt x="50160" y="88649"/>
                    <a:pt x="52345" y="88498"/>
                    <a:pt x="54544" y="88188"/>
                  </a:cubicBezTo>
                  <a:cubicBezTo>
                    <a:pt x="79332" y="84675"/>
                    <a:pt x="96649" y="62194"/>
                    <a:pt x="93225" y="37975"/>
                  </a:cubicBezTo>
                  <a:cubicBezTo>
                    <a:pt x="90105" y="15895"/>
                    <a:pt x="70848" y="0"/>
                    <a:pt x="486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24" name="Google Shape;1524;p61"/>
            <p:cNvGrpSpPr/>
            <p:nvPr/>
          </p:nvGrpSpPr>
          <p:grpSpPr>
            <a:xfrm>
              <a:off x="1696153" y="1496829"/>
              <a:ext cx="2518317" cy="2426205"/>
              <a:chOff x="6036094" y="3716980"/>
              <a:chExt cx="529860" cy="510468"/>
            </a:xfrm>
          </p:grpSpPr>
          <p:sp>
            <p:nvSpPr>
              <p:cNvPr id="1525" name="Google Shape;1525;p61"/>
              <p:cNvSpPr/>
              <p:nvPr/>
            </p:nvSpPr>
            <p:spPr>
              <a:xfrm>
                <a:off x="6220140" y="3716980"/>
                <a:ext cx="80065" cy="64273"/>
              </a:xfrm>
              <a:custGeom>
                <a:avLst/>
                <a:gdLst/>
                <a:ahLst/>
                <a:cxnLst/>
                <a:rect l="l" t="t" r="r" b="b"/>
                <a:pathLst>
                  <a:path w="13876" h="11144" extrusionOk="0">
                    <a:moveTo>
                      <a:pt x="11055" y="0"/>
                    </a:moveTo>
                    <a:cubicBezTo>
                      <a:pt x="9600" y="71"/>
                      <a:pt x="8127" y="213"/>
                      <a:pt x="6654" y="426"/>
                    </a:cubicBezTo>
                    <a:cubicBezTo>
                      <a:pt x="4401" y="746"/>
                      <a:pt x="2165" y="1225"/>
                      <a:pt x="1" y="1863"/>
                    </a:cubicBezTo>
                    <a:lnTo>
                      <a:pt x="54" y="2307"/>
                    </a:lnTo>
                    <a:lnTo>
                      <a:pt x="2165" y="2396"/>
                    </a:lnTo>
                    <a:lnTo>
                      <a:pt x="1739" y="4117"/>
                    </a:lnTo>
                    <a:lnTo>
                      <a:pt x="3194" y="4401"/>
                    </a:lnTo>
                    <a:lnTo>
                      <a:pt x="1828" y="5146"/>
                    </a:lnTo>
                    <a:cubicBezTo>
                      <a:pt x="2893" y="6015"/>
                      <a:pt x="1207" y="7417"/>
                      <a:pt x="2538" y="8393"/>
                    </a:cubicBezTo>
                    <a:cubicBezTo>
                      <a:pt x="3088" y="8783"/>
                      <a:pt x="3088" y="9937"/>
                      <a:pt x="3301" y="10611"/>
                    </a:cubicBezTo>
                    <a:lnTo>
                      <a:pt x="6335" y="11143"/>
                    </a:lnTo>
                    <a:cubicBezTo>
                      <a:pt x="6583" y="10611"/>
                      <a:pt x="6832" y="10061"/>
                      <a:pt x="7098" y="9493"/>
                    </a:cubicBezTo>
                    <a:cubicBezTo>
                      <a:pt x="7670" y="8245"/>
                      <a:pt x="7649" y="6456"/>
                      <a:pt x="9632" y="6456"/>
                    </a:cubicBezTo>
                    <a:cubicBezTo>
                      <a:pt x="9679" y="6456"/>
                      <a:pt x="9728" y="6457"/>
                      <a:pt x="9777" y="6459"/>
                    </a:cubicBezTo>
                    <a:cubicBezTo>
                      <a:pt x="10380" y="5217"/>
                      <a:pt x="11410" y="4791"/>
                      <a:pt x="12723" y="4685"/>
                    </a:cubicBezTo>
                    <a:cubicBezTo>
                      <a:pt x="13113" y="4649"/>
                      <a:pt x="13450" y="3939"/>
                      <a:pt x="13876" y="3443"/>
                    </a:cubicBezTo>
                    <a:cubicBezTo>
                      <a:pt x="13166" y="2378"/>
                      <a:pt x="12687" y="1012"/>
                      <a:pt x="11729" y="391"/>
                    </a:cubicBezTo>
                    <a:cubicBezTo>
                      <a:pt x="11516" y="249"/>
                      <a:pt x="11285" y="125"/>
                      <a:pt x="1105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Google Shape;1526;p61"/>
              <p:cNvSpPr/>
              <p:nvPr/>
            </p:nvSpPr>
            <p:spPr>
              <a:xfrm>
                <a:off x="6368562" y="3771936"/>
                <a:ext cx="39115" cy="36745"/>
              </a:xfrm>
              <a:custGeom>
                <a:avLst/>
                <a:gdLst/>
                <a:ahLst/>
                <a:cxnLst/>
                <a:rect l="l" t="t" r="r" b="b"/>
                <a:pathLst>
                  <a:path w="6779" h="6371" extrusionOk="0">
                    <a:moveTo>
                      <a:pt x="870" y="1"/>
                    </a:moveTo>
                    <a:lnTo>
                      <a:pt x="1" y="1154"/>
                    </a:lnTo>
                    <a:lnTo>
                      <a:pt x="1509" y="2698"/>
                    </a:lnTo>
                    <a:lnTo>
                      <a:pt x="2272" y="3283"/>
                    </a:lnTo>
                    <a:cubicBezTo>
                      <a:pt x="3567" y="3922"/>
                      <a:pt x="3301" y="5625"/>
                      <a:pt x="4436" y="6370"/>
                    </a:cubicBezTo>
                    <a:cubicBezTo>
                      <a:pt x="4880" y="5341"/>
                      <a:pt x="5838" y="5554"/>
                      <a:pt x="6654" y="5377"/>
                    </a:cubicBezTo>
                    <a:cubicBezTo>
                      <a:pt x="6778" y="4117"/>
                      <a:pt x="5732" y="3549"/>
                      <a:pt x="4933" y="3265"/>
                    </a:cubicBezTo>
                    <a:cubicBezTo>
                      <a:pt x="3762" y="2875"/>
                      <a:pt x="2928" y="2360"/>
                      <a:pt x="2325" y="1278"/>
                    </a:cubicBezTo>
                    <a:cubicBezTo>
                      <a:pt x="2023" y="746"/>
                      <a:pt x="1367" y="426"/>
                      <a:pt x="870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Google Shape;1527;p61"/>
              <p:cNvSpPr/>
              <p:nvPr/>
            </p:nvSpPr>
            <p:spPr>
              <a:xfrm>
                <a:off x="6304793" y="3747169"/>
                <a:ext cx="25088" cy="13311"/>
              </a:xfrm>
              <a:custGeom>
                <a:avLst/>
                <a:gdLst/>
                <a:ahLst/>
                <a:cxnLst/>
                <a:rect l="l" t="t" r="r" b="b"/>
                <a:pathLst>
                  <a:path w="4348" h="2308" extrusionOk="0">
                    <a:moveTo>
                      <a:pt x="3957" y="1"/>
                    </a:moveTo>
                    <a:cubicBezTo>
                      <a:pt x="2680" y="355"/>
                      <a:pt x="1296" y="143"/>
                      <a:pt x="0" y="906"/>
                    </a:cubicBezTo>
                    <a:cubicBezTo>
                      <a:pt x="728" y="1651"/>
                      <a:pt x="728" y="1615"/>
                      <a:pt x="1544" y="1757"/>
                    </a:cubicBezTo>
                    <a:cubicBezTo>
                      <a:pt x="2147" y="1917"/>
                      <a:pt x="2733" y="2094"/>
                      <a:pt x="3318" y="2307"/>
                    </a:cubicBezTo>
                    <a:lnTo>
                      <a:pt x="4348" y="639"/>
                    </a:lnTo>
                    <a:lnTo>
                      <a:pt x="3957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Google Shape;1528;p61"/>
              <p:cNvSpPr/>
              <p:nvPr/>
            </p:nvSpPr>
            <p:spPr>
              <a:xfrm>
                <a:off x="6365182" y="3787492"/>
                <a:ext cx="18025" cy="16582"/>
              </a:xfrm>
              <a:custGeom>
                <a:avLst/>
                <a:gdLst/>
                <a:ahLst/>
                <a:cxnLst/>
                <a:rect l="l" t="t" r="r" b="b"/>
                <a:pathLst>
                  <a:path w="3124" h="2875" extrusionOk="0">
                    <a:moveTo>
                      <a:pt x="2095" y="1"/>
                    </a:moveTo>
                    <a:lnTo>
                      <a:pt x="1" y="1030"/>
                    </a:lnTo>
                    <a:cubicBezTo>
                      <a:pt x="498" y="1455"/>
                      <a:pt x="782" y="1615"/>
                      <a:pt x="941" y="1864"/>
                    </a:cubicBezTo>
                    <a:cubicBezTo>
                      <a:pt x="1119" y="2112"/>
                      <a:pt x="1154" y="2449"/>
                      <a:pt x="1279" y="2875"/>
                    </a:cubicBezTo>
                    <a:lnTo>
                      <a:pt x="3124" y="2467"/>
                    </a:lnTo>
                    <a:lnTo>
                      <a:pt x="2858" y="586"/>
                    </a:lnTo>
                    <a:lnTo>
                      <a:pt x="2095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Google Shape;1529;p61"/>
              <p:cNvSpPr/>
              <p:nvPr/>
            </p:nvSpPr>
            <p:spPr>
              <a:xfrm>
                <a:off x="6367131" y="3727108"/>
                <a:ext cx="198823" cy="438001"/>
              </a:xfrm>
              <a:custGeom>
                <a:avLst/>
                <a:gdLst/>
                <a:ahLst/>
                <a:cxnLst/>
                <a:rect l="l" t="t" r="r" b="b"/>
                <a:pathLst>
                  <a:path w="34458" h="75943" extrusionOk="0">
                    <a:moveTo>
                      <a:pt x="8836" y="6211"/>
                    </a:moveTo>
                    <a:cubicBezTo>
                      <a:pt x="10061" y="6371"/>
                      <a:pt x="10061" y="6371"/>
                      <a:pt x="12438" y="9352"/>
                    </a:cubicBezTo>
                    <a:lnTo>
                      <a:pt x="10930" y="10416"/>
                    </a:lnTo>
                    <a:cubicBezTo>
                      <a:pt x="10646" y="10044"/>
                      <a:pt x="9244" y="10079"/>
                      <a:pt x="10309" y="8997"/>
                    </a:cubicBezTo>
                    <a:lnTo>
                      <a:pt x="8836" y="6211"/>
                    </a:lnTo>
                    <a:close/>
                    <a:moveTo>
                      <a:pt x="13237" y="17585"/>
                    </a:moveTo>
                    <a:cubicBezTo>
                      <a:pt x="14213" y="18330"/>
                      <a:pt x="14976" y="19235"/>
                      <a:pt x="15951" y="19572"/>
                    </a:cubicBezTo>
                    <a:cubicBezTo>
                      <a:pt x="17034" y="19945"/>
                      <a:pt x="17548" y="20761"/>
                      <a:pt x="18294" y="21506"/>
                    </a:cubicBezTo>
                    <a:lnTo>
                      <a:pt x="16892" y="22216"/>
                    </a:lnTo>
                    <a:lnTo>
                      <a:pt x="19092" y="23440"/>
                    </a:lnTo>
                    <a:lnTo>
                      <a:pt x="18826" y="19359"/>
                    </a:lnTo>
                    <a:lnTo>
                      <a:pt x="18826" y="19359"/>
                    </a:lnTo>
                    <a:cubicBezTo>
                      <a:pt x="19500" y="20264"/>
                      <a:pt x="19890" y="20867"/>
                      <a:pt x="20352" y="21382"/>
                    </a:cubicBezTo>
                    <a:cubicBezTo>
                      <a:pt x="20813" y="21914"/>
                      <a:pt x="21328" y="22340"/>
                      <a:pt x="22091" y="23050"/>
                    </a:cubicBezTo>
                    <a:lnTo>
                      <a:pt x="22587" y="21346"/>
                    </a:lnTo>
                    <a:lnTo>
                      <a:pt x="25267" y="23742"/>
                    </a:lnTo>
                    <a:lnTo>
                      <a:pt x="26402" y="22713"/>
                    </a:lnTo>
                    <a:lnTo>
                      <a:pt x="27999" y="26261"/>
                    </a:lnTo>
                    <a:cubicBezTo>
                      <a:pt x="27384" y="26597"/>
                      <a:pt x="26823" y="26720"/>
                      <a:pt x="26292" y="26720"/>
                    </a:cubicBezTo>
                    <a:cubicBezTo>
                      <a:pt x="24969" y="26720"/>
                      <a:pt x="23833" y="25957"/>
                      <a:pt x="22516" y="25818"/>
                    </a:cubicBezTo>
                    <a:cubicBezTo>
                      <a:pt x="22516" y="26527"/>
                      <a:pt x="22499" y="27131"/>
                      <a:pt x="22499" y="27787"/>
                    </a:cubicBezTo>
                    <a:cubicBezTo>
                      <a:pt x="22392" y="27787"/>
                      <a:pt x="22270" y="27819"/>
                      <a:pt x="22169" y="27819"/>
                    </a:cubicBezTo>
                    <a:cubicBezTo>
                      <a:pt x="22118" y="27819"/>
                      <a:pt x="22073" y="27811"/>
                      <a:pt x="22037" y="27787"/>
                    </a:cubicBezTo>
                    <a:cubicBezTo>
                      <a:pt x="21133" y="27288"/>
                      <a:pt x="20502" y="26308"/>
                      <a:pt x="19338" y="26308"/>
                    </a:cubicBezTo>
                    <a:cubicBezTo>
                      <a:pt x="19178" y="26308"/>
                      <a:pt x="19008" y="26327"/>
                      <a:pt x="18826" y="26368"/>
                    </a:cubicBezTo>
                    <a:cubicBezTo>
                      <a:pt x="18808" y="26372"/>
                      <a:pt x="18788" y="26375"/>
                      <a:pt x="18768" y="26375"/>
                    </a:cubicBezTo>
                    <a:cubicBezTo>
                      <a:pt x="18417" y="26375"/>
                      <a:pt x="17797" y="25667"/>
                      <a:pt x="17495" y="25197"/>
                    </a:cubicBezTo>
                    <a:cubicBezTo>
                      <a:pt x="16998" y="24416"/>
                      <a:pt x="16661" y="23529"/>
                      <a:pt x="16360" y="22925"/>
                    </a:cubicBezTo>
                    <a:cubicBezTo>
                      <a:pt x="16129" y="22764"/>
                      <a:pt x="15928" y="22701"/>
                      <a:pt x="15748" y="22701"/>
                    </a:cubicBezTo>
                    <a:cubicBezTo>
                      <a:pt x="15114" y="22701"/>
                      <a:pt x="14724" y="23479"/>
                      <a:pt x="14110" y="23479"/>
                    </a:cubicBezTo>
                    <a:cubicBezTo>
                      <a:pt x="13959" y="23479"/>
                      <a:pt x="13794" y="23432"/>
                      <a:pt x="13609" y="23316"/>
                    </a:cubicBezTo>
                    <a:cubicBezTo>
                      <a:pt x="13398" y="23182"/>
                      <a:pt x="13213" y="23127"/>
                      <a:pt x="13048" y="23127"/>
                    </a:cubicBezTo>
                    <a:cubicBezTo>
                      <a:pt x="12310" y="23127"/>
                      <a:pt x="11952" y="24236"/>
                      <a:pt x="11285" y="24540"/>
                    </a:cubicBezTo>
                    <a:cubicBezTo>
                      <a:pt x="10309" y="24984"/>
                      <a:pt x="9475" y="24913"/>
                      <a:pt x="8357" y="25126"/>
                    </a:cubicBezTo>
                    <a:cubicBezTo>
                      <a:pt x="8712" y="23440"/>
                      <a:pt x="10007" y="23263"/>
                      <a:pt x="10877" y="22588"/>
                    </a:cubicBezTo>
                    <a:cubicBezTo>
                      <a:pt x="9333" y="21453"/>
                      <a:pt x="11161" y="20583"/>
                      <a:pt x="11107" y="19732"/>
                    </a:cubicBezTo>
                    <a:cubicBezTo>
                      <a:pt x="10966" y="17815"/>
                      <a:pt x="13183" y="19075"/>
                      <a:pt x="13237" y="17585"/>
                    </a:cubicBezTo>
                    <a:close/>
                    <a:moveTo>
                      <a:pt x="444" y="1"/>
                    </a:moveTo>
                    <a:lnTo>
                      <a:pt x="444" y="1"/>
                    </a:lnTo>
                    <a:cubicBezTo>
                      <a:pt x="373" y="746"/>
                      <a:pt x="0" y="1438"/>
                      <a:pt x="1278" y="1758"/>
                    </a:cubicBezTo>
                    <a:cubicBezTo>
                      <a:pt x="2147" y="1953"/>
                      <a:pt x="2662" y="2929"/>
                      <a:pt x="2857" y="3869"/>
                    </a:cubicBezTo>
                    <a:cubicBezTo>
                      <a:pt x="3034" y="4756"/>
                      <a:pt x="3123" y="5643"/>
                      <a:pt x="3247" y="6530"/>
                    </a:cubicBezTo>
                    <a:lnTo>
                      <a:pt x="3549" y="6140"/>
                    </a:lnTo>
                    <a:lnTo>
                      <a:pt x="5412" y="8145"/>
                    </a:lnTo>
                    <a:lnTo>
                      <a:pt x="6654" y="6903"/>
                    </a:lnTo>
                    <a:lnTo>
                      <a:pt x="8393" y="10505"/>
                    </a:lnTo>
                    <a:lnTo>
                      <a:pt x="6654" y="14426"/>
                    </a:lnTo>
                    <a:lnTo>
                      <a:pt x="5944" y="14036"/>
                    </a:lnTo>
                    <a:cubicBezTo>
                      <a:pt x="5678" y="14338"/>
                      <a:pt x="5447" y="14657"/>
                      <a:pt x="5252" y="14976"/>
                    </a:cubicBezTo>
                    <a:cubicBezTo>
                      <a:pt x="5163" y="15154"/>
                      <a:pt x="5217" y="15402"/>
                      <a:pt x="5199" y="15615"/>
                    </a:cubicBezTo>
                    <a:cubicBezTo>
                      <a:pt x="7346" y="16591"/>
                      <a:pt x="7701" y="17017"/>
                      <a:pt x="8162" y="19004"/>
                    </a:cubicBezTo>
                    <a:lnTo>
                      <a:pt x="4471" y="18827"/>
                    </a:lnTo>
                    <a:lnTo>
                      <a:pt x="4471" y="18827"/>
                    </a:lnTo>
                    <a:cubicBezTo>
                      <a:pt x="4755" y="21754"/>
                      <a:pt x="5057" y="22606"/>
                      <a:pt x="6193" y="24114"/>
                    </a:cubicBezTo>
                    <a:lnTo>
                      <a:pt x="7754" y="24061"/>
                    </a:lnTo>
                    <a:lnTo>
                      <a:pt x="7754" y="24061"/>
                    </a:lnTo>
                    <a:cubicBezTo>
                      <a:pt x="8073" y="25480"/>
                      <a:pt x="7914" y="26740"/>
                      <a:pt x="6920" y="27379"/>
                    </a:cubicBezTo>
                    <a:cubicBezTo>
                      <a:pt x="5518" y="28319"/>
                      <a:pt x="7026" y="29703"/>
                      <a:pt x="5962" y="30857"/>
                    </a:cubicBezTo>
                    <a:cubicBezTo>
                      <a:pt x="4241" y="32720"/>
                      <a:pt x="3850" y="35399"/>
                      <a:pt x="2644" y="37812"/>
                    </a:cubicBezTo>
                    <a:lnTo>
                      <a:pt x="4471" y="38380"/>
                    </a:lnTo>
                    <a:cubicBezTo>
                      <a:pt x="4400" y="39161"/>
                      <a:pt x="4436" y="40012"/>
                      <a:pt x="4259" y="40829"/>
                    </a:cubicBezTo>
                    <a:cubicBezTo>
                      <a:pt x="3939" y="42319"/>
                      <a:pt x="4329" y="43579"/>
                      <a:pt x="5252" y="44732"/>
                    </a:cubicBezTo>
                    <a:cubicBezTo>
                      <a:pt x="5838" y="45460"/>
                      <a:pt x="6370" y="46240"/>
                      <a:pt x="7026" y="46932"/>
                    </a:cubicBezTo>
                    <a:cubicBezTo>
                      <a:pt x="7789" y="47731"/>
                      <a:pt x="9209" y="47678"/>
                      <a:pt x="9670" y="48920"/>
                    </a:cubicBezTo>
                    <a:cubicBezTo>
                      <a:pt x="9723" y="49026"/>
                      <a:pt x="9812" y="49097"/>
                      <a:pt x="9919" y="49132"/>
                    </a:cubicBezTo>
                    <a:cubicBezTo>
                      <a:pt x="10191" y="49213"/>
                      <a:pt x="10478" y="49350"/>
                      <a:pt x="10740" y="49350"/>
                    </a:cubicBezTo>
                    <a:cubicBezTo>
                      <a:pt x="10768" y="49350"/>
                      <a:pt x="10796" y="49349"/>
                      <a:pt x="10824" y="49345"/>
                    </a:cubicBezTo>
                    <a:cubicBezTo>
                      <a:pt x="11569" y="49257"/>
                      <a:pt x="12279" y="49257"/>
                      <a:pt x="12917" y="48547"/>
                    </a:cubicBezTo>
                    <a:cubicBezTo>
                      <a:pt x="12958" y="48500"/>
                      <a:pt x="13033" y="48481"/>
                      <a:pt x="13131" y="48481"/>
                    </a:cubicBezTo>
                    <a:cubicBezTo>
                      <a:pt x="13526" y="48481"/>
                      <a:pt x="14291" y="48790"/>
                      <a:pt x="14670" y="48790"/>
                    </a:cubicBezTo>
                    <a:cubicBezTo>
                      <a:pt x="14764" y="48790"/>
                      <a:pt x="14834" y="48771"/>
                      <a:pt x="14869" y="48724"/>
                    </a:cubicBezTo>
                    <a:cubicBezTo>
                      <a:pt x="15721" y="47642"/>
                      <a:pt x="16892" y="47944"/>
                      <a:pt x="17921" y="47695"/>
                    </a:cubicBezTo>
                    <a:cubicBezTo>
                      <a:pt x="17948" y="47687"/>
                      <a:pt x="17976" y="47684"/>
                      <a:pt x="18005" y="47684"/>
                    </a:cubicBezTo>
                    <a:cubicBezTo>
                      <a:pt x="18165" y="47684"/>
                      <a:pt x="18357" y="47795"/>
                      <a:pt x="18613" y="47855"/>
                    </a:cubicBezTo>
                    <a:cubicBezTo>
                      <a:pt x="18550" y="48716"/>
                      <a:pt x="18847" y="48890"/>
                      <a:pt x="19260" y="48890"/>
                    </a:cubicBezTo>
                    <a:cubicBezTo>
                      <a:pt x="19540" y="48890"/>
                      <a:pt x="19874" y="48810"/>
                      <a:pt x="20185" y="48810"/>
                    </a:cubicBezTo>
                    <a:cubicBezTo>
                      <a:pt x="20457" y="48810"/>
                      <a:pt x="20713" y="48871"/>
                      <a:pt x="20902" y="49097"/>
                    </a:cubicBezTo>
                    <a:cubicBezTo>
                      <a:pt x="20831" y="49558"/>
                      <a:pt x="20902" y="50233"/>
                      <a:pt x="20636" y="50765"/>
                    </a:cubicBezTo>
                    <a:cubicBezTo>
                      <a:pt x="20228" y="51546"/>
                      <a:pt x="21150" y="52592"/>
                      <a:pt x="20068" y="53178"/>
                    </a:cubicBezTo>
                    <a:cubicBezTo>
                      <a:pt x="21771" y="55112"/>
                      <a:pt x="20955" y="57649"/>
                      <a:pt x="21594" y="59424"/>
                    </a:cubicBezTo>
                    <a:cubicBezTo>
                      <a:pt x="20742" y="61713"/>
                      <a:pt x="19589" y="63327"/>
                      <a:pt x="19624" y="65776"/>
                    </a:cubicBezTo>
                    <a:cubicBezTo>
                      <a:pt x="19678" y="68597"/>
                      <a:pt x="18453" y="71436"/>
                      <a:pt x="17406" y="74168"/>
                    </a:cubicBezTo>
                    <a:cubicBezTo>
                      <a:pt x="17247" y="74577"/>
                      <a:pt x="17158" y="75002"/>
                      <a:pt x="16910" y="75943"/>
                    </a:cubicBezTo>
                    <a:cubicBezTo>
                      <a:pt x="28177" y="66379"/>
                      <a:pt x="34458" y="51617"/>
                      <a:pt x="32258" y="36144"/>
                    </a:cubicBezTo>
                    <a:cubicBezTo>
                      <a:pt x="29756" y="18472"/>
                      <a:pt x="16874" y="4756"/>
                      <a:pt x="44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Google Shape;1530;p61"/>
              <p:cNvSpPr/>
              <p:nvPr/>
            </p:nvSpPr>
            <p:spPr>
              <a:xfrm>
                <a:off x="6036094" y="3734681"/>
                <a:ext cx="181628" cy="303024"/>
              </a:xfrm>
              <a:custGeom>
                <a:avLst/>
                <a:gdLst/>
                <a:ahLst/>
                <a:cxnLst/>
                <a:rect l="l" t="t" r="r" b="b"/>
                <a:pathLst>
                  <a:path w="31478" h="52540" extrusionOk="0">
                    <a:moveTo>
                      <a:pt x="28337" y="1"/>
                    </a:moveTo>
                    <a:cubicBezTo>
                      <a:pt x="13326" y="5785"/>
                      <a:pt x="2556" y="18986"/>
                      <a:pt x="1" y="34405"/>
                    </a:cubicBezTo>
                    <a:cubicBezTo>
                      <a:pt x="516" y="36961"/>
                      <a:pt x="764" y="39569"/>
                      <a:pt x="1154" y="42159"/>
                    </a:cubicBezTo>
                    <a:cubicBezTo>
                      <a:pt x="1172" y="42266"/>
                      <a:pt x="1438" y="42355"/>
                      <a:pt x="1687" y="42496"/>
                    </a:cubicBezTo>
                    <a:cubicBezTo>
                      <a:pt x="1687" y="41574"/>
                      <a:pt x="1704" y="40704"/>
                      <a:pt x="1704" y="39835"/>
                    </a:cubicBezTo>
                    <a:lnTo>
                      <a:pt x="2112" y="39817"/>
                    </a:lnTo>
                    <a:lnTo>
                      <a:pt x="3905" y="45513"/>
                    </a:lnTo>
                    <a:cubicBezTo>
                      <a:pt x="4490" y="45956"/>
                      <a:pt x="5289" y="46595"/>
                      <a:pt x="6122" y="47145"/>
                    </a:cubicBezTo>
                    <a:cubicBezTo>
                      <a:pt x="6548" y="47465"/>
                      <a:pt x="7045" y="47678"/>
                      <a:pt x="7560" y="47784"/>
                    </a:cubicBezTo>
                    <a:cubicBezTo>
                      <a:pt x="9813" y="48068"/>
                      <a:pt x="12492" y="48884"/>
                      <a:pt x="13557" y="50481"/>
                    </a:cubicBezTo>
                    <a:cubicBezTo>
                      <a:pt x="14515" y="51971"/>
                      <a:pt x="15810" y="52202"/>
                      <a:pt x="16751" y="52539"/>
                    </a:cubicBezTo>
                    <a:lnTo>
                      <a:pt x="18827" y="51652"/>
                    </a:lnTo>
                    <a:cubicBezTo>
                      <a:pt x="18720" y="51475"/>
                      <a:pt x="18632" y="51155"/>
                      <a:pt x="18525" y="51138"/>
                    </a:cubicBezTo>
                    <a:cubicBezTo>
                      <a:pt x="15367" y="50960"/>
                      <a:pt x="15367" y="50978"/>
                      <a:pt x="14905" y="48015"/>
                    </a:cubicBezTo>
                    <a:cubicBezTo>
                      <a:pt x="14870" y="47695"/>
                      <a:pt x="14799" y="47376"/>
                      <a:pt x="14675" y="46755"/>
                    </a:cubicBezTo>
                    <a:lnTo>
                      <a:pt x="11818" y="46152"/>
                    </a:lnTo>
                    <a:lnTo>
                      <a:pt x="12031" y="42461"/>
                    </a:lnTo>
                    <a:cubicBezTo>
                      <a:pt x="12009" y="42460"/>
                      <a:pt x="11988" y="42460"/>
                      <a:pt x="11967" y="42460"/>
                    </a:cubicBezTo>
                    <a:cubicBezTo>
                      <a:pt x="9761" y="42460"/>
                      <a:pt x="10756" y="45214"/>
                      <a:pt x="9157" y="45531"/>
                    </a:cubicBezTo>
                    <a:cubicBezTo>
                      <a:pt x="7577" y="44537"/>
                      <a:pt x="7577" y="44537"/>
                      <a:pt x="6832" y="39036"/>
                    </a:cubicBezTo>
                    <a:cubicBezTo>
                      <a:pt x="7471" y="36162"/>
                      <a:pt x="10807" y="37120"/>
                      <a:pt x="11570" y="34867"/>
                    </a:cubicBezTo>
                    <a:lnTo>
                      <a:pt x="13876" y="35683"/>
                    </a:lnTo>
                    <a:cubicBezTo>
                      <a:pt x="13930" y="37014"/>
                      <a:pt x="14213" y="38274"/>
                      <a:pt x="15651" y="39090"/>
                    </a:cubicBezTo>
                    <a:lnTo>
                      <a:pt x="14870" y="33554"/>
                    </a:lnTo>
                    <a:cubicBezTo>
                      <a:pt x="15012" y="33305"/>
                      <a:pt x="15189" y="33092"/>
                      <a:pt x="15367" y="32880"/>
                    </a:cubicBezTo>
                    <a:cubicBezTo>
                      <a:pt x="16733" y="31584"/>
                      <a:pt x="18720" y="30662"/>
                      <a:pt x="18277" y="28231"/>
                    </a:cubicBezTo>
                    <a:cubicBezTo>
                      <a:pt x="19217" y="27148"/>
                      <a:pt x="19501" y="25569"/>
                      <a:pt x="20903" y="24824"/>
                    </a:cubicBezTo>
                    <a:cubicBezTo>
                      <a:pt x="21169" y="24664"/>
                      <a:pt x="21701" y="24540"/>
                      <a:pt x="21701" y="24416"/>
                    </a:cubicBezTo>
                    <a:cubicBezTo>
                      <a:pt x="21701" y="22606"/>
                      <a:pt x="23298" y="22375"/>
                      <a:pt x="24345" y="21453"/>
                    </a:cubicBezTo>
                    <a:cubicBezTo>
                      <a:pt x="24698" y="21969"/>
                      <a:pt x="25002" y="22149"/>
                      <a:pt x="25280" y="22149"/>
                    </a:cubicBezTo>
                    <a:cubicBezTo>
                      <a:pt x="25925" y="22149"/>
                      <a:pt x="26432" y="21185"/>
                      <a:pt x="27082" y="21185"/>
                    </a:cubicBezTo>
                    <a:cubicBezTo>
                      <a:pt x="27098" y="21185"/>
                      <a:pt x="27114" y="21185"/>
                      <a:pt x="27131" y="21187"/>
                    </a:cubicBezTo>
                    <a:cubicBezTo>
                      <a:pt x="27184" y="21187"/>
                      <a:pt x="27237" y="20867"/>
                      <a:pt x="27255" y="20832"/>
                    </a:cubicBezTo>
                    <a:lnTo>
                      <a:pt x="25250" y="19909"/>
                    </a:lnTo>
                    <a:lnTo>
                      <a:pt x="25835" y="18348"/>
                    </a:lnTo>
                    <a:lnTo>
                      <a:pt x="24274" y="17851"/>
                    </a:lnTo>
                    <a:cubicBezTo>
                      <a:pt x="25161" y="17514"/>
                      <a:pt x="26048" y="17727"/>
                      <a:pt x="26829" y="17531"/>
                    </a:cubicBezTo>
                    <a:cubicBezTo>
                      <a:pt x="27610" y="17336"/>
                      <a:pt x="28266" y="16751"/>
                      <a:pt x="28976" y="16325"/>
                    </a:cubicBezTo>
                    <a:cubicBezTo>
                      <a:pt x="29774" y="15846"/>
                      <a:pt x="30573" y="15349"/>
                      <a:pt x="31478" y="14781"/>
                    </a:cubicBezTo>
                    <a:cubicBezTo>
                      <a:pt x="30466" y="12723"/>
                      <a:pt x="27769" y="12049"/>
                      <a:pt x="27698" y="9565"/>
                    </a:cubicBezTo>
                    <a:lnTo>
                      <a:pt x="25143" y="11836"/>
                    </a:lnTo>
                    <a:cubicBezTo>
                      <a:pt x="25764" y="8571"/>
                      <a:pt x="23600" y="8908"/>
                      <a:pt x="22269" y="8465"/>
                    </a:cubicBezTo>
                    <a:cubicBezTo>
                      <a:pt x="21932" y="8855"/>
                      <a:pt x="21559" y="9032"/>
                      <a:pt x="21027" y="9316"/>
                    </a:cubicBezTo>
                    <a:lnTo>
                      <a:pt x="21825" y="10132"/>
                    </a:lnTo>
                    <a:lnTo>
                      <a:pt x="20353" y="11197"/>
                    </a:lnTo>
                    <a:cubicBezTo>
                      <a:pt x="21772" y="12244"/>
                      <a:pt x="20956" y="13628"/>
                      <a:pt x="20690" y="13734"/>
                    </a:cubicBezTo>
                    <a:cubicBezTo>
                      <a:pt x="18756" y="14444"/>
                      <a:pt x="19217" y="16396"/>
                      <a:pt x="18401" y="17620"/>
                    </a:cubicBezTo>
                    <a:lnTo>
                      <a:pt x="17460" y="16910"/>
                    </a:lnTo>
                    <a:cubicBezTo>
                      <a:pt x="17052" y="16502"/>
                      <a:pt x="17886" y="16360"/>
                      <a:pt x="17851" y="16023"/>
                    </a:cubicBezTo>
                    <a:cubicBezTo>
                      <a:pt x="17833" y="15580"/>
                      <a:pt x="17744" y="15136"/>
                      <a:pt x="17673" y="14639"/>
                    </a:cubicBezTo>
                    <a:lnTo>
                      <a:pt x="14781" y="13805"/>
                    </a:lnTo>
                    <a:cubicBezTo>
                      <a:pt x="14391" y="10558"/>
                      <a:pt x="17727" y="10026"/>
                      <a:pt x="19075" y="8056"/>
                    </a:cubicBezTo>
                    <a:cubicBezTo>
                      <a:pt x="19476" y="8451"/>
                      <a:pt x="19895" y="8555"/>
                      <a:pt x="20323" y="8555"/>
                    </a:cubicBezTo>
                    <a:cubicBezTo>
                      <a:pt x="20808" y="8555"/>
                      <a:pt x="21305" y="8420"/>
                      <a:pt x="21802" y="8420"/>
                    </a:cubicBezTo>
                    <a:cubicBezTo>
                      <a:pt x="21952" y="8420"/>
                      <a:pt x="22102" y="8433"/>
                      <a:pt x="22251" y="8465"/>
                    </a:cubicBezTo>
                    <a:cubicBezTo>
                      <a:pt x="22127" y="7702"/>
                      <a:pt x="22056" y="7152"/>
                      <a:pt x="21967" y="6495"/>
                    </a:cubicBezTo>
                    <a:cubicBezTo>
                      <a:pt x="23198" y="6481"/>
                      <a:pt x="23566" y="4540"/>
                      <a:pt x="24952" y="4540"/>
                    </a:cubicBezTo>
                    <a:cubicBezTo>
                      <a:pt x="25264" y="4540"/>
                      <a:pt x="25629" y="4639"/>
                      <a:pt x="26066" y="4880"/>
                    </a:cubicBezTo>
                    <a:cubicBezTo>
                      <a:pt x="25374" y="5963"/>
                      <a:pt x="24274" y="6335"/>
                      <a:pt x="23458" y="7010"/>
                    </a:cubicBezTo>
                    <a:lnTo>
                      <a:pt x="26243" y="8376"/>
                    </a:lnTo>
                    <a:lnTo>
                      <a:pt x="28089" y="7205"/>
                    </a:lnTo>
                    <a:lnTo>
                      <a:pt x="28160" y="5324"/>
                    </a:lnTo>
                    <a:cubicBezTo>
                      <a:pt x="28332" y="5383"/>
                      <a:pt x="28506" y="5414"/>
                      <a:pt x="28690" y="5414"/>
                    </a:cubicBezTo>
                    <a:cubicBezTo>
                      <a:pt x="29226" y="5414"/>
                      <a:pt x="29853" y="5151"/>
                      <a:pt x="30804" y="4543"/>
                    </a:cubicBezTo>
                    <a:lnTo>
                      <a:pt x="29029" y="3621"/>
                    </a:lnTo>
                    <a:lnTo>
                      <a:pt x="29561" y="2733"/>
                    </a:lnTo>
                    <a:lnTo>
                      <a:pt x="28231" y="1722"/>
                    </a:lnTo>
                    <a:cubicBezTo>
                      <a:pt x="28355" y="1190"/>
                      <a:pt x="28692" y="586"/>
                      <a:pt x="28515" y="232"/>
                    </a:cubicBezTo>
                    <a:cubicBezTo>
                      <a:pt x="28479" y="161"/>
                      <a:pt x="28408" y="72"/>
                      <a:pt x="28337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Google Shape;1531;p61"/>
              <p:cNvSpPr/>
              <p:nvPr/>
            </p:nvSpPr>
            <p:spPr>
              <a:xfrm>
                <a:off x="6143575" y="4010833"/>
                <a:ext cx="186233" cy="216616"/>
              </a:xfrm>
              <a:custGeom>
                <a:avLst/>
                <a:gdLst/>
                <a:ahLst/>
                <a:cxnLst/>
                <a:rect l="l" t="t" r="r" b="b"/>
                <a:pathLst>
                  <a:path w="32276" h="37558" extrusionOk="0">
                    <a:moveTo>
                      <a:pt x="3376" y="1"/>
                    </a:moveTo>
                    <a:cubicBezTo>
                      <a:pt x="3358" y="1"/>
                      <a:pt x="3345" y="4"/>
                      <a:pt x="3336" y="12"/>
                    </a:cubicBezTo>
                    <a:cubicBezTo>
                      <a:pt x="905" y="2621"/>
                      <a:pt x="905" y="2621"/>
                      <a:pt x="1243" y="6400"/>
                    </a:cubicBezTo>
                    <a:cubicBezTo>
                      <a:pt x="1260" y="6595"/>
                      <a:pt x="1118" y="6790"/>
                      <a:pt x="1065" y="7003"/>
                    </a:cubicBezTo>
                    <a:cubicBezTo>
                      <a:pt x="693" y="8405"/>
                      <a:pt x="338" y="9807"/>
                      <a:pt x="1" y="11155"/>
                    </a:cubicBezTo>
                    <a:lnTo>
                      <a:pt x="1118" y="14012"/>
                    </a:lnTo>
                    <a:cubicBezTo>
                      <a:pt x="2147" y="15148"/>
                      <a:pt x="3106" y="16283"/>
                      <a:pt x="4188" y="17330"/>
                    </a:cubicBezTo>
                    <a:cubicBezTo>
                      <a:pt x="5271" y="18413"/>
                      <a:pt x="5677" y="20424"/>
                      <a:pt x="7592" y="20424"/>
                    </a:cubicBezTo>
                    <a:cubicBezTo>
                      <a:pt x="7779" y="20424"/>
                      <a:pt x="7980" y="20405"/>
                      <a:pt x="8198" y="20364"/>
                    </a:cubicBezTo>
                    <a:cubicBezTo>
                      <a:pt x="9263" y="21234"/>
                      <a:pt x="10735" y="21553"/>
                      <a:pt x="11179" y="23221"/>
                    </a:cubicBezTo>
                    <a:cubicBezTo>
                      <a:pt x="11587" y="24711"/>
                      <a:pt x="12669" y="26024"/>
                      <a:pt x="13024" y="27515"/>
                    </a:cubicBezTo>
                    <a:cubicBezTo>
                      <a:pt x="13361" y="28863"/>
                      <a:pt x="14461" y="29662"/>
                      <a:pt x="14834" y="30780"/>
                    </a:cubicBezTo>
                    <a:cubicBezTo>
                      <a:pt x="15278" y="32128"/>
                      <a:pt x="15970" y="33246"/>
                      <a:pt x="16573" y="34470"/>
                    </a:cubicBezTo>
                    <a:cubicBezTo>
                      <a:pt x="17070" y="35428"/>
                      <a:pt x="18223" y="35038"/>
                      <a:pt x="18525" y="36191"/>
                    </a:cubicBezTo>
                    <a:cubicBezTo>
                      <a:pt x="18631" y="36564"/>
                      <a:pt x="18844" y="36901"/>
                      <a:pt x="19146" y="37185"/>
                    </a:cubicBezTo>
                    <a:cubicBezTo>
                      <a:pt x="20299" y="37345"/>
                      <a:pt x="21470" y="37469"/>
                      <a:pt x="22659" y="37558"/>
                    </a:cubicBezTo>
                    <a:cubicBezTo>
                      <a:pt x="22559" y="37158"/>
                      <a:pt x="22490" y="36790"/>
                      <a:pt x="21808" y="36790"/>
                    </a:cubicBezTo>
                    <a:cubicBezTo>
                      <a:pt x="21763" y="36790"/>
                      <a:pt x="21716" y="36791"/>
                      <a:pt x="21665" y="36795"/>
                    </a:cubicBezTo>
                    <a:cubicBezTo>
                      <a:pt x="21645" y="36796"/>
                      <a:pt x="21626" y="36796"/>
                      <a:pt x="21608" y="36796"/>
                    </a:cubicBezTo>
                    <a:cubicBezTo>
                      <a:pt x="20725" y="36796"/>
                      <a:pt x="22437" y="35547"/>
                      <a:pt x="21115" y="35251"/>
                    </a:cubicBezTo>
                    <a:cubicBezTo>
                      <a:pt x="20388" y="35073"/>
                      <a:pt x="22109" y="33707"/>
                      <a:pt x="20725" y="33246"/>
                    </a:cubicBezTo>
                    <a:lnTo>
                      <a:pt x="20920" y="32980"/>
                    </a:lnTo>
                    <a:lnTo>
                      <a:pt x="22783" y="32394"/>
                    </a:lnTo>
                    <a:lnTo>
                      <a:pt x="21860" y="30017"/>
                    </a:lnTo>
                    <a:lnTo>
                      <a:pt x="23191" y="29839"/>
                    </a:lnTo>
                    <a:cubicBezTo>
                      <a:pt x="23599" y="29041"/>
                      <a:pt x="24007" y="28313"/>
                      <a:pt x="24380" y="27550"/>
                    </a:cubicBezTo>
                    <a:cubicBezTo>
                      <a:pt x="24646" y="26982"/>
                      <a:pt x="25178" y="26308"/>
                      <a:pt x="25036" y="25829"/>
                    </a:cubicBezTo>
                    <a:cubicBezTo>
                      <a:pt x="24451" y="23718"/>
                      <a:pt x="26083" y="22972"/>
                      <a:pt x="27343" y="22529"/>
                    </a:cubicBezTo>
                    <a:cubicBezTo>
                      <a:pt x="28603" y="22068"/>
                      <a:pt x="29082" y="21482"/>
                      <a:pt x="29242" y="20311"/>
                    </a:cubicBezTo>
                    <a:cubicBezTo>
                      <a:pt x="29419" y="19069"/>
                      <a:pt x="29809" y="17862"/>
                      <a:pt x="29898" y="16620"/>
                    </a:cubicBezTo>
                    <a:cubicBezTo>
                      <a:pt x="29987" y="15467"/>
                      <a:pt x="30005" y="14438"/>
                      <a:pt x="31087" y="13675"/>
                    </a:cubicBezTo>
                    <a:cubicBezTo>
                      <a:pt x="31442" y="13444"/>
                      <a:pt x="31531" y="12788"/>
                      <a:pt x="31655" y="12309"/>
                    </a:cubicBezTo>
                    <a:cubicBezTo>
                      <a:pt x="32276" y="10144"/>
                      <a:pt x="31868" y="9612"/>
                      <a:pt x="29490" y="9133"/>
                    </a:cubicBezTo>
                    <a:cubicBezTo>
                      <a:pt x="29100" y="9062"/>
                      <a:pt x="28816" y="8494"/>
                      <a:pt x="28266" y="7926"/>
                    </a:cubicBezTo>
                    <a:lnTo>
                      <a:pt x="24895" y="8778"/>
                    </a:lnTo>
                    <a:cubicBezTo>
                      <a:pt x="24522" y="7678"/>
                      <a:pt x="23315" y="7678"/>
                      <a:pt x="22215" y="7465"/>
                    </a:cubicBezTo>
                    <a:lnTo>
                      <a:pt x="21647" y="8157"/>
                    </a:lnTo>
                    <a:lnTo>
                      <a:pt x="18063" y="3597"/>
                    </a:lnTo>
                    <a:cubicBezTo>
                      <a:pt x="16840" y="3528"/>
                      <a:pt x="15905" y="3374"/>
                      <a:pt x="15067" y="3374"/>
                    </a:cubicBezTo>
                    <a:cubicBezTo>
                      <a:pt x="14823" y="3374"/>
                      <a:pt x="14587" y="3387"/>
                      <a:pt x="14355" y="3419"/>
                    </a:cubicBezTo>
                    <a:cubicBezTo>
                      <a:pt x="14295" y="3427"/>
                      <a:pt x="14238" y="3430"/>
                      <a:pt x="14183" y="3430"/>
                    </a:cubicBezTo>
                    <a:cubicBezTo>
                      <a:pt x="13092" y="3430"/>
                      <a:pt x="13035" y="1981"/>
                      <a:pt x="11835" y="1964"/>
                    </a:cubicBezTo>
                    <a:cubicBezTo>
                      <a:pt x="11108" y="1964"/>
                      <a:pt x="9901" y="1467"/>
                      <a:pt x="9582" y="438"/>
                    </a:cubicBezTo>
                    <a:cubicBezTo>
                      <a:pt x="8677" y="793"/>
                      <a:pt x="7914" y="1361"/>
                      <a:pt x="7133" y="1361"/>
                    </a:cubicBezTo>
                    <a:cubicBezTo>
                      <a:pt x="7119" y="1361"/>
                      <a:pt x="7105" y="1361"/>
                      <a:pt x="7091" y="1361"/>
                    </a:cubicBezTo>
                    <a:cubicBezTo>
                      <a:pt x="6288" y="1361"/>
                      <a:pt x="5470" y="877"/>
                      <a:pt x="4703" y="616"/>
                    </a:cubicBezTo>
                    <a:lnTo>
                      <a:pt x="4170" y="1184"/>
                    </a:lnTo>
                    <a:lnTo>
                      <a:pt x="3585" y="48"/>
                    </a:lnTo>
                    <a:cubicBezTo>
                      <a:pt x="3517" y="34"/>
                      <a:pt x="3429" y="1"/>
                      <a:pt x="337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Google Shape;1532;p61"/>
              <p:cNvSpPr/>
              <p:nvPr/>
            </p:nvSpPr>
            <p:spPr>
              <a:xfrm>
                <a:off x="6110513" y="3969114"/>
                <a:ext cx="33997" cy="13957"/>
              </a:xfrm>
              <a:custGeom>
                <a:avLst/>
                <a:gdLst/>
                <a:ahLst/>
                <a:cxnLst/>
                <a:rect l="l" t="t" r="r" b="b"/>
                <a:pathLst>
                  <a:path w="5892" h="2420" extrusionOk="0">
                    <a:moveTo>
                      <a:pt x="2076" y="1"/>
                    </a:moveTo>
                    <a:cubicBezTo>
                      <a:pt x="1454" y="1"/>
                      <a:pt x="791" y="230"/>
                      <a:pt x="0" y="592"/>
                    </a:cubicBezTo>
                    <a:cubicBezTo>
                      <a:pt x="564" y="957"/>
                      <a:pt x="1113" y="1415"/>
                      <a:pt x="1254" y="1415"/>
                    </a:cubicBezTo>
                    <a:cubicBezTo>
                      <a:pt x="1264" y="1415"/>
                      <a:pt x="1272" y="1412"/>
                      <a:pt x="1278" y="1408"/>
                    </a:cubicBezTo>
                    <a:cubicBezTo>
                      <a:pt x="1606" y="1108"/>
                      <a:pt x="1874" y="952"/>
                      <a:pt x="2167" y="952"/>
                    </a:cubicBezTo>
                    <a:cubicBezTo>
                      <a:pt x="2429" y="952"/>
                      <a:pt x="2710" y="1077"/>
                      <a:pt x="3070" y="1337"/>
                    </a:cubicBezTo>
                    <a:cubicBezTo>
                      <a:pt x="3815" y="1869"/>
                      <a:pt x="4773" y="2011"/>
                      <a:pt x="5838" y="2419"/>
                    </a:cubicBezTo>
                    <a:lnTo>
                      <a:pt x="5891" y="1071"/>
                    </a:lnTo>
                    <a:cubicBezTo>
                      <a:pt x="5040" y="893"/>
                      <a:pt x="4170" y="964"/>
                      <a:pt x="3656" y="574"/>
                    </a:cubicBezTo>
                    <a:cubicBezTo>
                      <a:pt x="3121" y="171"/>
                      <a:pt x="2614" y="1"/>
                      <a:pt x="207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Google Shape;1533;p61"/>
              <p:cNvSpPr/>
              <p:nvPr/>
            </p:nvSpPr>
            <p:spPr>
              <a:xfrm>
                <a:off x="6151865" y="3979381"/>
                <a:ext cx="35739" cy="11875"/>
              </a:xfrm>
              <a:custGeom>
                <a:avLst/>
                <a:gdLst/>
                <a:ahLst/>
                <a:cxnLst/>
                <a:rect l="l" t="t" r="r" b="b"/>
                <a:pathLst>
                  <a:path w="6194" h="2059" extrusionOk="0">
                    <a:moveTo>
                      <a:pt x="6193" y="0"/>
                    </a:moveTo>
                    <a:lnTo>
                      <a:pt x="6193" y="0"/>
                    </a:lnTo>
                    <a:cubicBezTo>
                      <a:pt x="4801" y="195"/>
                      <a:pt x="3970" y="433"/>
                      <a:pt x="3202" y="433"/>
                    </a:cubicBezTo>
                    <a:cubicBezTo>
                      <a:pt x="3128" y="433"/>
                      <a:pt x="3055" y="431"/>
                      <a:pt x="2982" y="426"/>
                    </a:cubicBezTo>
                    <a:cubicBezTo>
                      <a:pt x="2453" y="395"/>
                      <a:pt x="1944" y="74"/>
                      <a:pt x="1353" y="74"/>
                    </a:cubicBezTo>
                    <a:cubicBezTo>
                      <a:pt x="951" y="74"/>
                      <a:pt x="511" y="222"/>
                      <a:pt x="1" y="710"/>
                    </a:cubicBezTo>
                    <a:lnTo>
                      <a:pt x="1473" y="2059"/>
                    </a:lnTo>
                    <a:cubicBezTo>
                      <a:pt x="2432" y="409"/>
                      <a:pt x="4472" y="1526"/>
                      <a:pt x="619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Google Shape;1534;p61"/>
              <p:cNvSpPr/>
              <p:nvPr/>
            </p:nvSpPr>
            <p:spPr>
              <a:xfrm>
                <a:off x="6203762" y="3831292"/>
                <a:ext cx="19768" cy="12285"/>
              </a:xfrm>
              <a:custGeom>
                <a:avLst/>
                <a:gdLst/>
                <a:ahLst/>
                <a:cxnLst/>
                <a:rect l="l" t="t" r="r" b="b"/>
                <a:pathLst>
                  <a:path w="3426" h="2130" extrusionOk="0">
                    <a:moveTo>
                      <a:pt x="1473" y="1"/>
                    </a:moveTo>
                    <a:lnTo>
                      <a:pt x="1" y="1828"/>
                    </a:lnTo>
                    <a:lnTo>
                      <a:pt x="3372" y="2130"/>
                    </a:lnTo>
                    <a:cubicBezTo>
                      <a:pt x="3407" y="1917"/>
                      <a:pt x="3425" y="1704"/>
                      <a:pt x="3425" y="1509"/>
                    </a:cubicBezTo>
                    <a:cubicBezTo>
                      <a:pt x="3390" y="1172"/>
                      <a:pt x="3301" y="870"/>
                      <a:pt x="3248" y="586"/>
                    </a:cubicBezTo>
                    <a:lnTo>
                      <a:pt x="1473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535" name="Google Shape;1535;p61"/>
          <p:cNvGrpSpPr/>
          <p:nvPr/>
        </p:nvGrpSpPr>
        <p:grpSpPr>
          <a:xfrm>
            <a:off x="3473025" y="1686969"/>
            <a:ext cx="2664452" cy="2430420"/>
            <a:chOff x="4624163" y="1495131"/>
            <a:chExt cx="2664452" cy="2430420"/>
          </a:xfrm>
        </p:grpSpPr>
        <p:sp>
          <p:nvSpPr>
            <p:cNvPr id="1536" name="Google Shape;1536;p61"/>
            <p:cNvSpPr/>
            <p:nvPr/>
          </p:nvSpPr>
          <p:spPr>
            <a:xfrm>
              <a:off x="4624163" y="1495131"/>
              <a:ext cx="2664452" cy="2430420"/>
            </a:xfrm>
            <a:custGeom>
              <a:avLst/>
              <a:gdLst/>
              <a:ahLst/>
              <a:cxnLst/>
              <a:rect l="l" t="t" r="r" b="b"/>
              <a:pathLst>
                <a:path w="97163" h="88661" extrusionOk="0">
                  <a:moveTo>
                    <a:pt x="48942" y="1"/>
                  </a:moveTo>
                  <a:cubicBezTo>
                    <a:pt x="46560" y="1"/>
                    <a:pt x="44145" y="185"/>
                    <a:pt x="41715" y="565"/>
                  </a:cubicBezTo>
                  <a:cubicBezTo>
                    <a:pt x="16981" y="4433"/>
                    <a:pt x="0" y="27180"/>
                    <a:pt x="3779" y="51346"/>
                  </a:cubicBezTo>
                  <a:cubicBezTo>
                    <a:pt x="7187" y="73133"/>
                    <a:pt x="26312" y="88661"/>
                    <a:pt x="48182" y="88661"/>
                  </a:cubicBezTo>
                  <a:cubicBezTo>
                    <a:pt x="50571" y="88661"/>
                    <a:pt x="52993" y="88476"/>
                    <a:pt x="55431" y="88093"/>
                  </a:cubicBezTo>
                  <a:cubicBezTo>
                    <a:pt x="80165" y="84225"/>
                    <a:pt x="97163" y="61496"/>
                    <a:pt x="93366" y="37311"/>
                  </a:cubicBezTo>
                  <a:cubicBezTo>
                    <a:pt x="89958" y="15517"/>
                    <a:pt x="70820" y="1"/>
                    <a:pt x="489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37" name="Google Shape;1537;p61"/>
            <p:cNvGrpSpPr/>
            <p:nvPr/>
          </p:nvGrpSpPr>
          <p:grpSpPr>
            <a:xfrm>
              <a:off x="4707350" y="1495570"/>
              <a:ext cx="2218506" cy="2206722"/>
              <a:chOff x="6669657" y="3716715"/>
              <a:chExt cx="466779" cy="464290"/>
            </a:xfrm>
          </p:grpSpPr>
          <p:sp>
            <p:nvSpPr>
              <p:cNvPr id="1538" name="Google Shape;1538;p61"/>
              <p:cNvSpPr/>
              <p:nvPr/>
            </p:nvSpPr>
            <p:spPr>
              <a:xfrm>
                <a:off x="6669657" y="3716715"/>
                <a:ext cx="386382" cy="464290"/>
              </a:xfrm>
              <a:custGeom>
                <a:avLst/>
                <a:gdLst/>
                <a:ahLst/>
                <a:cxnLst/>
                <a:rect l="l" t="t" r="r" b="b"/>
                <a:pathLst>
                  <a:path w="66964" h="80501" extrusionOk="0">
                    <a:moveTo>
                      <a:pt x="45863" y="0"/>
                    </a:moveTo>
                    <a:cubicBezTo>
                      <a:pt x="43461" y="0"/>
                      <a:pt x="41054" y="188"/>
                      <a:pt x="38663" y="566"/>
                    </a:cubicBezTo>
                    <a:cubicBezTo>
                      <a:pt x="20352" y="3441"/>
                      <a:pt x="6281" y="16660"/>
                      <a:pt x="1757" y="33161"/>
                    </a:cubicBezTo>
                    <a:lnTo>
                      <a:pt x="4081" y="32487"/>
                    </a:lnTo>
                    <a:lnTo>
                      <a:pt x="4081" y="32487"/>
                    </a:lnTo>
                    <a:cubicBezTo>
                      <a:pt x="4756" y="33871"/>
                      <a:pt x="3939" y="34971"/>
                      <a:pt x="3496" y="36213"/>
                    </a:cubicBezTo>
                    <a:cubicBezTo>
                      <a:pt x="3088" y="37384"/>
                      <a:pt x="2129" y="37207"/>
                      <a:pt x="1384" y="37295"/>
                    </a:cubicBezTo>
                    <a:cubicBezTo>
                      <a:pt x="1207" y="37313"/>
                      <a:pt x="1012" y="37348"/>
                      <a:pt x="816" y="37366"/>
                    </a:cubicBezTo>
                    <a:cubicBezTo>
                      <a:pt x="36" y="41997"/>
                      <a:pt x="0" y="46717"/>
                      <a:pt x="728" y="51348"/>
                    </a:cubicBezTo>
                    <a:cubicBezTo>
                      <a:pt x="2644" y="63591"/>
                      <a:pt x="9528" y="73847"/>
                      <a:pt x="19057" y="80501"/>
                    </a:cubicBezTo>
                    <a:cubicBezTo>
                      <a:pt x="18897" y="80217"/>
                      <a:pt x="18737" y="79950"/>
                      <a:pt x="18560" y="79684"/>
                    </a:cubicBezTo>
                    <a:cubicBezTo>
                      <a:pt x="18099" y="79010"/>
                      <a:pt x="17069" y="77928"/>
                      <a:pt x="17194" y="77768"/>
                    </a:cubicBezTo>
                    <a:cubicBezTo>
                      <a:pt x="18081" y="76703"/>
                      <a:pt x="16094" y="76632"/>
                      <a:pt x="16626" y="75834"/>
                    </a:cubicBezTo>
                    <a:cubicBezTo>
                      <a:pt x="15206" y="74876"/>
                      <a:pt x="14816" y="73652"/>
                      <a:pt x="15277" y="71948"/>
                    </a:cubicBezTo>
                    <a:cubicBezTo>
                      <a:pt x="15455" y="71292"/>
                      <a:pt x="15100" y="70529"/>
                      <a:pt x="14426" y="69854"/>
                    </a:cubicBezTo>
                    <a:cubicBezTo>
                      <a:pt x="13468" y="68896"/>
                      <a:pt x="12811" y="67601"/>
                      <a:pt x="12101" y="66394"/>
                    </a:cubicBezTo>
                    <a:cubicBezTo>
                      <a:pt x="11782" y="65862"/>
                      <a:pt x="11338" y="65152"/>
                      <a:pt x="11463" y="64620"/>
                    </a:cubicBezTo>
                    <a:cubicBezTo>
                      <a:pt x="11871" y="62739"/>
                      <a:pt x="12172" y="60734"/>
                      <a:pt x="13095" y="59102"/>
                    </a:cubicBezTo>
                    <a:cubicBezTo>
                      <a:pt x="14337" y="56919"/>
                      <a:pt x="14284" y="54914"/>
                      <a:pt x="13343" y="51969"/>
                    </a:cubicBezTo>
                    <a:lnTo>
                      <a:pt x="13343" y="51969"/>
                    </a:lnTo>
                    <a:cubicBezTo>
                      <a:pt x="12811" y="53619"/>
                      <a:pt x="11888" y="53229"/>
                      <a:pt x="11090" y="53353"/>
                    </a:cubicBezTo>
                    <a:cubicBezTo>
                      <a:pt x="10814" y="53401"/>
                      <a:pt x="10612" y="53439"/>
                      <a:pt x="10447" y="53439"/>
                    </a:cubicBezTo>
                    <a:cubicBezTo>
                      <a:pt x="9997" y="53439"/>
                      <a:pt x="9823" y="53151"/>
                      <a:pt x="9174" y="51969"/>
                    </a:cubicBezTo>
                    <a:cubicBezTo>
                      <a:pt x="7861" y="50763"/>
                      <a:pt x="6619" y="49485"/>
                      <a:pt x="5447" y="48136"/>
                    </a:cubicBezTo>
                    <a:cubicBezTo>
                      <a:pt x="5270" y="47853"/>
                      <a:pt x="5146" y="47551"/>
                      <a:pt x="5110" y="47214"/>
                    </a:cubicBezTo>
                    <a:cubicBezTo>
                      <a:pt x="4862" y="45759"/>
                      <a:pt x="4649" y="44304"/>
                      <a:pt x="4773" y="42796"/>
                    </a:cubicBezTo>
                    <a:lnTo>
                      <a:pt x="4773" y="42796"/>
                    </a:lnTo>
                    <a:lnTo>
                      <a:pt x="9653" y="51756"/>
                    </a:lnTo>
                    <a:cubicBezTo>
                      <a:pt x="11924" y="50745"/>
                      <a:pt x="13680" y="49201"/>
                      <a:pt x="15650" y="47995"/>
                    </a:cubicBezTo>
                    <a:cubicBezTo>
                      <a:pt x="17034" y="47161"/>
                      <a:pt x="17584" y="45954"/>
                      <a:pt x="18045" y="44606"/>
                    </a:cubicBezTo>
                    <a:cubicBezTo>
                      <a:pt x="18205" y="44109"/>
                      <a:pt x="18329" y="43594"/>
                      <a:pt x="18436" y="43080"/>
                    </a:cubicBezTo>
                    <a:lnTo>
                      <a:pt x="15597" y="40542"/>
                    </a:lnTo>
                    <a:lnTo>
                      <a:pt x="15224" y="41749"/>
                    </a:lnTo>
                    <a:cubicBezTo>
                      <a:pt x="14000" y="41092"/>
                      <a:pt x="12793" y="40507"/>
                      <a:pt x="11640" y="39833"/>
                    </a:cubicBezTo>
                    <a:cubicBezTo>
                      <a:pt x="10593" y="39212"/>
                      <a:pt x="10433" y="38395"/>
                      <a:pt x="11374" y="37082"/>
                    </a:cubicBezTo>
                    <a:lnTo>
                      <a:pt x="11374" y="37082"/>
                    </a:lnTo>
                    <a:cubicBezTo>
                      <a:pt x="12448" y="38789"/>
                      <a:pt x="13681" y="39825"/>
                      <a:pt x="15346" y="39825"/>
                    </a:cubicBezTo>
                    <a:cubicBezTo>
                      <a:pt x="15689" y="39825"/>
                      <a:pt x="16049" y="39781"/>
                      <a:pt x="16431" y="39691"/>
                    </a:cubicBezTo>
                    <a:cubicBezTo>
                      <a:pt x="16437" y="39689"/>
                      <a:pt x="16444" y="39688"/>
                      <a:pt x="16450" y="39688"/>
                    </a:cubicBezTo>
                    <a:cubicBezTo>
                      <a:pt x="16592" y="39688"/>
                      <a:pt x="16795" y="40029"/>
                      <a:pt x="16998" y="40063"/>
                    </a:cubicBezTo>
                    <a:cubicBezTo>
                      <a:pt x="17810" y="40257"/>
                      <a:pt x="18605" y="40492"/>
                      <a:pt x="19428" y="40492"/>
                    </a:cubicBezTo>
                    <a:cubicBezTo>
                      <a:pt x="19811" y="40492"/>
                      <a:pt x="20200" y="40441"/>
                      <a:pt x="20600" y="40312"/>
                    </a:cubicBezTo>
                    <a:cubicBezTo>
                      <a:pt x="21150" y="40152"/>
                      <a:pt x="21718" y="40045"/>
                      <a:pt x="22304" y="40010"/>
                    </a:cubicBezTo>
                    <a:cubicBezTo>
                      <a:pt x="24003" y="41489"/>
                      <a:pt x="25144" y="42940"/>
                      <a:pt x="27015" y="42940"/>
                    </a:cubicBezTo>
                    <a:cubicBezTo>
                      <a:pt x="27253" y="42940"/>
                      <a:pt x="27504" y="42917"/>
                      <a:pt x="27769" y="42867"/>
                    </a:cubicBezTo>
                    <a:cubicBezTo>
                      <a:pt x="27999" y="44251"/>
                      <a:pt x="27875" y="45564"/>
                      <a:pt x="28407" y="46486"/>
                    </a:cubicBezTo>
                    <a:cubicBezTo>
                      <a:pt x="29614" y="48616"/>
                      <a:pt x="31158" y="50532"/>
                      <a:pt x="32701" y="52732"/>
                    </a:cubicBezTo>
                    <a:lnTo>
                      <a:pt x="34600" y="50425"/>
                    </a:lnTo>
                    <a:lnTo>
                      <a:pt x="34103" y="47196"/>
                    </a:lnTo>
                    <a:cubicBezTo>
                      <a:pt x="34972" y="46096"/>
                      <a:pt x="36268" y="45173"/>
                      <a:pt x="36286" y="44251"/>
                    </a:cubicBezTo>
                    <a:cubicBezTo>
                      <a:pt x="36303" y="42707"/>
                      <a:pt x="38503" y="42955"/>
                      <a:pt x="38202" y="41394"/>
                    </a:cubicBezTo>
                    <a:cubicBezTo>
                      <a:pt x="38184" y="41305"/>
                      <a:pt x="39604" y="40986"/>
                      <a:pt x="40313" y="40702"/>
                    </a:cubicBezTo>
                    <a:cubicBezTo>
                      <a:pt x="40650" y="40560"/>
                      <a:pt x="40899" y="40223"/>
                      <a:pt x="41378" y="39797"/>
                    </a:cubicBezTo>
                    <a:lnTo>
                      <a:pt x="44785" y="44978"/>
                    </a:lnTo>
                    <a:lnTo>
                      <a:pt x="46630" y="43914"/>
                    </a:lnTo>
                    <a:cubicBezTo>
                      <a:pt x="47553" y="45102"/>
                      <a:pt x="46754" y="46699"/>
                      <a:pt x="48067" y="47480"/>
                    </a:cubicBezTo>
                    <a:cubicBezTo>
                      <a:pt x="47020" y="50124"/>
                      <a:pt x="48741" y="51508"/>
                      <a:pt x="50445" y="52980"/>
                    </a:cubicBezTo>
                    <a:cubicBezTo>
                      <a:pt x="50764" y="53247"/>
                      <a:pt x="50640" y="54010"/>
                      <a:pt x="50746" y="54684"/>
                    </a:cubicBezTo>
                    <a:cubicBezTo>
                      <a:pt x="49546" y="54279"/>
                      <a:pt x="48739" y="53108"/>
                      <a:pt x="47515" y="53108"/>
                    </a:cubicBezTo>
                    <a:cubicBezTo>
                      <a:pt x="47074" y="53108"/>
                      <a:pt x="46579" y="53260"/>
                      <a:pt x="45991" y="53655"/>
                    </a:cubicBezTo>
                    <a:cubicBezTo>
                      <a:pt x="46130" y="53637"/>
                      <a:pt x="46261" y="53629"/>
                      <a:pt x="46385" y="53629"/>
                    </a:cubicBezTo>
                    <a:cubicBezTo>
                      <a:pt x="47902" y="53629"/>
                      <a:pt x="48314" y="54868"/>
                      <a:pt x="48954" y="55606"/>
                    </a:cubicBezTo>
                    <a:cubicBezTo>
                      <a:pt x="49646" y="56387"/>
                      <a:pt x="51119" y="56937"/>
                      <a:pt x="50782" y="58712"/>
                    </a:cubicBezTo>
                    <a:cubicBezTo>
                      <a:pt x="50925" y="58653"/>
                      <a:pt x="51063" y="58628"/>
                      <a:pt x="51196" y="58628"/>
                    </a:cubicBezTo>
                    <a:cubicBezTo>
                      <a:pt x="52116" y="58628"/>
                      <a:pt x="52822" y="59846"/>
                      <a:pt x="53828" y="59846"/>
                    </a:cubicBezTo>
                    <a:cubicBezTo>
                      <a:pt x="54135" y="59846"/>
                      <a:pt x="54469" y="59733"/>
                      <a:pt x="54845" y="59439"/>
                    </a:cubicBezTo>
                    <a:lnTo>
                      <a:pt x="55431" y="57026"/>
                    </a:lnTo>
                    <a:cubicBezTo>
                      <a:pt x="55147" y="56955"/>
                      <a:pt x="54863" y="56902"/>
                      <a:pt x="54579" y="56849"/>
                    </a:cubicBezTo>
                    <a:cubicBezTo>
                      <a:pt x="53053" y="56760"/>
                      <a:pt x="51385" y="55819"/>
                      <a:pt x="51793" y="55269"/>
                    </a:cubicBezTo>
                    <a:lnTo>
                      <a:pt x="52787" y="54844"/>
                    </a:lnTo>
                    <a:lnTo>
                      <a:pt x="52414" y="52501"/>
                    </a:lnTo>
                    <a:cubicBezTo>
                      <a:pt x="48866" y="49893"/>
                      <a:pt x="48440" y="48917"/>
                      <a:pt x="49770" y="46291"/>
                    </a:cubicBezTo>
                    <a:lnTo>
                      <a:pt x="49770" y="46291"/>
                    </a:lnTo>
                    <a:cubicBezTo>
                      <a:pt x="50462" y="46859"/>
                      <a:pt x="51208" y="47338"/>
                      <a:pt x="51775" y="47977"/>
                    </a:cubicBezTo>
                    <a:cubicBezTo>
                      <a:pt x="52326" y="48562"/>
                      <a:pt x="52698" y="49325"/>
                      <a:pt x="53088" y="49929"/>
                    </a:cubicBezTo>
                    <a:lnTo>
                      <a:pt x="55821" y="46948"/>
                    </a:lnTo>
                    <a:lnTo>
                      <a:pt x="55200" y="42955"/>
                    </a:lnTo>
                    <a:lnTo>
                      <a:pt x="52805" y="41447"/>
                    </a:lnTo>
                    <a:lnTo>
                      <a:pt x="53585" y="38253"/>
                    </a:lnTo>
                    <a:lnTo>
                      <a:pt x="55111" y="39229"/>
                    </a:lnTo>
                    <a:cubicBezTo>
                      <a:pt x="55111" y="40045"/>
                      <a:pt x="55111" y="40542"/>
                      <a:pt x="55111" y="41039"/>
                    </a:cubicBezTo>
                    <a:lnTo>
                      <a:pt x="56300" y="41021"/>
                    </a:lnTo>
                    <a:lnTo>
                      <a:pt x="56034" y="38466"/>
                    </a:lnTo>
                    <a:cubicBezTo>
                      <a:pt x="59778" y="37011"/>
                      <a:pt x="60754" y="35876"/>
                      <a:pt x="62546" y="30925"/>
                    </a:cubicBezTo>
                    <a:lnTo>
                      <a:pt x="59370" y="25407"/>
                    </a:lnTo>
                    <a:lnTo>
                      <a:pt x="60754" y="24609"/>
                    </a:lnTo>
                    <a:cubicBezTo>
                      <a:pt x="60620" y="24079"/>
                      <a:pt x="60336" y="23926"/>
                      <a:pt x="59999" y="23926"/>
                    </a:cubicBezTo>
                    <a:cubicBezTo>
                      <a:pt x="59536" y="23926"/>
                      <a:pt x="58975" y="24215"/>
                      <a:pt x="58567" y="24215"/>
                    </a:cubicBezTo>
                    <a:cubicBezTo>
                      <a:pt x="58326" y="24215"/>
                      <a:pt x="58138" y="24114"/>
                      <a:pt x="58057" y="23792"/>
                    </a:cubicBezTo>
                    <a:lnTo>
                      <a:pt x="59316" y="21344"/>
                    </a:lnTo>
                    <a:lnTo>
                      <a:pt x="60062" y="22692"/>
                    </a:lnTo>
                    <a:lnTo>
                      <a:pt x="61286" y="21858"/>
                    </a:lnTo>
                    <a:lnTo>
                      <a:pt x="63504" y="23775"/>
                    </a:lnTo>
                    <a:lnTo>
                      <a:pt x="64178" y="27040"/>
                    </a:lnTo>
                    <a:cubicBezTo>
                      <a:pt x="64959" y="25993"/>
                      <a:pt x="65598" y="25478"/>
                      <a:pt x="65775" y="24822"/>
                    </a:cubicBezTo>
                    <a:cubicBezTo>
                      <a:pt x="66201" y="23367"/>
                      <a:pt x="64356" y="23225"/>
                      <a:pt x="64089" y="22515"/>
                    </a:cubicBezTo>
                    <a:lnTo>
                      <a:pt x="64444" y="18647"/>
                    </a:lnTo>
                    <a:cubicBezTo>
                      <a:pt x="66520" y="17955"/>
                      <a:pt x="66538" y="17902"/>
                      <a:pt x="66609" y="16305"/>
                    </a:cubicBezTo>
                    <a:cubicBezTo>
                      <a:pt x="66698" y="14229"/>
                      <a:pt x="66840" y="12171"/>
                      <a:pt x="66964" y="10059"/>
                    </a:cubicBezTo>
                    <a:cubicBezTo>
                      <a:pt x="65951" y="8994"/>
                      <a:pt x="64617" y="8884"/>
                      <a:pt x="63235" y="8884"/>
                    </a:cubicBezTo>
                    <a:cubicBezTo>
                      <a:pt x="62876" y="8884"/>
                      <a:pt x="62514" y="8891"/>
                      <a:pt x="62153" y="8891"/>
                    </a:cubicBezTo>
                    <a:cubicBezTo>
                      <a:pt x="62029" y="8891"/>
                      <a:pt x="61906" y="8890"/>
                      <a:pt x="61783" y="8888"/>
                    </a:cubicBezTo>
                    <a:cubicBezTo>
                      <a:pt x="61978" y="8001"/>
                      <a:pt x="62209" y="7362"/>
                      <a:pt x="62262" y="6741"/>
                    </a:cubicBezTo>
                    <a:cubicBezTo>
                      <a:pt x="62297" y="6102"/>
                      <a:pt x="62173" y="5464"/>
                      <a:pt x="62120" y="4701"/>
                    </a:cubicBezTo>
                    <a:lnTo>
                      <a:pt x="65119" y="4239"/>
                    </a:lnTo>
                    <a:cubicBezTo>
                      <a:pt x="59052" y="1427"/>
                      <a:pt x="52479" y="0"/>
                      <a:pt x="4586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Google Shape;1539;p61"/>
              <p:cNvSpPr/>
              <p:nvPr/>
            </p:nvSpPr>
            <p:spPr>
              <a:xfrm>
                <a:off x="7010819" y="4061082"/>
                <a:ext cx="117645" cy="102137"/>
              </a:xfrm>
              <a:custGeom>
                <a:avLst/>
                <a:gdLst/>
                <a:ahLst/>
                <a:cxnLst/>
                <a:rect l="l" t="t" r="r" b="b"/>
                <a:pathLst>
                  <a:path w="20389" h="17709" extrusionOk="0">
                    <a:moveTo>
                      <a:pt x="17567" y="0"/>
                    </a:moveTo>
                    <a:lnTo>
                      <a:pt x="17567" y="0"/>
                    </a:lnTo>
                    <a:cubicBezTo>
                      <a:pt x="17070" y="1331"/>
                      <a:pt x="16644" y="2697"/>
                      <a:pt x="16307" y="4081"/>
                    </a:cubicBezTo>
                    <a:cubicBezTo>
                      <a:pt x="16278" y="4199"/>
                      <a:pt x="16114" y="4268"/>
                      <a:pt x="16100" y="4268"/>
                    </a:cubicBezTo>
                    <a:cubicBezTo>
                      <a:pt x="16097" y="4268"/>
                      <a:pt x="16100" y="4265"/>
                      <a:pt x="16112" y="4259"/>
                    </a:cubicBezTo>
                    <a:lnTo>
                      <a:pt x="13912" y="3034"/>
                    </a:lnTo>
                    <a:lnTo>
                      <a:pt x="14391" y="1437"/>
                    </a:lnTo>
                    <a:lnTo>
                      <a:pt x="12617" y="337"/>
                    </a:lnTo>
                    <a:cubicBezTo>
                      <a:pt x="12563" y="2112"/>
                      <a:pt x="10416" y="1970"/>
                      <a:pt x="10523" y="3655"/>
                    </a:cubicBezTo>
                    <a:cubicBezTo>
                      <a:pt x="10523" y="3709"/>
                      <a:pt x="10239" y="3797"/>
                      <a:pt x="10079" y="3815"/>
                    </a:cubicBezTo>
                    <a:cubicBezTo>
                      <a:pt x="8287" y="4028"/>
                      <a:pt x="8553" y="4418"/>
                      <a:pt x="7276" y="5305"/>
                    </a:cubicBezTo>
                    <a:cubicBezTo>
                      <a:pt x="5785" y="6352"/>
                      <a:pt x="5466" y="8730"/>
                      <a:pt x="3017" y="8765"/>
                    </a:cubicBezTo>
                    <a:cubicBezTo>
                      <a:pt x="2166" y="8783"/>
                      <a:pt x="1154" y="9919"/>
                      <a:pt x="569" y="10770"/>
                    </a:cubicBezTo>
                    <a:cubicBezTo>
                      <a:pt x="178" y="11356"/>
                      <a:pt x="1" y="12705"/>
                      <a:pt x="374" y="13095"/>
                    </a:cubicBezTo>
                    <a:cubicBezTo>
                      <a:pt x="1687" y="14443"/>
                      <a:pt x="746" y="15810"/>
                      <a:pt x="569" y="17708"/>
                    </a:cubicBezTo>
                    <a:cubicBezTo>
                      <a:pt x="3337" y="16519"/>
                      <a:pt x="5839" y="15668"/>
                      <a:pt x="8074" y="14213"/>
                    </a:cubicBezTo>
                    <a:lnTo>
                      <a:pt x="10558" y="15934"/>
                    </a:lnTo>
                    <a:lnTo>
                      <a:pt x="9866" y="17336"/>
                    </a:lnTo>
                    <a:cubicBezTo>
                      <a:pt x="11960" y="17300"/>
                      <a:pt x="13592" y="16998"/>
                      <a:pt x="14710" y="15508"/>
                    </a:cubicBezTo>
                    <a:cubicBezTo>
                      <a:pt x="16094" y="13645"/>
                      <a:pt x="17585" y="11835"/>
                      <a:pt x="18773" y="9866"/>
                    </a:cubicBezTo>
                    <a:cubicBezTo>
                      <a:pt x="19590" y="8482"/>
                      <a:pt x="20388" y="6885"/>
                      <a:pt x="18862" y="5305"/>
                    </a:cubicBezTo>
                    <a:cubicBezTo>
                      <a:pt x="18596" y="5039"/>
                      <a:pt x="18330" y="4330"/>
                      <a:pt x="18472" y="4099"/>
                    </a:cubicBezTo>
                    <a:cubicBezTo>
                      <a:pt x="19732" y="2307"/>
                      <a:pt x="17372" y="1491"/>
                      <a:pt x="1756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Google Shape;1540;p61"/>
              <p:cNvSpPr/>
              <p:nvPr/>
            </p:nvSpPr>
            <p:spPr>
              <a:xfrm>
                <a:off x="6995058" y="4000087"/>
                <a:ext cx="41059" cy="51071"/>
              </a:xfrm>
              <a:custGeom>
                <a:avLst/>
                <a:gdLst/>
                <a:ahLst/>
                <a:cxnLst/>
                <a:rect l="l" t="t" r="r" b="b"/>
                <a:pathLst>
                  <a:path w="7116" h="8855" extrusionOk="0">
                    <a:moveTo>
                      <a:pt x="5359" y="0"/>
                    </a:moveTo>
                    <a:cubicBezTo>
                      <a:pt x="4649" y="976"/>
                      <a:pt x="3993" y="1774"/>
                      <a:pt x="3460" y="2644"/>
                    </a:cubicBezTo>
                    <a:cubicBezTo>
                      <a:pt x="2910" y="3513"/>
                      <a:pt x="1455" y="3638"/>
                      <a:pt x="1828" y="5181"/>
                    </a:cubicBezTo>
                    <a:cubicBezTo>
                      <a:pt x="1354" y="4803"/>
                      <a:pt x="1037" y="4660"/>
                      <a:pt x="815" y="4660"/>
                    </a:cubicBezTo>
                    <a:cubicBezTo>
                      <a:pt x="256" y="4660"/>
                      <a:pt x="305" y="5571"/>
                      <a:pt x="1" y="5926"/>
                    </a:cubicBezTo>
                    <a:cubicBezTo>
                      <a:pt x="1136" y="7417"/>
                      <a:pt x="1438" y="7577"/>
                      <a:pt x="5412" y="8854"/>
                    </a:cubicBezTo>
                    <a:cubicBezTo>
                      <a:pt x="5590" y="7896"/>
                      <a:pt x="5625" y="7239"/>
                      <a:pt x="5820" y="6636"/>
                    </a:cubicBezTo>
                    <a:cubicBezTo>
                      <a:pt x="6033" y="6015"/>
                      <a:pt x="6335" y="5430"/>
                      <a:pt x="6708" y="4880"/>
                    </a:cubicBezTo>
                    <a:cubicBezTo>
                      <a:pt x="7116" y="4294"/>
                      <a:pt x="5696" y="4170"/>
                      <a:pt x="6459" y="3354"/>
                    </a:cubicBezTo>
                    <a:cubicBezTo>
                      <a:pt x="6849" y="2928"/>
                      <a:pt x="6637" y="1686"/>
                      <a:pt x="6778" y="1384"/>
                    </a:cubicBezTo>
                    <a:cubicBezTo>
                      <a:pt x="6832" y="1224"/>
                      <a:pt x="6867" y="1047"/>
                      <a:pt x="6885" y="870"/>
                    </a:cubicBezTo>
                    <a:lnTo>
                      <a:pt x="5359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Google Shape;1541;p61"/>
              <p:cNvSpPr/>
              <p:nvPr/>
            </p:nvSpPr>
            <p:spPr>
              <a:xfrm>
                <a:off x="7078892" y="4018504"/>
                <a:ext cx="57544" cy="36030"/>
              </a:xfrm>
              <a:custGeom>
                <a:avLst/>
                <a:gdLst/>
                <a:ahLst/>
                <a:cxnLst/>
                <a:rect l="l" t="t" r="r" b="b"/>
                <a:pathLst>
                  <a:path w="9973" h="6247" extrusionOk="0">
                    <a:moveTo>
                      <a:pt x="0" y="1"/>
                    </a:moveTo>
                    <a:lnTo>
                      <a:pt x="266" y="1722"/>
                    </a:lnTo>
                    <a:lnTo>
                      <a:pt x="1668" y="1970"/>
                    </a:lnTo>
                    <a:lnTo>
                      <a:pt x="870" y="3177"/>
                    </a:lnTo>
                    <a:cubicBezTo>
                      <a:pt x="1300" y="3058"/>
                      <a:pt x="1704" y="3001"/>
                      <a:pt x="2079" y="3001"/>
                    </a:cubicBezTo>
                    <a:cubicBezTo>
                      <a:pt x="3221" y="3001"/>
                      <a:pt x="4106" y="3533"/>
                      <a:pt x="4720" y="4508"/>
                    </a:cubicBezTo>
                    <a:cubicBezTo>
                      <a:pt x="5319" y="5452"/>
                      <a:pt x="5558" y="5867"/>
                      <a:pt x="5945" y="5867"/>
                    </a:cubicBezTo>
                    <a:cubicBezTo>
                      <a:pt x="6235" y="5867"/>
                      <a:pt x="6607" y="5635"/>
                      <a:pt x="7275" y="5218"/>
                    </a:cubicBezTo>
                    <a:cubicBezTo>
                      <a:pt x="7453" y="5111"/>
                      <a:pt x="7648" y="5058"/>
                      <a:pt x="7861" y="5022"/>
                    </a:cubicBezTo>
                    <a:lnTo>
                      <a:pt x="9564" y="6247"/>
                    </a:lnTo>
                    <a:lnTo>
                      <a:pt x="9972" y="5679"/>
                    </a:lnTo>
                    <a:cubicBezTo>
                      <a:pt x="9582" y="4809"/>
                      <a:pt x="9262" y="3887"/>
                      <a:pt x="8819" y="3035"/>
                    </a:cubicBezTo>
                    <a:cubicBezTo>
                      <a:pt x="8151" y="1821"/>
                      <a:pt x="7070" y="1194"/>
                      <a:pt x="5857" y="1194"/>
                    </a:cubicBezTo>
                    <a:cubicBezTo>
                      <a:pt x="5138" y="1194"/>
                      <a:pt x="4373" y="1415"/>
                      <a:pt x="3620" y="1864"/>
                    </a:cubicBezTo>
                    <a:cubicBezTo>
                      <a:pt x="3336" y="2024"/>
                      <a:pt x="3052" y="2166"/>
                      <a:pt x="2644" y="2396"/>
                    </a:cubicBezTo>
                    <a:lnTo>
                      <a:pt x="1970" y="462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Google Shape;1542;p61"/>
              <p:cNvSpPr/>
              <p:nvPr/>
            </p:nvSpPr>
            <p:spPr>
              <a:xfrm>
                <a:off x="7051663" y="3806456"/>
                <a:ext cx="38503" cy="70819"/>
              </a:xfrm>
              <a:custGeom>
                <a:avLst/>
                <a:gdLst/>
                <a:ahLst/>
                <a:cxnLst/>
                <a:rect l="l" t="t" r="r" b="b"/>
                <a:pathLst>
                  <a:path w="6673" h="12279" extrusionOk="0">
                    <a:moveTo>
                      <a:pt x="6672" y="1"/>
                    </a:moveTo>
                    <a:lnTo>
                      <a:pt x="6672" y="1"/>
                    </a:lnTo>
                    <a:cubicBezTo>
                      <a:pt x="6223" y="198"/>
                      <a:pt x="5784" y="260"/>
                      <a:pt x="5357" y="260"/>
                    </a:cubicBezTo>
                    <a:cubicBezTo>
                      <a:pt x="4670" y="260"/>
                      <a:pt x="4013" y="100"/>
                      <a:pt x="3390" y="89"/>
                    </a:cubicBezTo>
                    <a:lnTo>
                      <a:pt x="3088" y="2786"/>
                    </a:lnTo>
                    <a:lnTo>
                      <a:pt x="4809" y="5164"/>
                    </a:lnTo>
                    <a:lnTo>
                      <a:pt x="1" y="10771"/>
                    </a:lnTo>
                    <a:lnTo>
                      <a:pt x="1083" y="12279"/>
                    </a:lnTo>
                    <a:lnTo>
                      <a:pt x="6388" y="7772"/>
                    </a:lnTo>
                    <a:cubicBezTo>
                      <a:pt x="4454" y="6495"/>
                      <a:pt x="6175" y="3709"/>
                      <a:pt x="4383" y="2502"/>
                    </a:cubicBezTo>
                    <a:lnTo>
                      <a:pt x="6672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Google Shape;1543;p61"/>
              <p:cNvSpPr/>
              <p:nvPr/>
            </p:nvSpPr>
            <p:spPr>
              <a:xfrm>
                <a:off x="6984824" y="4061618"/>
                <a:ext cx="42081" cy="8893"/>
              </a:xfrm>
              <a:custGeom>
                <a:avLst/>
                <a:gdLst/>
                <a:ahLst/>
                <a:cxnLst/>
                <a:rect l="l" t="t" r="r" b="b"/>
                <a:pathLst>
                  <a:path w="7293" h="1542" extrusionOk="0">
                    <a:moveTo>
                      <a:pt x="4286" y="0"/>
                    </a:moveTo>
                    <a:cubicBezTo>
                      <a:pt x="2949" y="0"/>
                      <a:pt x="1596" y="367"/>
                      <a:pt x="0" y="510"/>
                    </a:cubicBezTo>
                    <a:cubicBezTo>
                      <a:pt x="787" y="973"/>
                      <a:pt x="1302" y="1542"/>
                      <a:pt x="1738" y="1542"/>
                    </a:cubicBezTo>
                    <a:cubicBezTo>
                      <a:pt x="1970" y="1542"/>
                      <a:pt x="2179" y="1380"/>
                      <a:pt x="2396" y="954"/>
                    </a:cubicBezTo>
                    <a:cubicBezTo>
                      <a:pt x="2708" y="1325"/>
                      <a:pt x="3056" y="1432"/>
                      <a:pt x="3417" y="1432"/>
                    </a:cubicBezTo>
                    <a:cubicBezTo>
                      <a:pt x="3816" y="1432"/>
                      <a:pt x="4231" y="1302"/>
                      <a:pt x="4631" y="1256"/>
                    </a:cubicBezTo>
                    <a:cubicBezTo>
                      <a:pt x="5394" y="1149"/>
                      <a:pt x="6157" y="1025"/>
                      <a:pt x="7293" y="830"/>
                    </a:cubicBezTo>
                    <a:cubicBezTo>
                      <a:pt x="6240" y="198"/>
                      <a:pt x="5268" y="0"/>
                      <a:pt x="42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Google Shape;1544;p61"/>
              <p:cNvSpPr/>
              <p:nvPr/>
            </p:nvSpPr>
            <p:spPr>
              <a:xfrm>
                <a:off x="7035181" y="4030478"/>
                <a:ext cx="15469" cy="21703"/>
              </a:xfrm>
              <a:custGeom>
                <a:avLst/>
                <a:gdLst/>
                <a:ahLst/>
                <a:cxnLst/>
                <a:rect l="l" t="t" r="r" b="b"/>
                <a:pathLst>
                  <a:path w="2681" h="3763" extrusionOk="0">
                    <a:moveTo>
                      <a:pt x="2662" y="1"/>
                    </a:moveTo>
                    <a:cubicBezTo>
                      <a:pt x="19" y="675"/>
                      <a:pt x="1" y="764"/>
                      <a:pt x="1012" y="3763"/>
                    </a:cubicBezTo>
                    <a:lnTo>
                      <a:pt x="1491" y="2148"/>
                    </a:lnTo>
                    <a:lnTo>
                      <a:pt x="2201" y="3408"/>
                    </a:lnTo>
                    <a:lnTo>
                      <a:pt x="2680" y="3372"/>
                    </a:lnTo>
                    <a:cubicBezTo>
                      <a:pt x="2574" y="2840"/>
                      <a:pt x="2485" y="2308"/>
                      <a:pt x="2450" y="1758"/>
                    </a:cubicBezTo>
                    <a:cubicBezTo>
                      <a:pt x="2485" y="1172"/>
                      <a:pt x="2556" y="586"/>
                      <a:pt x="266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Google Shape;1545;p61"/>
              <p:cNvSpPr/>
              <p:nvPr/>
            </p:nvSpPr>
            <p:spPr>
              <a:xfrm>
                <a:off x="7045011" y="3983609"/>
                <a:ext cx="19047" cy="18121"/>
              </a:xfrm>
              <a:custGeom>
                <a:avLst/>
                <a:gdLst/>
                <a:ahLst/>
                <a:cxnLst/>
                <a:rect l="l" t="t" r="r" b="b"/>
                <a:pathLst>
                  <a:path w="3301" h="3142" extrusionOk="0">
                    <a:moveTo>
                      <a:pt x="3301" y="0"/>
                    </a:moveTo>
                    <a:lnTo>
                      <a:pt x="0" y="1455"/>
                    </a:lnTo>
                    <a:lnTo>
                      <a:pt x="550" y="2520"/>
                    </a:lnTo>
                    <a:lnTo>
                      <a:pt x="1154" y="1793"/>
                    </a:lnTo>
                    <a:lnTo>
                      <a:pt x="2804" y="3141"/>
                    </a:lnTo>
                    <a:lnTo>
                      <a:pt x="330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Google Shape;1546;p61"/>
              <p:cNvSpPr/>
              <p:nvPr/>
            </p:nvSpPr>
            <p:spPr>
              <a:xfrm>
                <a:off x="7034362" y="3943182"/>
                <a:ext cx="9734" cy="24570"/>
              </a:xfrm>
              <a:custGeom>
                <a:avLst/>
                <a:gdLst/>
                <a:ahLst/>
                <a:cxnLst/>
                <a:rect l="l" t="t" r="r" b="b"/>
                <a:pathLst>
                  <a:path w="1687" h="4260" extrusionOk="0">
                    <a:moveTo>
                      <a:pt x="249" y="1"/>
                    </a:moveTo>
                    <a:cubicBezTo>
                      <a:pt x="1" y="2627"/>
                      <a:pt x="1" y="2627"/>
                      <a:pt x="977" y="4259"/>
                    </a:cubicBezTo>
                    <a:cubicBezTo>
                      <a:pt x="1687" y="1261"/>
                      <a:pt x="1687" y="1261"/>
                      <a:pt x="249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Google Shape;1547;p61"/>
              <p:cNvSpPr/>
              <p:nvPr/>
            </p:nvSpPr>
            <p:spPr>
              <a:xfrm>
                <a:off x="6724214" y="4015234"/>
                <a:ext cx="1131" cy="513"/>
              </a:xfrm>
              <a:custGeom>
                <a:avLst/>
                <a:gdLst/>
                <a:ahLst/>
                <a:cxnLst/>
                <a:rect l="l" t="t" r="r" b="b"/>
                <a:pathLst>
                  <a:path w="196" h="89" extrusionOk="0">
                    <a:moveTo>
                      <a:pt x="196" y="0"/>
                    </a:moveTo>
                    <a:lnTo>
                      <a:pt x="1" y="89"/>
                    </a:lnTo>
                    <a:lnTo>
                      <a:pt x="1" y="89"/>
                    </a:lnTo>
                    <a:lnTo>
                      <a:pt x="196" y="18"/>
                    </a:lnTo>
                    <a:lnTo>
                      <a:pt x="19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Google Shape;1548;p61"/>
              <p:cNvSpPr/>
              <p:nvPr/>
            </p:nvSpPr>
            <p:spPr>
              <a:xfrm>
                <a:off x="7071623" y="3755083"/>
                <a:ext cx="16589" cy="16380"/>
              </a:xfrm>
              <a:custGeom>
                <a:avLst/>
                <a:gdLst/>
                <a:ahLst/>
                <a:cxnLst/>
                <a:rect l="l" t="t" r="r" b="b"/>
                <a:pathLst>
                  <a:path w="2875" h="2840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835" y="1029"/>
                      <a:pt x="1739" y="1970"/>
                      <a:pt x="2733" y="2839"/>
                    </a:cubicBezTo>
                    <a:cubicBezTo>
                      <a:pt x="2840" y="2520"/>
                      <a:pt x="2875" y="2201"/>
                      <a:pt x="2822" y="1881"/>
                    </a:cubicBezTo>
                    <a:cubicBezTo>
                      <a:pt x="1899" y="1225"/>
                      <a:pt x="959" y="604"/>
                      <a:pt x="1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Google Shape;1549;p61"/>
              <p:cNvSpPr/>
              <p:nvPr/>
            </p:nvSpPr>
            <p:spPr>
              <a:xfrm>
                <a:off x="6722575" y="4015741"/>
                <a:ext cx="1541" cy="727"/>
              </a:xfrm>
              <a:custGeom>
                <a:avLst/>
                <a:gdLst/>
                <a:ahLst/>
                <a:cxnLst/>
                <a:rect l="l" t="t" r="r" b="b"/>
                <a:pathLst>
                  <a:path w="267" h="126" extrusionOk="0">
                    <a:moveTo>
                      <a:pt x="267" y="1"/>
                    </a:moveTo>
                    <a:cubicBezTo>
                      <a:pt x="178" y="36"/>
                      <a:pt x="89" y="72"/>
                      <a:pt x="1" y="125"/>
                    </a:cubicBezTo>
                    <a:cubicBezTo>
                      <a:pt x="107" y="90"/>
                      <a:pt x="178" y="36"/>
                      <a:pt x="267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Google Shape;1550;p61"/>
              <p:cNvSpPr/>
              <p:nvPr/>
            </p:nvSpPr>
            <p:spPr>
              <a:xfrm>
                <a:off x="6772321" y="4116142"/>
                <a:ext cx="30927" cy="46769"/>
              </a:xfrm>
              <a:custGeom>
                <a:avLst/>
                <a:gdLst/>
                <a:ahLst/>
                <a:cxnLst/>
                <a:rect l="l" t="t" r="r" b="b"/>
                <a:pathLst>
                  <a:path w="5360" h="8109" extrusionOk="0">
                    <a:moveTo>
                      <a:pt x="1828" y="0"/>
                    </a:moveTo>
                    <a:lnTo>
                      <a:pt x="1" y="2946"/>
                    </a:lnTo>
                    <a:cubicBezTo>
                      <a:pt x="444" y="3762"/>
                      <a:pt x="1030" y="4738"/>
                      <a:pt x="1527" y="5785"/>
                    </a:cubicBezTo>
                    <a:cubicBezTo>
                      <a:pt x="2308" y="7328"/>
                      <a:pt x="3479" y="8091"/>
                      <a:pt x="5359" y="8109"/>
                    </a:cubicBezTo>
                    <a:cubicBezTo>
                      <a:pt x="4667" y="6689"/>
                      <a:pt x="3993" y="5625"/>
                      <a:pt x="3798" y="4205"/>
                    </a:cubicBezTo>
                    <a:cubicBezTo>
                      <a:pt x="3621" y="2768"/>
                      <a:pt x="2574" y="1491"/>
                      <a:pt x="182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551" name="Google Shape;1551;p6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MARKET SIZE</a:t>
            </a:r>
            <a:endParaRPr/>
          </a:p>
        </p:txBody>
      </p:sp>
      <p:sp>
        <p:nvSpPr>
          <p:cNvPr id="1552" name="Google Shape;1552;p61"/>
          <p:cNvSpPr/>
          <p:nvPr/>
        </p:nvSpPr>
        <p:spPr>
          <a:xfrm rot="10800000" flipH="1">
            <a:off x="904051" y="2318815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3" name="Google Shape;1553;p61"/>
          <p:cNvSpPr/>
          <p:nvPr/>
        </p:nvSpPr>
        <p:spPr>
          <a:xfrm rot="10800000" flipH="1">
            <a:off x="1703851" y="3687040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4" name="Google Shape;1554;p61"/>
          <p:cNvSpPr/>
          <p:nvPr/>
        </p:nvSpPr>
        <p:spPr>
          <a:xfrm rot="10800000" flipH="1">
            <a:off x="2455376" y="2025415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5" name="Google Shape;1555;p61"/>
          <p:cNvSpPr/>
          <p:nvPr/>
        </p:nvSpPr>
        <p:spPr>
          <a:xfrm rot="10800000" flipH="1">
            <a:off x="3972489" y="1874677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6" name="Google Shape;1556;p61"/>
          <p:cNvSpPr/>
          <p:nvPr/>
        </p:nvSpPr>
        <p:spPr>
          <a:xfrm rot="10800000" flipH="1">
            <a:off x="5372139" y="3391527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7" name="Google Shape;1557;p61"/>
          <p:cNvSpPr/>
          <p:nvPr/>
        </p:nvSpPr>
        <p:spPr>
          <a:xfrm rot="10800000" flipH="1">
            <a:off x="4751614" y="3088177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8" name="Google Shape;1558;p61"/>
          <p:cNvSpPr/>
          <p:nvPr/>
        </p:nvSpPr>
        <p:spPr>
          <a:xfrm rot="10800000" flipH="1">
            <a:off x="3583076" y="2800290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9" name="Google Shape;1559;p61"/>
          <p:cNvSpPr/>
          <p:nvPr/>
        </p:nvSpPr>
        <p:spPr>
          <a:xfrm rot="10800000" flipH="1">
            <a:off x="2827701" y="2300740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0" name="Google Shape;1560;p61"/>
          <p:cNvSpPr/>
          <p:nvPr/>
        </p:nvSpPr>
        <p:spPr>
          <a:xfrm rot="10800000" flipH="1">
            <a:off x="6357139" y="1975252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1" name="Google Shape;1561;p61"/>
          <p:cNvSpPr txBox="1"/>
          <p:nvPr/>
        </p:nvSpPr>
        <p:spPr>
          <a:xfrm>
            <a:off x="6609400" y="1880688"/>
            <a:ext cx="1565100" cy="4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MERCURY</a:t>
            </a:r>
            <a:endParaRPr sz="150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562" name="Google Shape;1562;p61"/>
          <p:cNvSpPr txBox="1"/>
          <p:nvPr/>
        </p:nvSpPr>
        <p:spPr>
          <a:xfrm>
            <a:off x="6618250" y="2303248"/>
            <a:ext cx="2121600" cy="4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rPr>
              <a:t>Mercury is the closest planet to the Sun</a:t>
            </a: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563" name="Google Shape;1563;p61"/>
          <p:cNvSpPr/>
          <p:nvPr/>
        </p:nvSpPr>
        <p:spPr>
          <a:xfrm rot="10800000" flipH="1">
            <a:off x="6357139" y="3050877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4" name="Google Shape;1564;p61"/>
          <p:cNvSpPr txBox="1"/>
          <p:nvPr/>
        </p:nvSpPr>
        <p:spPr>
          <a:xfrm>
            <a:off x="6609400" y="2956313"/>
            <a:ext cx="1565100" cy="4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JUPITER</a:t>
            </a:r>
            <a:endParaRPr sz="150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565" name="Google Shape;1565;p61"/>
          <p:cNvSpPr txBox="1"/>
          <p:nvPr/>
        </p:nvSpPr>
        <p:spPr>
          <a:xfrm>
            <a:off x="6618250" y="3378873"/>
            <a:ext cx="2121600" cy="4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rPr>
              <a:t>It’s the biggest planet in the Solar System</a:t>
            </a:r>
            <a:endParaRPr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566" name="Google Shape;1566;p61"/>
          <p:cNvSpPr/>
          <p:nvPr/>
        </p:nvSpPr>
        <p:spPr>
          <a:xfrm rot="10800000" flipH="1">
            <a:off x="1359951" y="3282740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7" name="Google Shape;1567;p61"/>
          <p:cNvSpPr/>
          <p:nvPr/>
        </p:nvSpPr>
        <p:spPr>
          <a:xfrm rot="10800000" flipH="1">
            <a:off x="1321614" y="2207115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8" name="Google Shape;1568;p61"/>
          <p:cNvSpPr/>
          <p:nvPr/>
        </p:nvSpPr>
        <p:spPr>
          <a:xfrm rot="10800000" flipH="1">
            <a:off x="2493739" y="2339840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9" name="Google Shape;1569;p61"/>
          <p:cNvSpPr/>
          <p:nvPr/>
        </p:nvSpPr>
        <p:spPr>
          <a:xfrm rot="10800000" flipH="1">
            <a:off x="3973401" y="2504477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0" name="Google Shape;1570;p61"/>
          <p:cNvSpPr/>
          <p:nvPr/>
        </p:nvSpPr>
        <p:spPr>
          <a:xfrm rot="10800000" flipH="1">
            <a:off x="5317901" y="2800277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1" name="Google Shape;1571;p61"/>
          <p:cNvSpPr/>
          <p:nvPr/>
        </p:nvSpPr>
        <p:spPr>
          <a:xfrm rot="10800000" flipH="1">
            <a:off x="5118026" y="3572552"/>
            <a:ext cx="199886" cy="20376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" name="Google Shape;1576;p62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COMPETITORS</a:t>
            </a:r>
            <a:endParaRPr/>
          </a:p>
        </p:txBody>
      </p:sp>
      <p:sp>
        <p:nvSpPr>
          <p:cNvPr id="1577" name="Google Shape;1577;p62"/>
          <p:cNvSpPr txBox="1"/>
          <p:nvPr/>
        </p:nvSpPr>
        <p:spPr>
          <a:xfrm>
            <a:off x="2395251" y="1336861"/>
            <a:ext cx="20910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MARS</a:t>
            </a:r>
            <a:endParaRPr sz="150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578" name="Google Shape;1578;p62"/>
          <p:cNvSpPr txBox="1"/>
          <p:nvPr/>
        </p:nvSpPr>
        <p:spPr>
          <a:xfrm>
            <a:off x="2395251" y="1702591"/>
            <a:ext cx="2160300" cy="5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Maven Pro"/>
                <a:ea typeface="Maven Pro"/>
                <a:cs typeface="Maven Pro"/>
                <a:sym typeface="Maven Pro"/>
              </a:rPr>
              <a:t>Despite being red, Mars is a cold place</a:t>
            </a:r>
            <a:endParaRPr>
              <a:solidFill>
                <a:srgbClr val="FFFFFF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579" name="Google Shape;1579;p62"/>
          <p:cNvSpPr txBox="1"/>
          <p:nvPr/>
        </p:nvSpPr>
        <p:spPr>
          <a:xfrm>
            <a:off x="3902501" y="2467149"/>
            <a:ext cx="20910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JUPITER</a:t>
            </a:r>
            <a:endParaRPr sz="150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580" name="Google Shape;1580;p62"/>
          <p:cNvSpPr txBox="1"/>
          <p:nvPr/>
        </p:nvSpPr>
        <p:spPr>
          <a:xfrm>
            <a:off x="3902501" y="2832870"/>
            <a:ext cx="2160300" cy="5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Maven Pro"/>
                <a:ea typeface="Maven Pro"/>
                <a:cs typeface="Maven Pro"/>
                <a:sym typeface="Maven Pro"/>
              </a:rPr>
              <a:t>Jupiter is a gas giant and the biggest planet </a:t>
            </a:r>
            <a:endParaRPr>
              <a:solidFill>
                <a:srgbClr val="FFFFFF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581" name="Google Shape;1581;p62"/>
          <p:cNvSpPr txBox="1"/>
          <p:nvPr/>
        </p:nvSpPr>
        <p:spPr>
          <a:xfrm>
            <a:off x="5409751" y="3611237"/>
            <a:ext cx="20910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MERCURY</a:t>
            </a:r>
            <a:endParaRPr sz="150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582" name="Google Shape;1582;p62"/>
          <p:cNvSpPr txBox="1"/>
          <p:nvPr/>
        </p:nvSpPr>
        <p:spPr>
          <a:xfrm>
            <a:off x="5409751" y="3976950"/>
            <a:ext cx="2160300" cy="5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Maven Pro"/>
                <a:ea typeface="Maven Pro"/>
                <a:cs typeface="Maven Pro"/>
                <a:sym typeface="Maven Pro"/>
              </a:rPr>
              <a:t>Mercury is the closest planet to the Sun </a:t>
            </a:r>
            <a:endParaRPr>
              <a:solidFill>
                <a:srgbClr val="FFFFFF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grpSp>
        <p:nvGrpSpPr>
          <p:cNvPr id="1583" name="Google Shape;1583;p62"/>
          <p:cNvGrpSpPr/>
          <p:nvPr/>
        </p:nvGrpSpPr>
        <p:grpSpPr>
          <a:xfrm>
            <a:off x="1573949" y="1336847"/>
            <a:ext cx="687136" cy="702504"/>
            <a:chOff x="1247700" y="238125"/>
            <a:chExt cx="5105025" cy="5219200"/>
          </a:xfrm>
        </p:grpSpPr>
        <p:sp>
          <p:nvSpPr>
            <p:cNvPr id="1584" name="Google Shape;1584;p62"/>
            <p:cNvSpPr/>
            <p:nvPr/>
          </p:nvSpPr>
          <p:spPr>
            <a:xfrm>
              <a:off x="2949650" y="1372475"/>
              <a:ext cx="1701150" cy="1701950"/>
            </a:xfrm>
            <a:custGeom>
              <a:avLst/>
              <a:gdLst/>
              <a:ahLst/>
              <a:cxnLst/>
              <a:rect l="l" t="t" r="r" b="b"/>
              <a:pathLst>
                <a:path w="68046" h="68078" extrusionOk="0">
                  <a:moveTo>
                    <a:pt x="0" y="0"/>
                  </a:moveTo>
                  <a:lnTo>
                    <a:pt x="0" y="68078"/>
                  </a:lnTo>
                  <a:lnTo>
                    <a:pt x="68045" y="68078"/>
                  </a:lnTo>
                  <a:lnTo>
                    <a:pt x="6804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" name="Google Shape;1585;p62"/>
            <p:cNvSpPr/>
            <p:nvPr/>
          </p:nvSpPr>
          <p:spPr>
            <a:xfrm>
              <a:off x="3800200" y="1372475"/>
              <a:ext cx="850600" cy="1701950"/>
            </a:xfrm>
            <a:custGeom>
              <a:avLst/>
              <a:gdLst/>
              <a:ahLst/>
              <a:cxnLst/>
              <a:rect l="l" t="t" r="r" b="b"/>
              <a:pathLst>
                <a:path w="34024" h="68078" extrusionOk="0">
                  <a:moveTo>
                    <a:pt x="1" y="0"/>
                  </a:moveTo>
                  <a:lnTo>
                    <a:pt x="1" y="68078"/>
                  </a:lnTo>
                  <a:lnTo>
                    <a:pt x="34023" y="68078"/>
                  </a:lnTo>
                  <a:lnTo>
                    <a:pt x="340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" name="Google Shape;1586;p62"/>
            <p:cNvSpPr/>
            <p:nvPr/>
          </p:nvSpPr>
          <p:spPr>
            <a:xfrm>
              <a:off x="1247700" y="2053400"/>
              <a:ext cx="5105025" cy="3403925"/>
            </a:xfrm>
            <a:custGeom>
              <a:avLst/>
              <a:gdLst/>
              <a:ahLst/>
              <a:cxnLst/>
              <a:rect l="l" t="t" r="r" b="b"/>
              <a:pathLst>
                <a:path w="204201" h="136157" extrusionOk="0">
                  <a:moveTo>
                    <a:pt x="6785" y="1"/>
                  </a:moveTo>
                  <a:cubicBezTo>
                    <a:pt x="3034" y="1"/>
                    <a:pt x="0" y="3067"/>
                    <a:pt x="0" y="6818"/>
                  </a:cubicBezTo>
                  <a:lnTo>
                    <a:pt x="0" y="129339"/>
                  </a:lnTo>
                  <a:cubicBezTo>
                    <a:pt x="0" y="133122"/>
                    <a:pt x="3034" y="136156"/>
                    <a:pt x="6785" y="136156"/>
                  </a:cubicBezTo>
                  <a:lnTo>
                    <a:pt x="197416" y="136156"/>
                  </a:lnTo>
                  <a:cubicBezTo>
                    <a:pt x="201167" y="136156"/>
                    <a:pt x="204201" y="133122"/>
                    <a:pt x="204201" y="129339"/>
                  </a:cubicBezTo>
                  <a:lnTo>
                    <a:pt x="204201" y="6818"/>
                  </a:lnTo>
                  <a:cubicBezTo>
                    <a:pt x="204201" y="3067"/>
                    <a:pt x="201167" y="1"/>
                    <a:pt x="197416" y="1"/>
                  </a:cubicBezTo>
                  <a:lnTo>
                    <a:pt x="170178" y="1"/>
                  </a:lnTo>
                  <a:cubicBezTo>
                    <a:pt x="166427" y="1"/>
                    <a:pt x="163361" y="3067"/>
                    <a:pt x="163361" y="6818"/>
                  </a:cubicBezTo>
                  <a:lnTo>
                    <a:pt x="163361" y="27238"/>
                  </a:lnTo>
                  <a:lnTo>
                    <a:pt x="149758" y="27238"/>
                  </a:lnTo>
                  <a:lnTo>
                    <a:pt x="149758" y="6818"/>
                  </a:lnTo>
                  <a:cubicBezTo>
                    <a:pt x="149758" y="3067"/>
                    <a:pt x="146692" y="1"/>
                    <a:pt x="142941" y="1"/>
                  </a:cubicBezTo>
                  <a:lnTo>
                    <a:pt x="115703" y="1"/>
                  </a:lnTo>
                  <a:cubicBezTo>
                    <a:pt x="111952" y="1"/>
                    <a:pt x="108918" y="3067"/>
                    <a:pt x="108918" y="6818"/>
                  </a:cubicBezTo>
                  <a:lnTo>
                    <a:pt x="108918" y="27238"/>
                  </a:lnTo>
                  <a:lnTo>
                    <a:pt x="95283" y="27238"/>
                  </a:lnTo>
                  <a:lnTo>
                    <a:pt x="95283" y="6818"/>
                  </a:lnTo>
                  <a:cubicBezTo>
                    <a:pt x="95283" y="3067"/>
                    <a:pt x="92249" y="1"/>
                    <a:pt x="88498" y="1"/>
                  </a:cubicBezTo>
                  <a:lnTo>
                    <a:pt x="61260" y="1"/>
                  </a:lnTo>
                  <a:cubicBezTo>
                    <a:pt x="57509" y="1"/>
                    <a:pt x="54443" y="3067"/>
                    <a:pt x="54443" y="6818"/>
                  </a:cubicBezTo>
                  <a:lnTo>
                    <a:pt x="54443" y="27238"/>
                  </a:lnTo>
                  <a:lnTo>
                    <a:pt x="40840" y="27238"/>
                  </a:lnTo>
                  <a:lnTo>
                    <a:pt x="40840" y="6818"/>
                  </a:lnTo>
                  <a:cubicBezTo>
                    <a:pt x="40840" y="3067"/>
                    <a:pt x="37774" y="1"/>
                    <a:pt x="340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" name="Google Shape;1587;p62"/>
            <p:cNvSpPr/>
            <p:nvPr/>
          </p:nvSpPr>
          <p:spPr>
            <a:xfrm>
              <a:off x="3800200" y="2053400"/>
              <a:ext cx="2552525" cy="3403925"/>
            </a:xfrm>
            <a:custGeom>
              <a:avLst/>
              <a:gdLst/>
              <a:ahLst/>
              <a:cxnLst/>
              <a:rect l="l" t="t" r="r" b="b"/>
              <a:pathLst>
                <a:path w="102101" h="136157" extrusionOk="0">
                  <a:moveTo>
                    <a:pt x="13603" y="1"/>
                  </a:moveTo>
                  <a:cubicBezTo>
                    <a:pt x="9852" y="1"/>
                    <a:pt x="6818" y="3067"/>
                    <a:pt x="6818" y="6818"/>
                  </a:cubicBezTo>
                  <a:lnTo>
                    <a:pt x="6818" y="27238"/>
                  </a:lnTo>
                  <a:lnTo>
                    <a:pt x="1" y="27238"/>
                  </a:lnTo>
                  <a:lnTo>
                    <a:pt x="1" y="136156"/>
                  </a:lnTo>
                  <a:lnTo>
                    <a:pt x="95316" y="136156"/>
                  </a:lnTo>
                  <a:cubicBezTo>
                    <a:pt x="99067" y="136156"/>
                    <a:pt x="102101" y="133122"/>
                    <a:pt x="102101" y="129339"/>
                  </a:cubicBezTo>
                  <a:lnTo>
                    <a:pt x="102101" y="6818"/>
                  </a:lnTo>
                  <a:cubicBezTo>
                    <a:pt x="102101" y="3067"/>
                    <a:pt x="99067" y="1"/>
                    <a:pt x="95316" y="1"/>
                  </a:cubicBezTo>
                  <a:lnTo>
                    <a:pt x="68078" y="1"/>
                  </a:lnTo>
                  <a:cubicBezTo>
                    <a:pt x="64327" y="1"/>
                    <a:pt x="61261" y="3067"/>
                    <a:pt x="61261" y="6818"/>
                  </a:cubicBezTo>
                  <a:lnTo>
                    <a:pt x="61261" y="27238"/>
                  </a:lnTo>
                  <a:lnTo>
                    <a:pt x="47658" y="27238"/>
                  </a:lnTo>
                  <a:lnTo>
                    <a:pt x="47658" y="6818"/>
                  </a:lnTo>
                  <a:cubicBezTo>
                    <a:pt x="47658" y="3067"/>
                    <a:pt x="44592" y="1"/>
                    <a:pt x="4084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" name="Google Shape;1588;p62"/>
            <p:cNvSpPr/>
            <p:nvPr/>
          </p:nvSpPr>
          <p:spPr>
            <a:xfrm>
              <a:off x="2595725" y="238325"/>
              <a:ext cx="2409000" cy="1361700"/>
            </a:xfrm>
            <a:custGeom>
              <a:avLst/>
              <a:gdLst/>
              <a:ahLst/>
              <a:cxnLst/>
              <a:rect l="l" t="t" r="r" b="b"/>
              <a:pathLst>
                <a:path w="96360" h="54468" extrusionOk="0">
                  <a:moveTo>
                    <a:pt x="48180" y="0"/>
                  </a:moveTo>
                  <a:cubicBezTo>
                    <a:pt x="46434" y="0"/>
                    <a:pt x="44689" y="661"/>
                    <a:pt x="43352" y="1982"/>
                  </a:cubicBezTo>
                  <a:lnTo>
                    <a:pt x="2512" y="42822"/>
                  </a:lnTo>
                  <a:cubicBezTo>
                    <a:pt x="587" y="44779"/>
                    <a:pt x="0" y="47715"/>
                    <a:pt x="1044" y="50259"/>
                  </a:cubicBezTo>
                  <a:cubicBezTo>
                    <a:pt x="2088" y="52804"/>
                    <a:pt x="4567" y="54467"/>
                    <a:pt x="7339" y="54467"/>
                  </a:cubicBezTo>
                  <a:lnTo>
                    <a:pt x="89020" y="54467"/>
                  </a:lnTo>
                  <a:cubicBezTo>
                    <a:pt x="91792" y="54467"/>
                    <a:pt x="94271" y="52804"/>
                    <a:pt x="95315" y="50259"/>
                  </a:cubicBezTo>
                  <a:cubicBezTo>
                    <a:pt x="96359" y="47715"/>
                    <a:pt x="95772" y="44779"/>
                    <a:pt x="93847" y="42822"/>
                  </a:cubicBezTo>
                  <a:lnTo>
                    <a:pt x="53007" y="1982"/>
                  </a:lnTo>
                  <a:cubicBezTo>
                    <a:pt x="51670" y="661"/>
                    <a:pt x="49925" y="0"/>
                    <a:pt x="4818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" name="Google Shape;1589;p62"/>
            <p:cNvSpPr/>
            <p:nvPr/>
          </p:nvSpPr>
          <p:spPr>
            <a:xfrm>
              <a:off x="1927825" y="3415275"/>
              <a:ext cx="1021850" cy="1361100"/>
            </a:xfrm>
            <a:custGeom>
              <a:avLst/>
              <a:gdLst/>
              <a:ahLst/>
              <a:cxnLst/>
              <a:rect l="l" t="t" r="r" b="b"/>
              <a:pathLst>
                <a:path w="40874" h="54444" extrusionOk="0">
                  <a:moveTo>
                    <a:pt x="20420" y="1"/>
                  </a:moveTo>
                  <a:cubicBezTo>
                    <a:pt x="9167" y="1"/>
                    <a:pt x="0" y="9167"/>
                    <a:pt x="0" y="20421"/>
                  </a:cubicBezTo>
                  <a:lnTo>
                    <a:pt x="0" y="47659"/>
                  </a:lnTo>
                  <a:cubicBezTo>
                    <a:pt x="0" y="51410"/>
                    <a:pt x="3067" y="54444"/>
                    <a:pt x="6818" y="54444"/>
                  </a:cubicBezTo>
                  <a:lnTo>
                    <a:pt x="34055" y="54444"/>
                  </a:lnTo>
                  <a:cubicBezTo>
                    <a:pt x="37807" y="54444"/>
                    <a:pt x="40873" y="51410"/>
                    <a:pt x="40873" y="47659"/>
                  </a:cubicBezTo>
                  <a:lnTo>
                    <a:pt x="40873" y="20421"/>
                  </a:lnTo>
                  <a:cubicBezTo>
                    <a:pt x="40873" y="9167"/>
                    <a:pt x="31707" y="1"/>
                    <a:pt x="2042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" name="Google Shape;1590;p62"/>
            <p:cNvSpPr/>
            <p:nvPr/>
          </p:nvSpPr>
          <p:spPr>
            <a:xfrm>
              <a:off x="4650775" y="3415275"/>
              <a:ext cx="1021825" cy="1361100"/>
            </a:xfrm>
            <a:custGeom>
              <a:avLst/>
              <a:gdLst/>
              <a:ahLst/>
              <a:cxnLst/>
              <a:rect l="l" t="t" r="r" b="b"/>
              <a:pathLst>
                <a:path w="40873" h="54444" extrusionOk="0">
                  <a:moveTo>
                    <a:pt x="20453" y="1"/>
                  </a:moveTo>
                  <a:cubicBezTo>
                    <a:pt x="9166" y="1"/>
                    <a:pt x="0" y="9167"/>
                    <a:pt x="0" y="20421"/>
                  </a:cubicBezTo>
                  <a:lnTo>
                    <a:pt x="0" y="47659"/>
                  </a:lnTo>
                  <a:cubicBezTo>
                    <a:pt x="0" y="51410"/>
                    <a:pt x="3066" y="54444"/>
                    <a:pt x="6818" y="54444"/>
                  </a:cubicBezTo>
                  <a:lnTo>
                    <a:pt x="34055" y="54444"/>
                  </a:lnTo>
                  <a:cubicBezTo>
                    <a:pt x="37807" y="54444"/>
                    <a:pt x="40873" y="51410"/>
                    <a:pt x="40873" y="47659"/>
                  </a:cubicBezTo>
                  <a:lnTo>
                    <a:pt x="40873" y="20421"/>
                  </a:lnTo>
                  <a:cubicBezTo>
                    <a:pt x="40873" y="9167"/>
                    <a:pt x="31707" y="1"/>
                    <a:pt x="2045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" name="Google Shape;1591;p62"/>
            <p:cNvSpPr/>
            <p:nvPr/>
          </p:nvSpPr>
          <p:spPr>
            <a:xfrm>
              <a:off x="3289700" y="3415275"/>
              <a:ext cx="1021025" cy="2042050"/>
            </a:xfrm>
            <a:custGeom>
              <a:avLst/>
              <a:gdLst/>
              <a:ahLst/>
              <a:cxnLst/>
              <a:rect l="l" t="t" r="r" b="b"/>
              <a:pathLst>
                <a:path w="40841" h="81682" extrusionOk="0">
                  <a:moveTo>
                    <a:pt x="20421" y="1"/>
                  </a:moveTo>
                  <a:cubicBezTo>
                    <a:pt x="9134" y="1"/>
                    <a:pt x="1" y="9135"/>
                    <a:pt x="1" y="20421"/>
                  </a:cubicBezTo>
                  <a:lnTo>
                    <a:pt x="1" y="81681"/>
                  </a:lnTo>
                  <a:lnTo>
                    <a:pt x="40841" y="81681"/>
                  </a:lnTo>
                  <a:lnTo>
                    <a:pt x="40841" y="20421"/>
                  </a:lnTo>
                  <a:cubicBezTo>
                    <a:pt x="40841" y="9135"/>
                    <a:pt x="31707" y="1"/>
                    <a:pt x="2042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" name="Google Shape;1592;p62"/>
            <p:cNvSpPr/>
            <p:nvPr/>
          </p:nvSpPr>
          <p:spPr>
            <a:xfrm>
              <a:off x="3800200" y="3415275"/>
              <a:ext cx="510525" cy="2042050"/>
            </a:xfrm>
            <a:custGeom>
              <a:avLst/>
              <a:gdLst/>
              <a:ahLst/>
              <a:cxnLst/>
              <a:rect l="l" t="t" r="r" b="b"/>
              <a:pathLst>
                <a:path w="20421" h="81682" extrusionOk="0">
                  <a:moveTo>
                    <a:pt x="1" y="1"/>
                  </a:moveTo>
                  <a:lnTo>
                    <a:pt x="1" y="81681"/>
                  </a:lnTo>
                  <a:lnTo>
                    <a:pt x="20421" y="81681"/>
                  </a:lnTo>
                  <a:lnTo>
                    <a:pt x="20421" y="20421"/>
                  </a:lnTo>
                  <a:cubicBezTo>
                    <a:pt x="20421" y="9135"/>
                    <a:pt x="11287" y="1"/>
                    <a:pt x="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" name="Google Shape;1593;p62"/>
            <p:cNvSpPr/>
            <p:nvPr/>
          </p:nvSpPr>
          <p:spPr>
            <a:xfrm>
              <a:off x="3800200" y="238125"/>
              <a:ext cx="1204525" cy="1361900"/>
            </a:xfrm>
            <a:custGeom>
              <a:avLst/>
              <a:gdLst/>
              <a:ahLst/>
              <a:cxnLst/>
              <a:rect l="l" t="t" r="r" b="b"/>
              <a:pathLst>
                <a:path w="48181" h="54476" extrusionOk="0">
                  <a:moveTo>
                    <a:pt x="1" y="0"/>
                  </a:moveTo>
                  <a:lnTo>
                    <a:pt x="1" y="54475"/>
                  </a:lnTo>
                  <a:lnTo>
                    <a:pt x="40841" y="54475"/>
                  </a:lnTo>
                  <a:cubicBezTo>
                    <a:pt x="43613" y="54475"/>
                    <a:pt x="46092" y="52812"/>
                    <a:pt x="47136" y="50267"/>
                  </a:cubicBezTo>
                  <a:cubicBezTo>
                    <a:pt x="48180" y="47723"/>
                    <a:pt x="47593" y="44787"/>
                    <a:pt x="45668" y="42830"/>
                  </a:cubicBezTo>
                  <a:lnTo>
                    <a:pt x="4828" y="1990"/>
                  </a:lnTo>
                  <a:cubicBezTo>
                    <a:pt x="3491" y="652"/>
                    <a:pt x="1729" y="0"/>
                    <a:pt x="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94" name="Google Shape;1594;p62"/>
          <p:cNvGrpSpPr/>
          <p:nvPr/>
        </p:nvGrpSpPr>
        <p:grpSpPr>
          <a:xfrm>
            <a:off x="3131845" y="2467144"/>
            <a:ext cx="687126" cy="659735"/>
            <a:chOff x="1140050" y="238100"/>
            <a:chExt cx="5436125" cy="5219425"/>
          </a:xfrm>
        </p:grpSpPr>
        <p:sp>
          <p:nvSpPr>
            <p:cNvPr id="1595" name="Google Shape;1595;p62"/>
            <p:cNvSpPr/>
            <p:nvPr/>
          </p:nvSpPr>
          <p:spPr>
            <a:xfrm>
              <a:off x="1140050" y="4014675"/>
              <a:ext cx="1493200" cy="1442850"/>
            </a:xfrm>
            <a:custGeom>
              <a:avLst/>
              <a:gdLst/>
              <a:ahLst/>
              <a:cxnLst/>
              <a:rect l="l" t="t" r="r" b="b"/>
              <a:pathLst>
                <a:path w="59728" h="57714" extrusionOk="0">
                  <a:moveTo>
                    <a:pt x="20975" y="1"/>
                  </a:moveTo>
                  <a:lnTo>
                    <a:pt x="8058" y="12918"/>
                  </a:lnTo>
                  <a:cubicBezTo>
                    <a:pt x="1" y="20943"/>
                    <a:pt x="1" y="33958"/>
                    <a:pt x="8058" y="41982"/>
                  </a:cubicBezTo>
                  <a:lnTo>
                    <a:pt x="17746" y="51670"/>
                  </a:lnTo>
                  <a:cubicBezTo>
                    <a:pt x="21758" y="55699"/>
                    <a:pt x="27018" y="57713"/>
                    <a:pt x="32278" y="57713"/>
                  </a:cubicBezTo>
                  <a:cubicBezTo>
                    <a:pt x="37538" y="57713"/>
                    <a:pt x="42798" y="55699"/>
                    <a:pt x="46810" y="51670"/>
                  </a:cubicBezTo>
                  <a:lnTo>
                    <a:pt x="59728" y="38753"/>
                  </a:lnTo>
                  <a:lnTo>
                    <a:pt x="2097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" name="Google Shape;1596;p62"/>
            <p:cNvSpPr/>
            <p:nvPr/>
          </p:nvSpPr>
          <p:spPr>
            <a:xfrm>
              <a:off x="1462175" y="4499075"/>
              <a:ext cx="1171075" cy="958450"/>
            </a:xfrm>
            <a:custGeom>
              <a:avLst/>
              <a:gdLst/>
              <a:ahLst/>
              <a:cxnLst/>
              <a:rect l="l" t="t" r="r" b="b"/>
              <a:pathLst>
                <a:path w="46843" h="38338" extrusionOk="0">
                  <a:moveTo>
                    <a:pt x="27466" y="1"/>
                  </a:moveTo>
                  <a:lnTo>
                    <a:pt x="0" y="27467"/>
                  </a:lnTo>
                  <a:lnTo>
                    <a:pt x="4861" y="32294"/>
                  </a:lnTo>
                  <a:cubicBezTo>
                    <a:pt x="8873" y="36323"/>
                    <a:pt x="14133" y="38337"/>
                    <a:pt x="19393" y="38337"/>
                  </a:cubicBezTo>
                  <a:cubicBezTo>
                    <a:pt x="24653" y="38337"/>
                    <a:pt x="29913" y="36323"/>
                    <a:pt x="33925" y="32294"/>
                  </a:cubicBezTo>
                  <a:lnTo>
                    <a:pt x="46843" y="19377"/>
                  </a:lnTo>
                  <a:lnTo>
                    <a:pt x="2746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" name="Google Shape;1597;p62"/>
            <p:cNvSpPr/>
            <p:nvPr/>
          </p:nvSpPr>
          <p:spPr>
            <a:xfrm>
              <a:off x="1661975" y="3611000"/>
              <a:ext cx="1374950" cy="1376600"/>
            </a:xfrm>
            <a:custGeom>
              <a:avLst/>
              <a:gdLst/>
              <a:ahLst/>
              <a:cxnLst/>
              <a:rect l="l" t="t" r="r" b="b"/>
              <a:pathLst>
                <a:path w="54998" h="55064" extrusionOk="0">
                  <a:moveTo>
                    <a:pt x="16245" y="1"/>
                  </a:moveTo>
                  <a:lnTo>
                    <a:pt x="98" y="16148"/>
                  </a:lnTo>
                  <a:lnTo>
                    <a:pt x="0" y="22508"/>
                  </a:lnTo>
                  <a:lnTo>
                    <a:pt x="32522" y="55063"/>
                  </a:lnTo>
                  <a:lnTo>
                    <a:pt x="38851" y="54900"/>
                  </a:lnTo>
                  <a:lnTo>
                    <a:pt x="54997" y="38753"/>
                  </a:lnTo>
                  <a:lnTo>
                    <a:pt x="1624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8" name="Google Shape;1598;p62"/>
            <p:cNvSpPr/>
            <p:nvPr/>
          </p:nvSpPr>
          <p:spPr>
            <a:xfrm>
              <a:off x="2068075" y="4095400"/>
              <a:ext cx="968850" cy="892200"/>
            </a:xfrm>
            <a:custGeom>
              <a:avLst/>
              <a:gdLst/>
              <a:ahLst/>
              <a:cxnLst/>
              <a:rect l="l" t="t" r="r" b="b"/>
              <a:pathLst>
                <a:path w="38754" h="35688" extrusionOk="0">
                  <a:moveTo>
                    <a:pt x="19377" y="1"/>
                  </a:moveTo>
                  <a:lnTo>
                    <a:pt x="1" y="19377"/>
                  </a:lnTo>
                  <a:lnTo>
                    <a:pt x="16278" y="35687"/>
                  </a:lnTo>
                  <a:lnTo>
                    <a:pt x="22607" y="35524"/>
                  </a:lnTo>
                  <a:lnTo>
                    <a:pt x="38753" y="19377"/>
                  </a:lnTo>
                  <a:lnTo>
                    <a:pt x="1937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" name="Google Shape;1599;p62"/>
            <p:cNvSpPr/>
            <p:nvPr/>
          </p:nvSpPr>
          <p:spPr>
            <a:xfrm>
              <a:off x="2547600" y="238100"/>
              <a:ext cx="4028575" cy="3862225"/>
            </a:xfrm>
            <a:custGeom>
              <a:avLst/>
              <a:gdLst/>
              <a:ahLst/>
              <a:cxnLst/>
              <a:rect l="l" t="t" r="r" b="b"/>
              <a:pathLst>
                <a:path w="161143" h="154489" extrusionOk="0">
                  <a:moveTo>
                    <a:pt x="141906" y="1"/>
                  </a:moveTo>
                  <a:cubicBezTo>
                    <a:pt x="122575" y="1"/>
                    <a:pt x="85014" y="12389"/>
                    <a:pt x="83018" y="13571"/>
                  </a:cubicBezTo>
                  <a:cubicBezTo>
                    <a:pt x="81746" y="14354"/>
                    <a:pt x="78288" y="16441"/>
                    <a:pt x="38166" y="66317"/>
                  </a:cubicBezTo>
                  <a:cubicBezTo>
                    <a:pt x="13440" y="97078"/>
                    <a:pt x="3784" y="109571"/>
                    <a:pt x="0" y="115345"/>
                  </a:cubicBezTo>
                  <a:lnTo>
                    <a:pt x="39144" y="154489"/>
                  </a:lnTo>
                  <a:cubicBezTo>
                    <a:pt x="44918" y="150705"/>
                    <a:pt x="57444" y="141017"/>
                    <a:pt x="88172" y="116323"/>
                  </a:cubicBezTo>
                  <a:cubicBezTo>
                    <a:pt x="138048" y="76201"/>
                    <a:pt x="140103" y="72776"/>
                    <a:pt x="140918" y="71471"/>
                  </a:cubicBezTo>
                  <a:cubicBezTo>
                    <a:pt x="142386" y="68992"/>
                    <a:pt x="161143" y="11646"/>
                    <a:pt x="151976" y="2513"/>
                  </a:cubicBezTo>
                  <a:cubicBezTo>
                    <a:pt x="150196" y="726"/>
                    <a:pt x="146585" y="1"/>
                    <a:pt x="1419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" name="Google Shape;1600;p62"/>
            <p:cNvSpPr/>
            <p:nvPr/>
          </p:nvSpPr>
          <p:spPr>
            <a:xfrm>
              <a:off x="3036900" y="300900"/>
              <a:ext cx="3539275" cy="3799425"/>
            </a:xfrm>
            <a:custGeom>
              <a:avLst/>
              <a:gdLst/>
              <a:ahLst/>
              <a:cxnLst/>
              <a:rect l="l" t="t" r="r" b="b"/>
              <a:pathLst>
                <a:path w="141571" h="151977" extrusionOk="0">
                  <a:moveTo>
                    <a:pt x="132404" y="1"/>
                  </a:moveTo>
                  <a:lnTo>
                    <a:pt x="0" y="132405"/>
                  </a:lnTo>
                  <a:lnTo>
                    <a:pt x="0" y="132405"/>
                  </a:lnTo>
                  <a:lnTo>
                    <a:pt x="19572" y="151977"/>
                  </a:lnTo>
                  <a:cubicBezTo>
                    <a:pt x="25346" y="148193"/>
                    <a:pt x="37872" y="138505"/>
                    <a:pt x="68600" y="113811"/>
                  </a:cubicBezTo>
                  <a:cubicBezTo>
                    <a:pt x="118476" y="73689"/>
                    <a:pt x="120531" y="70264"/>
                    <a:pt x="121346" y="68959"/>
                  </a:cubicBezTo>
                  <a:cubicBezTo>
                    <a:pt x="122814" y="66480"/>
                    <a:pt x="141571" y="9134"/>
                    <a:pt x="13240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" name="Google Shape;1601;p62"/>
            <p:cNvSpPr/>
            <p:nvPr/>
          </p:nvSpPr>
          <p:spPr>
            <a:xfrm>
              <a:off x="1422225" y="4014675"/>
              <a:ext cx="1211025" cy="1211050"/>
            </a:xfrm>
            <a:custGeom>
              <a:avLst/>
              <a:gdLst/>
              <a:ahLst/>
              <a:cxnLst/>
              <a:rect l="l" t="t" r="r" b="b"/>
              <a:pathLst>
                <a:path w="48441" h="48442" extrusionOk="0">
                  <a:moveTo>
                    <a:pt x="9688" y="1"/>
                  </a:moveTo>
                  <a:lnTo>
                    <a:pt x="0" y="9689"/>
                  </a:lnTo>
                  <a:lnTo>
                    <a:pt x="38752" y="48441"/>
                  </a:lnTo>
                  <a:lnTo>
                    <a:pt x="48441" y="38753"/>
                  </a:lnTo>
                  <a:lnTo>
                    <a:pt x="968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" name="Google Shape;1602;p62"/>
            <p:cNvSpPr/>
            <p:nvPr/>
          </p:nvSpPr>
          <p:spPr>
            <a:xfrm>
              <a:off x="1906625" y="4499075"/>
              <a:ext cx="726625" cy="726650"/>
            </a:xfrm>
            <a:custGeom>
              <a:avLst/>
              <a:gdLst/>
              <a:ahLst/>
              <a:cxnLst/>
              <a:rect l="l" t="t" r="r" b="b"/>
              <a:pathLst>
                <a:path w="29065" h="29066" extrusionOk="0">
                  <a:moveTo>
                    <a:pt x="9688" y="1"/>
                  </a:moveTo>
                  <a:lnTo>
                    <a:pt x="0" y="9689"/>
                  </a:lnTo>
                  <a:lnTo>
                    <a:pt x="19376" y="29065"/>
                  </a:lnTo>
                  <a:lnTo>
                    <a:pt x="29065" y="19377"/>
                  </a:lnTo>
                  <a:lnTo>
                    <a:pt x="968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" name="Google Shape;1603;p62"/>
            <p:cNvSpPr/>
            <p:nvPr/>
          </p:nvSpPr>
          <p:spPr>
            <a:xfrm>
              <a:off x="1625275" y="2733950"/>
              <a:ext cx="2338875" cy="2238550"/>
            </a:xfrm>
            <a:custGeom>
              <a:avLst/>
              <a:gdLst/>
              <a:ahLst/>
              <a:cxnLst/>
              <a:rect l="l" t="t" r="r" b="b"/>
              <a:pathLst>
                <a:path w="93555" h="89542" extrusionOk="0">
                  <a:moveTo>
                    <a:pt x="22557" y="0"/>
                  </a:moveTo>
                  <a:cubicBezTo>
                    <a:pt x="17297" y="0"/>
                    <a:pt x="12037" y="2006"/>
                    <a:pt x="8025" y="6018"/>
                  </a:cubicBezTo>
                  <a:cubicBezTo>
                    <a:pt x="0" y="14043"/>
                    <a:pt x="0" y="27058"/>
                    <a:pt x="8025" y="35083"/>
                  </a:cubicBezTo>
                  <a:lnTo>
                    <a:pt x="56465" y="83523"/>
                  </a:lnTo>
                  <a:cubicBezTo>
                    <a:pt x="60478" y="87536"/>
                    <a:pt x="65738" y="89542"/>
                    <a:pt x="70998" y="89542"/>
                  </a:cubicBezTo>
                  <a:cubicBezTo>
                    <a:pt x="76257" y="89542"/>
                    <a:pt x="81517" y="87536"/>
                    <a:pt x="85530" y="83523"/>
                  </a:cubicBezTo>
                  <a:cubicBezTo>
                    <a:pt x="93554" y="75499"/>
                    <a:pt x="93554" y="62483"/>
                    <a:pt x="85530" y="54459"/>
                  </a:cubicBezTo>
                  <a:lnTo>
                    <a:pt x="37089" y="6018"/>
                  </a:lnTo>
                  <a:cubicBezTo>
                    <a:pt x="33077" y="2006"/>
                    <a:pt x="27817" y="0"/>
                    <a:pt x="225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" name="Google Shape;1604;p62"/>
            <p:cNvSpPr/>
            <p:nvPr/>
          </p:nvSpPr>
          <p:spPr>
            <a:xfrm>
              <a:off x="2430975" y="3490325"/>
              <a:ext cx="1533175" cy="1482175"/>
            </a:xfrm>
            <a:custGeom>
              <a:avLst/>
              <a:gdLst/>
              <a:ahLst/>
              <a:cxnLst/>
              <a:rect l="l" t="t" r="r" b="b"/>
              <a:pathLst>
                <a:path w="61327" h="59287" extrusionOk="0">
                  <a:moveTo>
                    <a:pt x="29065" y="0"/>
                  </a:moveTo>
                  <a:lnTo>
                    <a:pt x="1" y="29064"/>
                  </a:lnTo>
                  <a:lnTo>
                    <a:pt x="24237" y="53268"/>
                  </a:lnTo>
                  <a:cubicBezTo>
                    <a:pt x="28250" y="57281"/>
                    <a:pt x="33510" y="59287"/>
                    <a:pt x="38770" y="59287"/>
                  </a:cubicBezTo>
                  <a:cubicBezTo>
                    <a:pt x="44029" y="59287"/>
                    <a:pt x="49289" y="57281"/>
                    <a:pt x="53302" y="53268"/>
                  </a:cubicBezTo>
                  <a:cubicBezTo>
                    <a:pt x="61326" y="45244"/>
                    <a:pt x="61326" y="32228"/>
                    <a:pt x="53302" y="24204"/>
                  </a:cubicBezTo>
                  <a:lnTo>
                    <a:pt x="2906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05" name="Google Shape;1605;p62"/>
          <p:cNvGrpSpPr/>
          <p:nvPr/>
        </p:nvGrpSpPr>
        <p:grpSpPr>
          <a:xfrm>
            <a:off x="4856150" y="3663097"/>
            <a:ext cx="412283" cy="702504"/>
            <a:chOff x="2268700" y="238125"/>
            <a:chExt cx="3063025" cy="5219200"/>
          </a:xfrm>
        </p:grpSpPr>
        <p:sp>
          <p:nvSpPr>
            <p:cNvPr id="1606" name="Google Shape;1606;p62"/>
            <p:cNvSpPr/>
            <p:nvPr/>
          </p:nvSpPr>
          <p:spPr>
            <a:xfrm>
              <a:off x="2949650" y="238125"/>
              <a:ext cx="1701150" cy="1701950"/>
            </a:xfrm>
            <a:custGeom>
              <a:avLst/>
              <a:gdLst/>
              <a:ahLst/>
              <a:cxnLst/>
              <a:rect l="l" t="t" r="r" b="b"/>
              <a:pathLst>
                <a:path w="68046" h="68078" extrusionOk="0">
                  <a:moveTo>
                    <a:pt x="34023" y="0"/>
                  </a:moveTo>
                  <a:cubicBezTo>
                    <a:pt x="15266" y="0"/>
                    <a:pt x="0" y="15266"/>
                    <a:pt x="0" y="34023"/>
                  </a:cubicBezTo>
                  <a:cubicBezTo>
                    <a:pt x="0" y="52812"/>
                    <a:pt x="15266" y="68078"/>
                    <a:pt x="34023" y="68078"/>
                  </a:cubicBezTo>
                  <a:cubicBezTo>
                    <a:pt x="52779" y="68078"/>
                    <a:pt x="68045" y="52812"/>
                    <a:pt x="68045" y="34023"/>
                  </a:cubicBezTo>
                  <a:cubicBezTo>
                    <a:pt x="68045" y="15266"/>
                    <a:pt x="52779" y="0"/>
                    <a:pt x="3402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" name="Google Shape;1607;p62"/>
            <p:cNvSpPr/>
            <p:nvPr/>
          </p:nvSpPr>
          <p:spPr>
            <a:xfrm>
              <a:off x="3800200" y="238125"/>
              <a:ext cx="850600" cy="1701950"/>
            </a:xfrm>
            <a:custGeom>
              <a:avLst/>
              <a:gdLst/>
              <a:ahLst/>
              <a:cxnLst/>
              <a:rect l="l" t="t" r="r" b="b"/>
              <a:pathLst>
                <a:path w="34024" h="68078" extrusionOk="0">
                  <a:moveTo>
                    <a:pt x="1" y="0"/>
                  </a:moveTo>
                  <a:lnTo>
                    <a:pt x="1" y="68078"/>
                  </a:lnTo>
                  <a:cubicBezTo>
                    <a:pt x="18757" y="68078"/>
                    <a:pt x="34023" y="52812"/>
                    <a:pt x="34023" y="34023"/>
                  </a:cubicBezTo>
                  <a:cubicBezTo>
                    <a:pt x="34023" y="15266"/>
                    <a:pt x="18757" y="0"/>
                    <a:pt x="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" name="Google Shape;1608;p62"/>
            <p:cNvSpPr/>
            <p:nvPr/>
          </p:nvSpPr>
          <p:spPr>
            <a:xfrm>
              <a:off x="2855050" y="2280125"/>
              <a:ext cx="1876475" cy="1361900"/>
            </a:xfrm>
            <a:custGeom>
              <a:avLst/>
              <a:gdLst/>
              <a:ahLst/>
              <a:cxnLst/>
              <a:rect l="l" t="t" r="r" b="b"/>
              <a:pathLst>
                <a:path w="75059" h="54476" extrusionOk="0">
                  <a:moveTo>
                    <a:pt x="5154" y="0"/>
                  </a:moveTo>
                  <a:cubicBezTo>
                    <a:pt x="4632" y="1044"/>
                    <a:pt x="4306" y="2186"/>
                    <a:pt x="4339" y="3425"/>
                  </a:cubicBezTo>
                  <a:cubicBezTo>
                    <a:pt x="4828" y="15266"/>
                    <a:pt x="4110" y="28086"/>
                    <a:pt x="2316" y="40873"/>
                  </a:cubicBezTo>
                  <a:cubicBezTo>
                    <a:pt x="1696" y="45440"/>
                    <a:pt x="914" y="49974"/>
                    <a:pt x="0" y="54475"/>
                  </a:cubicBezTo>
                  <a:lnTo>
                    <a:pt x="75058" y="54475"/>
                  </a:lnTo>
                  <a:cubicBezTo>
                    <a:pt x="74112" y="49974"/>
                    <a:pt x="73362" y="45440"/>
                    <a:pt x="72710" y="40873"/>
                  </a:cubicBezTo>
                  <a:cubicBezTo>
                    <a:pt x="70948" y="28086"/>
                    <a:pt x="70198" y="15266"/>
                    <a:pt x="70687" y="3425"/>
                  </a:cubicBezTo>
                  <a:cubicBezTo>
                    <a:pt x="70753" y="2186"/>
                    <a:pt x="70459" y="1044"/>
                    <a:pt x="6990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" name="Google Shape;1609;p62"/>
            <p:cNvSpPr/>
            <p:nvPr/>
          </p:nvSpPr>
          <p:spPr>
            <a:xfrm>
              <a:off x="3800200" y="2280125"/>
              <a:ext cx="931325" cy="1361900"/>
            </a:xfrm>
            <a:custGeom>
              <a:avLst/>
              <a:gdLst/>
              <a:ahLst/>
              <a:cxnLst/>
              <a:rect l="l" t="t" r="r" b="b"/>
              <a:pathLst>
                <a:path w="37253" h="54476" extrusionOk="0">
                  <a:moveTo>
                    <a:pt x="1" y="0"/>
                  </a:moveTo>
                  <a:lnTo>
                    <a:pt x="1" y="54475"/>
                  </a:lnTo>
                  <a:lnTo>
                    <a:pt x="37252" y="54475"/>
                  </a:lnTo>
                  <a:cubicBezTo>
                    <a:pt x="36306" y="49974"/>
                    <a:pt x="35556" y="45440"/>
                    <a:pt x="34904" y="40873"/>
                  </a:cubicBezTo>
                  <a:cubicBezTo>
                    <a:pt x="33142" y="28086"/>
                    <a:pt x="32392" y="15266"/>
                    <a:pt x="32881" y="3425"/>
                  </a:cubicBezTo>
                  <a:cubicBezTo>
                    <a:pt x="32947" y="2186"/>
                    <a:pt x="32653" y="1044"/>
                    <a:pt x="3209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" name="Google Shape;1610;p62"/>
            <p:cNvSpPr/>
            <p:nvPr/>
          </p:nvSpPr>
          <p:spPr>
            <a:xfrm>
              <a:off x="2585925" y="3301925"/>
              <a:ext cx="2414700" cy="1348050"/>
            </a:xfrm>
            <a:custGeom>
              <a:avLst/>
              <a:gdLst/>
              <a:ahLst/>
              <a:cxnLst/>
              <a:rect l="l" t="t" r="r" b="b"/>
              <a:pathLst>
                <a:path w="96588" h="53922" extrusionOk="0">
                  <a:moveTo>
                    <a:pt x="13081" y="1"/>
                  </a:moveTo>
                  <a:cubicBezTo>
                    <a:pt x="12461" y="4568"/>
                    <a:pt x="11679" y="9102"/>
                    <a:pt x="10765" y="13603"/>
                  </a:cubicBezTo>
                  <a:cubicBezTo>
                    <a:pt x="8482" y="24661"/>
                    <a:pt x="5383" y="35393"/>
                    <a:pt x="1436" y="45049"/>
                  </a:cubicBezTo>
                  <a:cubicBezTo>
                    <a:pt x="1" y="48539"/>
                    <a:pt x="1664" y="52519"/>
                    <a:pt x="5155" y="53921"/>
                  </a:cubicBezTo>
                  <a:lnTo>
                    <a:pt x="91434" y="53921"/>
                  </a:lnTo>
                  <a:cubicBezTo>
                    <a:pt x="94924" y="52519"/>
                    <a:pt x="96588" y="48539"/>
                    <a:pt x="95153" y="45049"/>
                  </a:cubicBezTo>
                  <a:cubicBezTo>
                    <a:pt x="91173" y="35393"/>
                    <a:pt x="88074" y="24661"/>
                    <a:pt x="85823" y="13603"/>
                  </a:cubicBezTo>
                  <a:cubicBezTo>
                    <a:pt x="84877" y="9102"/>
                    <a:pt x="84127" y="4568"/>
                    <a:pt x="8347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" name="Google Shape;1611;p62"/>
            <p:cNvSpPr/>
            <p:nvPr/>
          </p:nvSpPr>
          <p:spPr>
            <a:xfrm>
              <a:off x="3800200" y="3301925"/>
              <a:ext cx="1200425" cy="1348050"/>
            </a:xfrm>
            <a:custGeom>
              <a:avLst/>
              <a:gdLst/>
              <a:ahLst/>
              <a:cxnLst/>
              <a:rect l="l" t="t" r="r" b="b"/>
              <a:pathLst>
                <a:path w="48017" h="53922" extrusionOk="0">
                  <a:moveTo>
                    <a:pt x="1" y="1"/>
                  </a:moveTo>
                  <a:lnTo>
                    <a:pt x="1" y="53921"/>
                  </a:lnTo>
                  <a:lnTo>
                    <a:pt x="42863" y="53921"/>
                  </a:lnTo>
                  <a:cubicBezTo>
                    <a:pt x="46353" y="52519"/>
                    <a:pt x="48017" y="48539"/>
                    <a:pt x="46582" y="45049"/>
                  </a:cubicBezTo>
                  <a:cubicBezTo>
                    <a:pt x="42602" y="35393"/>
                    <a:pt x="39503" y="24661"/>
                    <a:pt x="37252" y="13603"/>
                  </a:cubicBezTo>
                  <a:cubicBezTo>
                    <a:pt x="36306" y="9102"/>
                    <a:pt x="35556" y="4568"/>
                    <a:pt x="349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" name="Google Shape;1612;p62"/>
            <p:cNvSpPr/>
            <p:nvPr/>
          </p:nvSpPr>
          <p:spPr>
            <a:xfrm>
              <a:off x="2268700" y="4322925"/>
              <a:ext cx="3063025" cy="1134400"/>
            </a:xfrm>
            <a:custGeom>
              <a:avLst/>
              <a:gdLst/>
              <a:ahLst/>
              <a:cxnLst/>
              <a:rect l="l" t="t" r="r" b="b"/>
              <a:pathLst>
                <a:path w="122521" h="45376" extrusionOk="0">
                  <a:moveTo>
                    <a:pt x="20420" y="1"/>
                  </a:moveTo>
                  <a:cubicBezTo>
                    <a:pt x="9167" y="1"/>
                    <a:pt x="0" y="9167"/>
                    <a:pt x="0" y="20421"/>
                  </a:cubicBezTo>
                  <a:lnTo>
                    <a:pt x="0" y="38558"/>
                  </a:lnTo>
                  <a:cubicBezTo>
                    <a:pt x="0" y="42341"/>
                    <a:pt x="3034" y="45375"/>
                    <a:pt x="6785" y="45375"/>
                  </a:cubicBezTo>
                  <a:lnTo>
                    <a:pt x="115736" y="45375"/>
                  </a:lnTo>
                  <a:cubicBezTo>
                    <a:pt x="119487" y="45375"/>
                    <a:pt x="122521" y="42341"/>
                    <a:pt x="122521" y="38558"/>
                  </a:cubicBezTo>
                  <a:lnTo>
                    <a:pt x="122521" y="20421"/>
                  </a:lnTo>
                  <a:cubicBezTo>
                    <a:pt x="122521" y="9167"/>
                    <a:pt x="113354" y="1"/>
                    <a:pt x="10210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" name="Google Shape;1613;p62"/>
            <p:cNvSpPr/>
            <p:nvPr/>
          </p:nvSpPr>
          <p:spPr>
            <a:xfrm>
              <a:off x="3800200" y="4322925"/>
              <a:ext cx="1531525" cy="1134400"/>
            </a:xfrm>
            <a:custGeom>
              <a:avLst/>
              <a:gdLst/>
              <a:ahLst/>
              <a:cxnLst/>
              <a:rect l="l" t="t" r="r" b="b"/>
              <a:pathLst>
                <a:path w="61261" h="45376" extrusionOk="0">
                  <a:moveTo>
                    <a:pt x="1" y="1"/>
                  </a:moveTo>
                  <a:lnTo>
                    <a:pt x="1" y="45375"/>
                  </a:lnTo>
                  <a:lnTo>
                    <a:pt x="54476" y="45375"/>
                  </a:lnTo>
                  <a:cubicBezTo>
                    <a:pt x="58227" y="45375"/>
                    <a:pt x="61261" y="42341"/>
                    <a:pt x="61261" y="38558"/>
                  </a:cubicBezTo>
                  <a:lnTo>
                    <a:pt x="61261" y="20421"/>
                  </a:lnTo>
                  <a:cubicBezTo>
                    <a:pt x="61261" y="9167"/>
                    <a:pt x="52094" y="1"/>
                    <a:pt x="4084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" name="Google Shape;1614;p62"/>
            <p:cNvSpPr/>
            <p:nvPr/>
          </p:nvSpPr>
          <p:spPr>
            <a:xfrm>
              <a:off x="2608750" y="1826700"/>
              <a:ext cx="2382925" cy="794325"/>
            </a:xfrm>
            <a:custGeom>
              <a:avLst/>
              <a:gdLst/>
              <a:ahLst/>
              <a:cxnLst/>
              <a:rect l="l" t="t" r="r" b="b"/>
              <a:pathLst>
                <a:path w="95317" h="31773" extrusionOk="0">
                  <a:moveTo>
                    <a:pt x="15887" y="0"/>
                  </a:moveTo>
                  <a:cubicBezTo>
                    <a:pt x="7112" y="0"/>
                    <a:pt x="1" y="7112"/>
                    <a:pt x="1" y="15886"/>
                  </a:cubicBezTo>
                  <a:cubicBezTo>
                    <a:pt x="1" y="24661"/>
                    <a:pt x="7112" y="31772"/>
                    <a:pt x="15887" y="31772"/>
                  </a:cubicBezTo>
                  <a:lnTo>
                    <a:pt x="79430" y="31772"/>
                  </a:lnTo>
                  <a:cubicBezTo>
                    <a:pt x="88205" y="31772"/>
                    <a:pt x="95316" y="24661"/>
                    <a:pt x="95316" y="15886"/>
                  </a:cubicBezTo>
                  <a:cubicBezTo>
                    <a:pt x="95316" y="7112"/>
                    <a:pt x="88205" y="0"/>
                    <a:pt x="7943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" name="Google Shape;1615;p62"/>
            <p:cNvSpPr/>
            <p:nvPr/>
          </p:nvSpPr>
          <p:spPr>
            <a:xfrm>
              <a:off x="3800200" y="1826700"/>
              <a:ext cx="1191475" cy="794325"/>
            </a:xfrm>
            <a:custGeom>
              <a:avLst/>
              <a:gdLst/>
              <a:ahLst/>
              <a:cxnLst/>
              <a:rect l="l" t="t" r="r" b="b"/>
              <a:pathLst>
                <a:path w="47659" h="31773" extrusionOk="0">
                  <a:moveTo>
                    <a:pt x="1" y="0"/>
                  </a:moveTo>
                  <a:lnTo>
                    <a:pt x="1" y="31772"/>
                  </a:lnTo>
                  <a:lnTo>
                    <a:pt x="31772" y="31772"/>
                  </a:lnTo>
                  <a:cubicBezTo>
                    <a:pt x="40547" y="31772"/>
                    <a:pt x="47658" y="24661"/>
                    <a:pt x="47658" y="15886"/>
                  </a:cubicBezTo>
                  <a:cubicBezTo>
                    <a:pt x="47658" y="7112"/>
                    <a:pt x="40547" y="0"/>
                    <a:pt x="3177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0" name="Google Shape;1620;p63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 MODEL</a:t>
            </a:r>
            <a:endParaRPr/>
          </a:p>
        </p:txBody>
      </p:sp>
      <p:sp>
        <p:nvSpPr>
          <p:cNvPr id="1621" name="Google Shape;1621;p63"/>
          <p:cNvSpPr txBox="1">
            <a:spLocks noGrp="1"/>
          </p:cNvSpPr>
          <p:nvPr>
            <p:ph type="subTitle" idx="1"/>
          </p:nvPr>
        </p:nvSpPr>
        <p:spPr>
          <a:xfrm>
            <a:off x="1900403" y="1421044"/>
            <a:ext cx="20880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TRAINING</a:t>
            </a:r>
            <a:endParaRPr/>
          </a:p>
        </p:txBody>
      </p:sp>
      <p:sp>
        <p:nvSpPr>
          <p:cNvPr id="1622" name="Google Shape;1622;p63"/>
          <p:cNvSpPr txBox="1">
            <a:spLocks noGrp="1"/>
          </p:cNvSpPr>
          <p:nvPr>
            <p:ph type="subTitle" idx="2"/>
          </p:nvPr>
        </p:nvSpPr>
        <p:spPr>
          <a:xfrm>
            <a:off x="1994903" y="2886851"/>
            <a:ext cx="18990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MARKETING</a:t>
            </a:r>
            <a:endParaRPr/>
          </a:p>
        </p:txBody>
      </p:sp>
      <p:sp>
        <p:nvSpPr>
          <p:cNvPr id="1623" name="Google Shape;1623;p63"/>
          <p:cNvSpPr txBox="1">
            <a:spLocks noGrp="1"/>
          </p:cNvSpPr>
          <p:nvPr>
            <p:ph type="subTitle" idx="5"/>
          </p:nvPr>
        </p:nvSpPr>
        <p:spPr>
          <a:xfrm>
            <a:off x="1900403" y="3292450"/>
            <a:ext cx="2088000" cy="6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Despite being red, Mars is a cold place</a:t>
            </a:r>
            <a:endParaRPr/>
          </a:p>
        </p:txBody>
      </p:sp>
      <p:sp>
        <p:nvSpPr>
          <p:cNvPr id="1624" name="Google Shape;1624;p63"/>
          <p:cNvSpPr txBox="1">
            <a:spLocks noGrp="1"/>
          </p:cNvSpPr>
          <p:nvPr>
            <p:ph type="subTitle" idx="3"/>
          </p:nvPr>
        </p:nvSpPr>
        <p:spPr>
          <a:xfrm>
            <a:off x="5127397" y="2886851"/>
            <a:ext cx="20880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ASSESSMENT</a:t>
            </a:r>
            <a:endParaRPr/>
          </a:p>
        </p:txBody>
      </p:sp>
      <p:sp>
        <p:nvSpPr>
          <p:cNvPr id="1625" name="Google Shape;1625;p63"/>
          <p:cNvSpPr txBox="1">
            <a:spLocks noGrp="1"/>
          </p:cNvSpPr>
          <p:nvPr>
            <p:ph type="subTitle" idx="7"/>
          </p:nvPr>
        </p:nvSpPr>
        <p:spPr>
          <a:xfrm>
            <a:off x="5127397" y="1826519"/>
            <a:ext cx="2088000" cy="6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Mercury is the closest planet to the Sun </a:t>
            </a:r>
            <a:endParaRPr/>
          </a:p>
        </p:txBody>
      </p:sp>
      <p:sp>
        <p:nvSpPr>
          <p:cNvPr id="1626" name="Google Shape;1626;p63"/>
          <p:cNvSpPr txBox="1">
            <a:spLocks noGrp="1"/>
          </p:cNvSpPr>
          <p:nvPr>
            <p:ph type="subTitle" idx="4"/>
          </p:nvPr>
        </p:nvSpPr>
        <p:spPr>
          <a:xfrm>
            <a:off x="5099197" y="1421044"/>
            <a:ext cx="2144400" cy="4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TECHNOLOGY</a:t>
            </a:r>
            <a:endParaRPr/>
          </a:p>
        </p:txBody>
      </p:sp>
      <p:sp>
        <p:nvSpPr>
          <p:cNvPr id="1627" name="Google Shape;1627;p63"/>
          <p:cNvSpPr txBox="1">
            <a:spLocks noGrp="1"/>
          </p:cNvSpPr>
          <p:nvPr>
            <p:ph type="subTitle" idx="6"/>
          </p:nvPr>
        </p:nvSpPr>
        <p:spPr>
          <a:xfrm>
            <a:off x="1900403" y="1826519"/>
            <a:ext cx="2088000" cy="6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Venus is a planet with a beautiful name</a:t>
            </a:r>
            <a:endParaRPr/>
          </a:p>
        </p:txBody>
      </p:sp>
      <p:sp>
        <p:nvSpPr>
          <p:cNvPr id="1628" name="Google Shape;1628;p63"/>
          <p:cNvSpPr txBox="1">
            <a:spLocks noGrp="1"/>
          </p:cNvSpPr>
          <p:nvPr>
            <p:ph type="subTitle" idx="8"/>
          </p:nvPr>
        </p:nvSpPr>
        <p:spPr>
          <a:xfrm>
            <a:off x="5127397" y="3292450"/>
            <a:ext cx="2088000" cy="6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Jupiter is a giant and the biggest planet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3" name="Google Shape;1633;p6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MILESTONES</a:t>
            </a:r>
            <a:endParaRPr/>
          </a:p>
        </p:txBody>
      </p:sp>
      <p:sp>
        <p:nvSpPr>
          <p:cNvPr id="1634" name="Google Shape;1634;p64"/>
          <p:cNvSpPr txBox="1">
            <a:spLocks noGrp="1"/>
          </p:cNvSpPr>
          <p:nvPr>
            <p:ph type="subTitle" idx="4294967295"/>
          </p:nvPr>
        </p:nvSpPr>
        <p:spPr>
          <a:xfrm>
            <a:off x="655150" y="3237150"/>
            <a:ext cx="1415700" cy="60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Saturn has several rings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635" name="Google Shape;1635;p64"/>
          <p:cNvSpPr txBox="1">
            <a:spLocks noGrp="1"/>
          </p:cNvSpPr>
          <p:nvPr>
            <p:ph type="subTitle" idx="4294967295"/>
          </p:nvPr>
        </p:nvSpPr>
        <p:spPr>
          <a:xfrm>
            <a:off x="713850" y="2939450"/>
            <a:ext cx="1358400" cy="29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2004</a:t>
            </a:r>
            <a:endParaRPr sz="150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636" name="Google Shape;1636;p64"/>
          <p:cNvSpPr txBox="1">
            <a:spLocks noGrp="1"/>
          </p:cNvSpPr>
          <p:nvPr>
            <p:ph type="subTitle" idx="4294967295"/>
          </p:nvPr>
        </p:nvSpPr>
        <p:spPr>
          <a:xfrm>
            <a:off x="2302625" y="2939450"/>
            <a:ext cx="1358400" cy="29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2008</a:t>
            </a:r>
            <a:endParaRPr sz="150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637" name="Google Shape;1637;p64"/>
          <p:cNvSpPr txBox="1">
            <a:spLocks noGrp="1"/>
          </p:cNvSpPr>
          <p:nvPr>
            <p:ph type="subTitle" idx="4294967295"/>
          </p:nvPr>
        </p:nvSpPr>
        <p:spPr>
          <a:xfrm>
            <a:off x="3892800" y="2939450"/>
            <a:ext cx="1358400" cy="29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2012</a:t>
            </a:r>
            <a:endParaRPr sz="150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638" name="Google Shape;1638;p64"/>
          <p:cNvSpPr txBox="1">
            <a:spLocks noGrp="1"/>
          </p:cNvSpPr>
          <p:nvPr>
            <p:ph type="subTitle" idx="4294967295"/>
          </p:nvPr>
        </p:nvSpPr>
        <p:spPr>
          <a:xfrm>
            <a:off x="5482275" y="2939450"/>
            <a:ext cx="1358400" cy="29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2016</a:t>
            </a:r>
            <a:endParaRPr sz="150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639" name="Google Shape;1639;p64"/>
          <p:cNvSpPr txBox="1">
            <a:spLocks noGrp="1"/>
          </p:cNvSpPr>
          <p:nvPr>
            <p:ph type="subTitle" idx="4294967295"/>
          </p:nvPr>
        </p:nvSpPr>
        <p:spPr>
          <a:xfrm>
            <a:off x="7071750" y="2939450"/>
            <a:ext cx="1358400" cy="29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2020</a:t>
            </a:r>
            <a:endParaRPr sz="150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640" name="Google Shape;1640;p64"/>
          <p:cNvSpPr txBox="1">
            <a:spLocks noGrp="1"/>
          </p:cNvSpPr>
          <p:nvPr>
            <p:ph type="subTitle" idx="4294967295"/>
          </p:nvPr>
        </p:nvSpPr>
        <p:spPr>
          <a:xfrm>
            <a:off x="2274686" y="3237150"/>
            <a:ext cx="1415700" cy="60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Venus is terribly hot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641" name="Google Shape;1641;p64"/>
          <p:cNvSpPr txBox="1">
            <a:spLocks noGrp="1"/>
          </p:cNvSpPr>
          <p:nvPr>
            <p:ph type="subTitle" idx="4294967295"/>
          </p:nvPr>
        </p:nvSpPr>
        <p:spPr>
          <a:xfrm>
            <a:off x="3854872" y="3237150"/>
            <a:ext cx="1415700" cy="60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Mars is actually cold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642" name="Google Shape;1642;p64"/>
          <p:cNvSpPr txBox="1">
            <a:spLocks noGrp="1"/>
          </p:cNvSpPr>
          <p:nvPr>
            <p:ph type="subTitle" idx="4294967295"/>
          </p:nvPr>
        </p:nvSpPr>
        <p:spPr>
          <a:xfrm>
            <a:off x="5463321" y="3237150"/>
            <a:ext cx="1415700" cy="60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Neptune is the farthest one 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643" name="Google Shape;1643;p64"/>
          <p:cNvSpPr txBox="1">
            <a:spLocks noGrp="1"/>
          </p:cNvSpPr>
          <p:nvPr>
            <p:ph type="subTitle" idx="4294967295"/>
          </p:nvPr>
        </p:nvSpPr>
        <p:spPr>
          <a:xfrm>
            <a:off x="7091145" y="3237150"/>
            <a:ext cx="1415700" cy="60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Jupiter is </a:t>
            </a:r>
            <a:r>
              <a:rPr lang="en" sz="1400"/>
              <a:t>the biggest planet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644" name="Google Shape;1644;p64"/>
          <p:cNvSpPr/>
          <p:nvPr/>
        </p:nvSpPr>
        <p:spPr>
          <a:xfrm rot="5400000">
            <a:off x="1165141" y="2262691"/>
            <a:ext cx="395705" cy="403473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5" name="Google Shape;1645;p64"/>
          <p:cNvSpPr/>
          <p:nvPr/>
        </p:nvSpPr>
        <p:spPr>
          <a:xfrm rot="5400000">
            <a:off x="2784605" y="2262691"/>
            <a:ext cx="395705" cy="403473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6" name="Google Shape;1646;p64"/>
          <p:cNvSpPr/>
          <p:nvPr/>
        </p:nvSpPr>
        <p:spPr>
          <a:xfrm rot="5400000">
            <a:off x="4374105" y="2262691"/>
            <a:ext cx="395705" cy="403473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7" name="Google Shape;1647;p64"/>
          <p:cNvSpPr/>
          <p:nvPr/>
        </p:nvSpPr>
        <p:spPr>
          <a:xfrm rot="5400000">
            <a:off x="5963617" y="2262691"/>
            <a:ext cx="395705" cy="403473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8" name="Google Shape;1648;p64"/>
          <p:cNvSpPr/>
          <p:nvPr/>
        </p:nvSpPr>
        <p:spPr>
          <a:xfrm rot="5400000">
            <a:off x="7553100" y="2262691"/>
            <a:ext cx="395705" cy="403473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9" name="Google Shape;1649;p64"/>
          <p:cNvSpPr/>
          <p:nvPr/>
        </p:nvSpPr>
        <p:spPr>
          <a:xfrm rot="5400000">
            <a:off x="1656977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0" name="Google Shape;1650;p64"/>
          <p:cNvSpPr/>
          <p:nvPr/>
        </p:nvSpPr>
        <p:spPr>
          <a:xfrm rot="5400000">
            <a:off x="1940602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1" name="Google Shape;1651;p64"/>
          <p:cNvSpPr/>
          <p:nvPr/>
        </p:nvSpPr>
        <p:spPr>
          <a:xfrm rot="5400000">
            <a:off x="2215240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2" name="Google Shape;1652;p64"/>
          <p:cNvSpPr/>
          <p:nvPr/>
        </p:nvSpPr>
        <p:spPr>
          <a:xfrm rot="5400000">
            <a:off x="2507865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3" name="Google Shape;1653;p64"/>
          <p:cNvSpPr/>
          <p:nvPr/>
        </p:nvSpPr>
        <p:spPr>
          <a:xfrm rot="5400000">
            <a:off x="3261465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4" name="Google Shape;1654;p64"/>
          <p:cNvSpPr/>
          <p:nvPr/>
        </p:nvSpPr>
        <p:spPr>
          <a:xfrm rot="5400000">
            <a:off x="3545090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5" name="Google Shape;1655;p64"/>
          <p:cNvSpPr/>
          <p:nvPr/>
        </p:nvSpPr>
        <p:spPr>
          <a:xfrm rot="5400000">
            <a:off x="3819727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6" name="Google Shape;1656;p64"/>
          <p:cNvSpPr/>
          <p:nvPr/>
        </p:nvSpPr>
        <p:spPr>
          <a:xfrm rot="5400000">
            <a:off x="4112352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7" name="Google Shape;1657;p64"/>
          <p:cNvSpPr/>
          <p:nvPr/>
        </p:nvSpPr>
        <p:spPr>
          <a:xfrm rot="5400000">
            <a:off x="4850977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8" name="Google Shape;1658;p64"/>
          <p:cNvSpPr/>
          <p:nvPr/>
        </p:nvSpPr>
        <p:spPr>
          <a:xfrm rot="5400000">
            <a:off x="5134602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9" name="Google Shape;1659;p64"/>
          <p:cNvSpPr/>
          <p:nvPr/>
        </p:nvSpPr>
        <p:spPr>
          <a:xfrm rot="5400000">
            <a:off x="5409240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0" name="Google Shape;1660;p64"/>
          <p:cNvSpPr/>
          <p:nvPr/>
        </p:nvSpPr>
        <p:spPr>
          <a:xfrm rot="5400000">
            <a:off x="5701865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1" name="Google Shape;1661;p64"/>
          <p:cNvSpPr/>
          <p:nvPr/>
        </p:nvSpPr>
        <p:spPr>
          <a:xfrm rot="5400000">
            <a:off x="6440465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2" name="Google Shape;1662;p64"/>
          <p:cNvSpPr/>
          <p:nvPr/>
        </p:nvSpPr>
        <p:spPr>
          <a:xfrm rot="5400000">
            <a:off x="6724090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3" name="Google Shape;1663;p64"/>
          <p:cNvSpPr/>
          <p:nvPr/>
        </p:nvSpPr>
        <p:spPr>
          <a:xfrm rot="5400000">
            <a:off x="6998727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4" name="Google Shape;1664;p64"/>
          <p:cNvSpPr/>
          <p:nvPr/>
        </p:nvSpPr>
        <p:spPr>
          <a:xfrm rot="5400000">
            <a:off x="7291352" y="2372346"/>
            <a:ext cx="180595" cy="184159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" name="Google Shape;1669;p65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PREDICTED GROWTH</a:t>
            </a:r>
            <a:endParaRPr/>
          </a:p>
        </p:txBody>
      </p:sp>
      <p:sp>
        <p:nvSpPr>
          <p:cNvPr id="1670" name="Google Shape;1670;p65"/>
          <p:cNvSpPr txBox="1"/>
          <p:nvPr/>
        </p:nvSpPr>
        <p:spPr>
          <a:xfrm>
            <a:off x="2086050" y="4132775"/>
            <a:ext cx="4971900" cy="3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rPr>
              <a:t>To modify this graph, click on it, follow the link, change the data and paste the resulting graph here, replacing this one</a:t>
            </a: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4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pic>
        <p:nvPicPr>
          <p:cNvPr id="1671" name="Google Shape;1671;p65" title="Gráfico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r="8113"/>
          <a:stretch/>
        </p:blipFill>
        <p:spPr>
          <a:xfrm>
            <a:off x="1007200" y="1196075"/>
            <a:ext cx="4241525" cy="2701375"/>
          </a:xfrm>
          <a:prstGeom prst="rect">
            <a:avLst/>
          </a:prstGeom>
          <a:noFill/>
          <a:ln>
            <a:noFill/>
          </a:ln>
        </p:spPr>
      </p:pic>
      <p:sp>
        <p:nvSpPr>
          <p:cNvPr id="1672" name="Google Shape;1672;p65"/>
          <p:cNvSpPr txBox="1"/>
          <p:nvPr/>
        </p:nvSpPr>
        <p:spPr>
          <a:xfrm>
            <a:off x="5423850" y="2373350"/>
            <a:ext cx="2206800" cy="2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MERCURY</a:t>
            </a:r>
            <a:endParaRPr sz="1500">
              <a:solidFill>
                <a:schemeClr val="dk1"/>
              </a:solidFill>
              <a:latin typeface="Arvo"/>
              <a:ea typeface="Arvo"/>
              <a:cs typeface="Arvo"/>
              <a:sym typeface="Arvo"/>
            </a:endParaRPr>
          </a:p>
        </p:txBody>
      </p:sp>
      <p:sp>
        <p:nvSpPr>
          <p:cNvPr id="1673" name="Google Shape;1673;p65"/>
          <p:cNvSpPr txBox="1"/>
          <p:nvPr/>
        </p:nvSpPr>
        <p:spPr>
          <a:xfrm>
            <a:off x="5404700" y="2650925"/>
            <a:ext cx="2732100" cy="9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n">
                <a:solidFill>
                  <a:srgbClr val="F2F2F2"/>
                </a:solidFill>
                <a:latin typeface="Maven Pro"/>
                <a:ea typeface="Maven Pro"/>
                <a:cs typeface="Maven Pro"/>
                <a:sym typeface="Maven Pro"/>
              </a:rPr>
              <a:t>Mercury is the closest planet to the Sun and the smallest one in the Solar System—it’s only a bit larger than the Moon</a:t>
            </a:r>
            <a:endParaRPr sz="1700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8" name="Google Shape;1678;p66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INVESTMENT</a:t>
            </a:r>
            <a:endParaRPr/>
          </a:p>
        </p:txBody>
      </p:sp>
      <p:sp>
        <p:nvSpPr>
          <p:cNvPr id="1679" name="Google Shape;1679;p66"/>
          <p:cNvSpPr txBox="1"/>
          <p:nvPr/>
        </p:nvSpPr>
        <p:spPr>
          <a:xfrm>
            <a:off x="1265525" y="2346151"/>
            <a:ext cx="3018600" cy="4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rPr>
              <a:t>Expected income for next year</a:t>
            </a: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680" name="Google Shape;1680;p66"/>
          <p:cNvSpPr txBox="1">
            <a:spLocks noGrp="1"/>
          </p:cNvSpPr>
          <p:nvPr>
            <p:ph type="subTitle" idx="4294967295"/>
          </p:nvPr>
        </p:nvSpPr>
        <p:spPr>
          <a:xfrm>
            <a:off x="1760225" y="1474875"/>
            <a:ext cx="2029200" cy="38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500">
                <a:latin typeface="Press Start 2P"/>
                <a:ea typeface="Press Start 2P"/>
                <a:cs typeface="Press Start 2P"/>
                <a:sym typeface="Press Start 2P"/>
              </a:rPr>
              <a:t>SATURN</a:t>
            </a:r>
            <a:endParaRPr sz="1500"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681" name="Google Shape;1681;p66"/>
          <p:cNvSpPr txBox="1"/>
          <p:nvPr/>
        </p:nvSpPr>
        <p:spPr>
          <a:xfrm>
            <a:off x="4859875" y="2346151"/>
            <a:ext cx="3018600" cy="4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rPr>
              <a:t>New employees next year</a:t>
            </a:r>
            <a:endParaRPr>
              <a:solidFill>
                <a:schemeClr val="lt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682" name="Google Shape;1682;p66"/>
          <p:cNvSpPr txBox="1">
            <a:spLocks noGrp="1"/>
          </p:cNvSpPr>
          <p:nvPr>
            <p:ph type="subTitle" idx="4294967295"/>
          </p:nvPr>
        </p:nvSpPr>
        <p:spPr>
          <a:xfrm>
            <a:off x="5354575" y="1499925"/>
            <a:ext cx="2029200" cy="38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500">
                <a:latin typeface="Press Start 2P"/>
                <a:ea typeface="Press Start 2P"/>
                <a:cs typeface="Press Start 2P"/>
                <a:sym typeface="Press Start 2P"/>
              </a:rPr>
              <a:t>NEPTUNE</a:t>
            </a:r>
            <a:endParaRPr sz="1500"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683" name="Google Shape;1683;p66"/>
          <p:cNvSpPr txBox="1">
            <a:spLocks noGrp="1"/>
          </p:cNvSpPr>
          <p:nvPr>
            <p:ph type="title" idx="4294967295"/>
          </p:nvPr>
        </p:nvSpPr>
        <p:spPr>
          <a:xfrm>
            <a:off x="1396475" y="2010200"/>
            <a:ext cx="2756700" cy="333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/>
              <a:t>$55,000</a:t>
            </a:r>
            <a:endParaRPr sz="2000"/>
          </a:p>
        </p:txBody>
      </p:sp>
      <p:sp>
        <p:nvSpPr>
          <p:cNvPr id="1684" name="Google Shape;1684;p66"/>
          <p:cNvSpPr txBox="1">
            <a:spLocks noGrp="1"/>
          </p:cNvSpPr>
          <p:nvPr>
            <p:ph type="title" idx="4294967295"/>
          </p:nvPr>
        </p:nvSpPr>
        <p:spPr>
          <a:xfrm>
            <a:off x="4990825" y="2010200"/>
            <a:ext cx="2756700" cy="333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/>
              <a:t>175</a:t>
            </a:r>
            <a:endParaRPr sz="2000"/>
          </a:p>
        </p:txBody>
      </p:sp>
      <p:grpSp>
        <p:nvGrpSpPr>
          <p:cNvPr id="1685" name="Google Shape;1685;p66"/>
          <p:cNvGrpSpPr/>
          <p:nvPr/>
        </p:nvGrpSpPr>
        <p:grpSpPr>
          <a:xfrm>
            <a:off x="5841683" y="2948361"/>
            <a:ext cx="1054985" cy="1054984"/>
            <a:chOff x="1358225" y="1657769"/>
            <a:chExt cx="1282500" cy="1282500"/>
          </a:xfrm>
        </p:grpSpPr>
        <p:sp>
          <p:nvSpPr>
            <p:cNvPr id="1686" name="Google Shape;1686;p66"/>
            <p:cNvSpPr/>
            <p:nvPr/>
          </p:nvSpPr>
          <p:spPr>
            <a:xfrm>
              <a:off x="1358225" y="1657769"/>
              <a:ext cx="1282500" cy="1282500"/>
            </a:xfrm>
            <a:prstGeom prst="pie">
              <a:avLst>
                <a:gd name="adj1" fmla="val 16215443"/>
                <a:gd name="adj2" fmla="val 2159983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" name="Google Shape;1687;p66"/>
            <p:cNvSpPr/>
            <p:nvPr/>
          </p:nvSpPr>
          <p:spPr>
            <a:xfrm>
              <a:off x="1502375" y="1805681"/>
              <a:ext cx="994200" cy="9942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88" name="Google Shape;1688;p66"/>
          <p:cNvGrpSpPr/>
          <p:nvPr/>
        </p:nvGrpSpPr>
        <p:grpSpPr>
          <a:xfrm>
            <a:off x="2247333" y="2948361"/>
            <a:ext cx="1054985" cy="1054984"/>
            <a:chOff x="7993800" y="2872600"/>
            <a:chExt cx="1282500" cy="1282500"/>
          </a:xfrm>
        </p:grpSpPr>
        <p:sp>
          <p:nvSpPr>
            <p:cNvPr id="1689" name="Google Shape;1689;p66"/>
            <p:cNvSpPr/>
            <p:nvPr/>
          </p:nvSpPr>
          <p:spPr>
            <a:xfrm>
              <a:off x="7993800" y="2872600"/>
              <a:ext cx="1282500" cy="1282500"/>
            </a:xfrm>
            <a:prstGeom prst="pie">
              <a:avLst>
                <a:gd name="adj1" fmla="val 5437002"/>
                <a:gd name="adj2" fmla="val 16156575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" name="Google Shape;1690;p66"/>
            <p:cNvSpPr/>
            <p:nvPr/>
          </p:nvSpPr>
          <p:spPr>
            <a:xfrm>
              <a:off x="8137950" y="3016763"/>
              <a:ext cx="994200" cy="9942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91" name="Google Shape;1691;p66"/>
          <p:cNvSpPr txBox="1"/>
          <p:nvPr/>
        </p:nvSpPr>
        <p:spPr>
          <a:xfrm>
            <a:off x="3199120" y="3431328"/>
            <a:ext cx="842700" cy="2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50%</a:t>
            </a:r>
            <a:endParaRPr sz="1200" b="1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1692" name="Google Shape;1692;p66"/>
          <p:cNvSpPr txBox="1"/>
          <p:nvPr/>
        </p:nvSpPr>
        <p:spPr>
          <a:xfrm>
            <a:off x="5064794" y="3431328"/>
            <a:ext cx="842700" cy="2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25%</a:t>
            </a:r>
            <a:endParaRPr sz="1200" b="1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Google Shape;1510;p59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THANKS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1002</Words>
  <Application>Microsoft Office PowerPoint</Application>
  <PresentationFormat>On-screen Show (16:9)</PresentationFormat>
  <Paragraphs>197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5" baseType="lpstr">
      <vt:lpstr>Arial</vt:lpstr>
      <vt:lpstr>Maven Pro</vt:lpstr>
      <vt:lpstr>Press Start 2P</vt:lpstr>
      <vt:lpstr>Muli</vt:lpstr>
      <vt:lpstr>Lato</vt:lpstr>
      <vt:lpstr>Roboto</vt:lpstr>
      <vt:lpstr>Aptos</vt:lpstr>
      <vt:lpstr>Fira Sans Condensed Medium</vt:lpstr>
      <vt:lpstr>Maven Pro SemiBold</vt:lpstr>
      <vt:lpstr>Arvo</vt:lpstr>
      <vt:lpstr>Super Pixel Vintage Gaming by Slidesgo</vt:lpstr>
      <vt:lpstr>GAME PROG</vt:lpstr>
      <vt:lpstr>Back Story</vt:lpstr>
      <vt:lpstr>Karakter Utama</vt:lpstr>
      <vt:lpstr>—SOMEONE FAMOUS</vt:lpstr>
      <vt:lpstr>INTRODUCTION</vt:lpstr>
      <vt:lpstr>OUR COMPANY</vt:lpstr>
      <vt:lpstr>PRODUCT OVERVIEW</vt:lpstr>
      <vt:lpstr>THEM</vt:lpstr>
      <vt:lpstr>PROBLEM VS SOLUTION</vt:lpstr>
      <vt:lpstr>THE PROBLEM</vt:lpstr>
      <vt:lpstr>THE SOLUTION</vt:lpstr>
      <vt:lpstr>OUR TEAM</vt:lpstr>
      <vt:lpstr>STRENGTHS</vt:lpstr>
      <vt:lpstr>OUR PRODUCTS</vt:lpstr>
      <vt:lpstr>OUR PLANS</vt:lpstr>
      <vt:lpstr>PRODUCT DEMO</vt:lpstr>
      <vt:lpstr>MARKET &amp; COMPETITION</vt:lpstr>
      <vt:lpstr>OUR TRACTION</vt:lpstr>
      <vt:lpstr>1,453,000</vt:lpstr>
      <vt:lpstr>CASE STUDY</vt:lpstr>
      <vt:lpstr>—JOHN SMITH</vt:lpstr>
      <vt:lpstr>OUR AWARDS</vt:lpstr>
      <vt:lpstr>OUR TARGET</vt:lpstr>
      <vt:lpstr>BULLET POINTS ARE VERY USEFUL</vt:lpstr>
      <vt:lpstr>A PICTURE ALWAYS REINFORCES THE  MAIN CONCEPT</vt:lpstr>
      <vt:lpstr>A PICTURE IS WORTH A THOUSAND WORDS</vt:lpstr>
      <vt:lpstr>BUSINESS MODEL</vt:lpstr>
      <vt:lpstr>MARKET SIZE</vt:lpstr>
      <vt:lpstr>OUR COMPETITORS</vt:lpstr>
      <vt:lpstr>BUSINESS MODEL</vt:lpstr>
      <vt:lpstr>OUR MILESTONES</vt:lpstr>
      <vt:lpstr>PREDICTED GROWTH</vt:lpstr>
      <vt:lpstr>OUR INVESTMENT</vt:lpstr>
      <vt:lpstr>THANKS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Bryant Sanyata</cp:lastModifiedBy>
  <cp:revision>3</cp:revision>
  <dcterms:modified xsi:type="dcterms:W3CDTF">2025-03-11T01:58:46Z</dcterms:modified>
</cp:coreProperties>
</file>