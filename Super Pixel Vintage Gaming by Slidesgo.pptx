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26"/>
  </p:notesMasterIdLst>
  <p:sldIdLst>
    <p:sldId id="256" r:id="rId2"/>
    <p:sldId id="257" r:id="rId3"/>
    <p:sldId id="317" r:id="rId4"/>
    <p:sldId id="258" r:id="rId5"/>
    <p:sldId id="320" r:id="rId6"/>
    <p:sldId id="321" r:id="rId7"/>
    <p:sldId id="322" r:id="rId8"/>
    <p:sldId id="323" r:id="rId9"/>
    <p:sldId id="324" r:id="rId10"/>
    <p:sldId id="268" r:id="rId11"/>
    <p:sldId id="294" r:id="rId12"/>
    <p:sldId id="318" r:id="rId13"/>
    <p:sldId id="311" r:id="rId14"/>
    <p:sldId id="308" r:id="rId15"/>
    <p:sldId id="309" r:id="rId16"/>
    <p:sldId id="295" r:id="rId17"/>
    <p:sldId id="325" r:id="rId18"/>
    <p:sldId id="326" r:id="rId19"/>
    <p:sldId id="313" r:id="rId20"/>
    <p:sldId id="314" r:id="rId21"/>
    <p:sldId id="315" r:id="rId22"/>
    <p:sldId id="316" r:id="rId23"/>
    <p:sldId id="261" r:id="rId24"/>
    <p:sldId id="282" r:id="rId2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back story" id="{BEE7DE58-3D8E-46CE-8A77-07DBDC3E841B}">
          <p14:sldIdLst>
            <p14:sldId id="257"/>
            <p14:sldId id="317"/>
          </p14:sldIdLst>
        </p14:section>
        <p14:section name="kingdom lore" id="{49B591C0-4EFA-4835-9EC9-4FBE2DA69A4B}">
          <p14:sldIdLst>
            <p14:sldId id="258"/>
            <p14:sldId id="320"/>
            <p14:sldId id="321"/>
          </p14:sldIdLst>
        </p14:section>
        <p14:section name="main char" id="{511458C4-5736-40F4-86F3-31BD53742AFB}">
          <p14:sldIdLst>
            <p14:sldId id="322"/>
            <p14:sldId id="323"/>
            <p14:sldId id="324"/>
          </p14:sldIdLst>
        </p14:section>
        <p14:section name="stage" id="{01AA45A6-93FC-4BAB-B404-7A8D18C4B541}">
          <p14:sldIdLst>
            <p14:sldId id="268"/>
            <p14:sldId id="294"/>
            <p14:sldId id="318"/>
            <p14:sldId id="311"/>
            <p14:sldId id="308"/>
            <p14:sldId id="309"/>
          </p14:sldIdLst>
        </p14:section>
        <p14:section name="enemies" id="{00166AFF-AA52-4C59-9500-345BD85BDECA}">
          <p14:sldIdLst>
            <p14:sldId id="295"/>
            <p14:sldId id="325"/>
            <p14:sldId id="326"/>
            <p14:sldId id="313"/>
            <p14:sldId id="314"/>
            <p14:sldId id="315"/>
            <p14:sldId id="316"/>
            <p14:sldId id="26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9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6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FBFAE4F-7F56-3A70-5628-8CF8AC36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9F64539-EDAE-8DFD-A741-1EE9E40E4E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AF834060-B7A0-1FD6-125D-129C65B70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883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2F0CB12-9A66-2FCC-9ABA-D35DF0BC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BA8746D-CF2D-D4A6-BEC2-A3177BB22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7F41C3F-B2D8-BFB1-00D6-13AA6561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27142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BD43527B-87B2-FCF4-85F7-FBACEB74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FA03BB3-291B-BFA7-31CC-2AF3B8F76A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FB791D78-4993-4FC7-7648-01C7D4ABB9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2532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2CEE47A8-E662-C673-4BA2-DFEBB160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DDAF6605-7B39-F0A3-686D-66039203C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1B0029A0-2249-8F3C-E797-913C11C3B6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005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71B8A3D5-27E0-4C87-F1C6-6329B5B2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CFB73AA4-5126-5AA7-D947-4AFBEDF4D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D893063C-C3C7-144E-47FD-D366FAD8B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38243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092AFEBC-C2C0-AAE3-3923-ED9F5B07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FC41A422-9A5C-A5F6-146C-DDFE8156D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5197E18-A563-CE83-1E79-CFB529BB5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5029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C3C7927E-8167-2A86-F824-665E1113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AA8F2EA2-A947-D2DE-1F28-4157EF488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C69D366C-00ED-A89C-DF75-3FAFE9DD96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22294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C1C5061-0FD4-49D1-1F88-04980887A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E885ADE-C341-711C-696B-3128964220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544A047C-0CFF-77D0-AC9F-19414D355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931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3544EC06-C16F-F1BA-C147-D091FD38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B801026-2026-28B2-5356-D5475AF14B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9F46113-280B-C329-6078-4BEA95D969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7694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D25447CF-0EEF-E2D8-744F-3FFE836E9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24E18BD-7692-D3EC-B396-BCD80C919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A8066A6-E53A-CF7F-C3D8-1E0C6034F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884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28A7A3A7-D0B3-1609-D8DB-2126403E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A7F39B7-E449-0490-C140-D654ADFB3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5D6186C-1542-A3EC-DF07-7E39A2D74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8228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E6FADE06-B1D3-5E52-A7E1-0B5718E9F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4394426A-E18E-9417-5F74-A95833C9A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DAE2EC0-1C32-B7EF-4C2A-C991748E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4005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5.gif"/><Relationship Id="rId4" Type="http://schemas.openxmlformats.org/officeDocument/2006/relationships/image" Target="../media/image14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8.gif"/><Relationship Id="rId4" Type="http://schemas.openxmlformats.org/officeDocument/2006/relationships/image" Target="../media/image17.gi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g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2.gif"/><Relationship Id="rId4" Type="http://schemas.openxmlformats.org/officeDocument/2006/relationships/image" Target="../media/image21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6.gif"/><Relationship Id="rId4" Type="http://schemas.openxmlformats.org/officeDocument/2006/relationships/image" Target="../media/image25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078247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PROYEK GAME PROG</a:t>
            </a:r>
            <a:endParaRPr b="1"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439563" y="2097534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PIXEL GUARDIAN</a:t>
            </a:r>
            <a:endParaRPr sz="4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3304730" y="347496"/>
            <a:ext cx="2534539" cy="5257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Back Story</a:t>
            </a:r>
            <a:endParaRPr sz="3600" b="1"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hidup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kedamaian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harmoni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Keempat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Emerald Kingdom, Ruby Kingdom, Sapphire Kingdom, dan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bertahun</a:t>
            </a:r>
            <a:r>
              <a:rPr lang="en-ID" dirty="0"/>
              <a:t> – </a:t>
            </a:r>
            <a:r>
              <a:rPr lang="en-ID" dirty="0" err="1"/>
              <a:t>tahun</a:t>
            </a:r>
            <a:r>
              <a:rPr lang="en-ID" dirty="0"/>
              <a:t>, </a:t>
            </a:r>
            <a:r>
              <a:rPr lang="en-ID" dirty="0" err="1"/>
              <a:t>keempat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bahu – </a:t>
            </a:r>
            <a:r>
              <a:rPr lang="en-ID" dirty="0" err="1"/>
              <a:t>membahu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masa </a:t>
            </a:r>
            <a:r>
              <a:rPr lang="en-ID" dirty="0" err="1"/>
              <a:t>depan</a:t>
            </a:r>
            <a:r>
              <a:rPr lang="en-ID" dirty="0"/>
              <a:t> yang </a:t>
            </a:r>
            <a:r>
              <a:rPr lang="en-ID" dirty="0" err="1"/>
              <a:t>sejahtera</a:t>
            </a:r>
            <a:r>
              <a:rPr lang="en-ID" dirty="0"/>
              <a:t> </a:t>
            </a:r>
            <a:r>
              <a:rPr lang="en-ID" dirty="0" err="1"/>
              <a:t>bagi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penduduk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kedamaian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Obsidian Kingdom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mengguncang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wilayahnya</a:t>
            </a:r>
            <a:r>
              <a:rPr lang="en-ID" dirty="0"/>
              <a:t>.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penyakit</a:t>
            </a:r>
            <a:r>
              <a:rPr lang="en-ID" dirty="0"/>
              <a:t> </a:t>
            </a:r>
            <a:r>
              <a:rPr lang="en-ID" dirty="0" err="1"/>
              <a:t>wabah</a:t>
            </a:r>
            <a:r>
              <a:rPr lang="en-ID" dirty="0"/>
              <a:t> yang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, </a:t>
            </a:r>
            <a:r>
              <a:rPr lang="en-ID" dirty="0" err="1"/>
              <a:t>merenggut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nyawa</a:t>
            </a:r>
            <a:r>
              <a:rPr lang="en-ID" dirty="0"/>
              <a:t> dan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penderitaan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penjuru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Dilanda</a:t>
            </a:r>
            <a:r>
              <a:rPr lang="en-ID" dirty="0"/>
              <a:t> </a:t>
            </a:r>
            <a:r>
              <a:rPr lang="en-ID" dirty="0" err="1"/>
              <a:t>keputusasaan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dan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 demi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kerajaannya</a:t>
            </a:r>
            <a:r>
              <a:rPr lang="en-ID" dirty="0"/>
              <a:t>. Keputusan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murka</a:t>
            </a:r>
            <a:r>
              <a:rPr lang="en-ID" dirty="0"/>
              <a:t> sang raja,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mengasingkan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yang </a:t>
            </a:r>
            <a:r>
              <a:rPr lang="en-ID" dirty="0" err="1"/>
              <a:t>terpencil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/>
          </a:p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pengasingan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memperdalam</a:t>
            </a:r>
            <a:r>
              <a:rPr lang="en-ID" dirty="0"/>
              <a:t>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akhirnya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menguasainya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keberhasilannya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yang </a:t>
            </a:r>
            <a:r>
              <a:rPr lang="en-ID" dirty="0" err="1"/>
              <a:t>terkurung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bangkit</a:t>
            </a:r>
            <a:r>
              <a:rPr lang="en-ID" dirty="0"/>
              <a:t> dan </a:t>
            </a:r>
            <a:r>
              <a:rPr lang="en-ID" dirty="0" err="1"/>
              <a:t>merasuki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8158" y="258042"/>
            <a:ext cx="3187683" cy="9588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sz="3600" b="1" dirty="0" err="1"/>
              <a:t>Lanjutan</a:t>
            </a:r>
            <a:br>
              <a:rPr lang="en-ID" sz="3600" b="1" dirty="0"/>
            </a:br>
            <a:r>
              <a:rPr lang="en-ID" sz="3600" b="1" dirty="0"/>
              <a:t>Back Story</a:t>
            </a:r>
            <a:endParaRPr sz="3600" b="1"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91014" y="1618706"/>
            <a:ext cx="7709100" cy="268167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kini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Obsidian Kingdom. </a:t>
            </a:r>
            <a:r>
              <a:rPr lang="en-ID" dirty="0" err="1"/>
              <a:t>Kepulangannya</a:t>
            </a:r>
            <a:r>
              <a:rPr lang="en-ID" dirty="0"/>
              <a:t> </a:t>
            </a:r>
            <a:r>
              <a:rPr lang="en-ID" dirty="0" err="1"/>
              <a:t>menimbulkan</a:t>
            </a:r>
            <a:r>
              <a:rPr lang="en-ID" dirty="0"/>
              <a:t> </a:t>
            </a:r>
            <a:r>
              <a:rPr lang="en-ID" dirty="0" err="1"/>
              <a:t>kemarahan</a:t>
            </a:r>
            <a:r>
              <a:rPr lang="en-ID" dirty="0"/>
              <a:t> sang Raja Obsidian,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tak</a:t>
            </a:r>
            <a:r>
              <a:rPr lang="en-ID" dirty="0"/>
              <a:t> lama </a:t>
            </a:r>
            <a:r>
              <a:rPr lang="en-ID" dirty="0" err="1"/>
              <a:t>kemudian</a:t>
            </a:r>
            <a:r>
              <a:rPr lang="en-ID" dirty="0"/>
              <a:t> sang raja </a:t>
            </a:r>
            <a:r>
              <a:rPr lang="en-ID" dirty="0" err="1"/>
              <a:t>menyadari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anaknya</a:t>
            </a:r>
            <a:r>
              <a:rPr lang="en-ID" dirty="0"/>
              <a:t> </a:t>
            </a:r>
            <a:r>
              <a:rPr lang="en-ID" dirty="0" err="1"/>
              <a:t>berada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kendali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Seketika</a:t>
            </a:r>
            <a:r>
              <a:rPr lang="en-ID" dirty="0"/>
              <a:t> sang raja </a:t>
            </a:r>
            <a:r>
              <a:rPr lang="en-ID" dirty="0" err="1"/>
              <a:t>mencoba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menyadarkan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pun </a:t>
            </a:r>
            <a:r>
              <a:rPr lang="en-ID" dirty="0" err="1"/>
              <a:t>ikut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percobaannya</a:t>
            </a:r>
            <a:r>
              <a:rPr lang="en-ID" dirty="0"/>
              <a:t>. Roh </a:t>
            </a:r>
            <a:r>
              <a:rPr lang="en-ID" dirty="0" err="1"/>
              <a:t>jahat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niatnya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menguasai</a:t>
            </a:r>
            <a:r>
              <a:rPr lang="en-ID" dirty="0"/>
              <a:t> dunia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portal dan </a:t>
            </a:r>
            <a:r>
              <a:rPr lang="en-ID" dirty="0" err="1"/>
              <a:t>memanggil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/>
              <a:t>Perang </a:t>
            </a:r>
            <a:r>
              <a:rPr lang="en-ID" dirty="0" err="1"/>
              <a:t>besar</a:t>
            </a:r>
            <a:r>
              <a:rPr lang="en-ID" dirty="0"/>
              <a:t> pun </a:t>
            </a:r>
            <a:r>
              <a:rPr lang="en-ID" dirty="0" err="1"/>
              <a:t>pecah</a:t>
            </a:r>
            <a:r>
              <a:rPr lang="en-ID" dirty="0"/>
              <a:t>, </a:t>
            </a:r>
            <a:r>
              <a:rPr lang="en-ID" dirty="0" err="1"/>
              <a:t>dipicu</a:t>
            </a:r>
            <a:r>
              <a:rPr lang="en-ID" dirty="0"/>
              <a:t> oleh </a:t>
            </a:r>
            <a:r>
              <a:rPr lang="en-ID" dirty="0" err="1"/>
              <a:t>serangan</a:t>
            </a:r>
            <a:r>
              <a:rPr lang="en-ID" dirty="0"/>
              <a:t> Obsidian Kingdom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lainnya</a:t>
            </a:r>
            <a:r>
              <a:rPr lang="en-ID" dirty="0"/>
              <a:t>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tanggapan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masing – masing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invasi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 err="1"/>
              <a:t>Ketigaa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penguasaan</a:t>
            </a:r>
            <a:r>
              <a:rPr lang="en-ID" dirty="0"/>
              <a:t> Obsidian Kingdom dan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belum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mengenal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demi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Emerald Kingdom</a:t>
            </a:r>
            <a:endParaRPr sz="2000"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33" y="2915080"/>
            <a:ext cx="2042339" cy="2042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F1AFDAF8-D1FE-1AF0-B0D7-4B2F6D4C2611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>
                <a:cs typeface="LilyUPC" panose="020B0502040204020203" pitchFamily="34" charset="-34"/>
              </a:rPr>
              <a:t>Emerald Kingdom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subur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hijau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keharmonisan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alam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keberanian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nilai-nilai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kehormatan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Dipimpin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pemimpin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bijak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para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benteng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terakhir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 Istana dan </a:t>
            </a:r>
            <a:r>
              <a:rPr lang="en-ID" dirty="0" err="1">
                <a:cs typeface="LilyUPC" panose="020B0502040204020203" pitchFamily="34" charset="-34"/>
              </a:rPr>
              <a:t>bentengnya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terbuat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batu </a:t>
            </a:r>
            <a:r>
              <a:rPr lang="en-ID" dirty="0" err="1">
                <a:cs typeface="LilyUPC" panose="020B0502040204020203" pitchFamily="34" charset="-34"/>
              </a:rPr>
              <a:t>zamrud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perlindungan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BD09B8E-EAE5-6C4B-8939-D13349FA9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F8BE982-B7CF-3736-A60B-558C31FCD52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Ruby Kingdom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9FC32-4380-75BF-0109-FC279C51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2" y="2915080"/>
            <a:ext cx="2041200" cy="20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E4A54F7-F2D5-35EE-34A6-0D556B321C6B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Ruby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69E3F49-F966-3E63-0C96-B4F4EF209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70387071-A7F7-9166-0DD7-5BD236E9F542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Ruby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berapi</a:t>
            </a:r>
            <a:r>
              <a:rPr lang="en-ID" dirty="0"/>
              <a:t> – </a:t>
            </a:r>
            <a:r>
              <a:rPr lang="en-ID" dirty="0" err="1"/>
              <a:t>api</a:t>
            </a:r>
            <a:r>
              <a:rPr lang="en-ID" dirty="0"/>
              <a:t> dan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semangat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daerah</a:t>
            </a:r>
            <a:r>
              <a:rPr lang="en-ID" dirty="0"/>
              <a:t> </a:t>
            </a:r>
            <a:r>
              <a:rPr lang="en-ID" dirty="0" err="1"/>
              <a:t>pegunungan</a:t>
            </a:r>
            <a:r>
              <a:rPr lang="en-ID" dirty="0"/>
              <a:t> </a:t>
            </a:r>
            <a:r>
              <a:rPr lang="en-ID" dirty="0" err="1"/>
              <a:t>vulkanik</a:t>
            </a:r>
            <a:r>
              <a:rPr lang="en-ID" dirty="0"/>
              <a:t> yang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indah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keteguhan</a:t>
            </a:r>
            <a:r>
              <a:rPr lang="en-ID" dirty="0"/>
              <a:t> dan </a:t>
            </a:r>
            <a:r>
              <a:rPr lang="en-ID" dirty="0" err="1"/>
              <a:t>tekad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melatih</a:t>
            </a:r>
            <a:r>
              <a:rPr lang="en-ID" dirty="0"/>
              <a:t> para </a:t>
            </a:r>
            <a:r>
              <a:rPr lang="en-ID" dirty="0" err="1"/>
              <a:t>prajuritnya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tahan</a:t>
            </a:r>
            <a:r>
              <a:rPr lang="en-ID" dirty="0"/>
              <a:t> banting, </a:t>
            </a:r>
            <a:r>
              <a:rPr lang="en-ID" dirty="0" err="1"/>
              <a:t>fokus</a:t>
            </a:r>
            <a:r>
              <a:rPr lang="en-ID" dirty="0"/>
              <a:t>, dan </a:t>
            </a:r>
            <a:r>
              <a:rPr lang="en-ID" dirty="0" err="1"/>
              <a:t>disiplin</a:t>
            </a:r>
            <a:r>
              <a:rPr lang="en-ID" dirty="0"/>
              <a:t>. </a:t>
            </a:r>
            <a:r>
              <a:rPr lang="en-ID" dirty="0" err="1"/>
              <a:t>Semangat</a:t>
            </a:r>
            <a:r>
              <a:rPr lang="en-ID" dirty="0"/>
              <a:t> </a:t>
            </a:r>
            <a:r>
              <a:rPr lang="en-ID" dirty="0" err="1"/>
              <a:t>juang</a:t>
            </a:r>
            <a:r>
              <a:rPr lang="en-ID" dirty="0"/>
              <a:t> dan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budaya</a:t>
            </a:r>
            <a:r>
              <a:rPr lang="en-ID" dirty="0"/>
              <a:t> Ruby Kingdom.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64453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12D9A166-B67B-6723-31B9-D8D543C9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BBA5D95F-A530-DDE2-3659-849647F97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71" y="2915081"/>
            <a:ext cx="2041199" cy="2041199"/>
          </a:xfrm>
          <a:prstGeom prst="rect">
            <a:avLst/>
          </a:prstGeom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186A5D79-7CC3-88AD-39CB-7B5CB1DF187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Sapphire Kingdom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49A9221-DB05-BE52-F654-7A83E2BE71E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Sapphire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B89E3DED-2173-BB9D-CCED-BE13468492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97EC57F1-F342-F628-0444-1E9A8ED95E23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Sapphire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damai</a:t>
            </a:r>
            <a:r>
              <a:rPr lang="en-ID" dirty="0"/>
              <a:t> dan </a:t>
            </a:r>
            <a:r>
              <a:rPr lang="en-ID" dirty="0" err="1"/>
              <a:t>elegan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tepian</a:t>
            </a:r>
            <a:r>
              <a:rPr lang="en-ID" dirty="0"/>
              <a:t> </a:t>
            </a:r>
            <a:r>
              <a:rPr lang="en-ID" dirty="0" err="1"/>
              <a:t>danau</a:t>
            </a:r>
            <a:r>
              <a:rPr lang="en-ID" dirty="0"/>
              <a:t> dan wilayah </a:t>
            </a:r>
            <a:r>
              <a:rPr lang="en-ID" dirty="0" err="1"/>
              <a:t>pesisir</a:t>
            </a:r>
            <a:r>
              <a:rPr lang="en-ID" dirty="0"/>
              <a:t> yang </a:t>
            </a:r>
            <a:r>
              <a:rPr lang="en-ID" dirty="0" err="1"/>
              <a:t>dipenuhi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 </a:t>
            </a:r>
            <a:r>
              <a:rPr lang="en-ID" dirty="0" err="1"/>
              <a:t>biru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dan </a:t>
            </a:r>
            <a:r>
              <a:rPr lang="en-ID" dirty="0" err="1"/>
              <a:t>seni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dihuni</a:t>
            </a:r>
            <a:r>
              <a:rPr lang="en-ID" dirty="0"/>
              <a:t> oleh para </a:t>
            </a:r>
            <a:r>
              <a:rPr lang="en-ID" dirty="0" err="1"/>
              <a:t>cendekiawan</a:t>
            </a:r>
            <a:r>
              <a:rPr lang="en-ID" dirty="0"/>
              <a:t>, </a:t>
            </a:r>
            <a:r>
              <a:rPr lang="en-ID" dirty="0" err="1"/>
              <a:t>penyihir</a:t>
            </a:r>
            <a:r>
              <a:rPr lang="en-ID" dirty="0"/>
              <a:t>, dan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rahasia</a:t>
            </a:r>
            <a:r>
              <a:rPr lang="en-ID" dirty="0"/>
              <a:t> dunia. </a:t>
            </a:r>
            <a:r>
              <a:rPr lang="en-ID" dirty="0" err="1"/>
              <a:t>Masyarakatnya</a:t>
            </a:r>
            <a:r>
              <a:rPr lang="en-ID" dirty="0"/>
              <a:t> </a:t>
            </a:r>
            <a:r>
              <a:rPr lang="en-ID" dirty="0" err="1"/>
              <a:t>menjunjung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kebijaksanaan</a:t>
            </a:r>
            <a:r>
              <a:rPr lang="en-ID" dirty="0"/>
              <a:t>, </a:t>
            </a:r>
            <a:r>
              <a:rPr lang="en-ID" dirty="0" err="1"/>
              <a:t>ketenangan</a:t>
            </a:r>
            <a:r>
              <a:rPr lang="en-ID" dirty="0"/>
              <a:t>, dan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2528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E31AD11-3B64-5AD9-C52A-16C295C2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DA8A89B7-213E-31D5-5FEE-02CAFE271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201770" y="2915080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84039AB-0E34-0F63-F209-6D421CB3E17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Brave Knight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A51C6CCB-4951-22E0-CD59-8F4BE205CE22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Brave</a:t>
            </a:r>
            <a:br>
              <a:rPr lang="en-ID" sz="2000" dirty="0"/>
            </a:br>
            <a:r>
              <a:rPr lang="en-ID" sz="2000" dirty="0"/>
              <a:t>Knight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AE5B5B1-7F3E-D6EE-0BD9-E80CA8E93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F2B24E39-F509-0F1C-00B6-A66925A190C4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 err="1"/>
              <a:t>Ksatria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pribadi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perwakilan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keberanian</a:t>
            </a:r>
            <a:r>
              <a:rPr lang="en-ID" dirty="0"/>
              <a:t> dan </a:t>
            </a:r>
            <a:r>
              <a:rPr lang="en-ID" dirty="0" err="1"/>
              <a:t>kemampuannya</a:t>
            </a:r>
            <a:r>
              <a:rPr lang="en-ID" dirty="0"/>
              <a:t>. Dia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tepat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9192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261A94A1-710A-98E9-D593-AB371B30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448C2D1-F372-A6DD-C3A2-66AE7FE81A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201769" y="2927069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DD1F8366-8739-F78B-3C88-51C5459CB424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/>
              <a:t>Persistent Samurai</a:t>
            </a:r>
            <a:endParaRPr lang="en-US" sz="36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37796A3-E58B-A2BA-59E7-4D8F3155C9BA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/>
              <a:t>Persistent Samurai</a:t>
            </a:r>
            <a:endParaRPr lang="en-US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E88C0C7E-B7D4-012E-5140-21C9C1DA74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DA6EB296-9520-3A55-8DC1-8499B86F8B05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Samurai </a:t>
            </a:r>
            <a:r>
              <a:rPr lang="en-ID" dirty="0" err="1"/>
              <a:t>dari</a:t>
            </a:r>
            <a:r>
              <a:rPr lang="en-ID" dirty="0"/>
              <a:t> Ruby Kingdom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kegigihan</a:t>
            </a:r>
            <a:r>
              <a:rPr lang="en-ID" dirty="0"/>
              <a:t> dan </a:t>
            </a:r>
            <a:r>
              <a:rPr lang="en-ID" dirty="0" err="1"/>
              <a:t>keteguhan</a:t>
            </a:r>
            <a:r>
              <a:rPr lang="en-ID" dirty="0"/>
              <a:t> </a:t>
            </a:r>
            <a:r>
              <a:rPr lang="en-ID" dirty="0" err="1"/>
              <a:t>hatinya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terkenal</a:t>
            </a:r>
            <a:r>
              <a:rPr lang="en-ID" dirty="0"/>
              <a:t>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unggul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menghadapi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30949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63AA22D-2D34-0C4D-755D-C82FF2A6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BA73D6-DFB4-47AB-BD29-5799D4212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201768" y="2922957"/>
            <a:ext cx="2041199" cy="204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0D41EC7-5F37-8F33-084F-EA94EAE9F8A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800" b="1" dirty="0"/>
              <a:t>Wise Mage</a:t>
            </a:r>
            <a:endParaRPr lang="en-ID" sz="28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30291CD-1DD9-10FB-E74D-BD3D1A823D7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b="1" dirty="0"/>
              <a:t>Wise Mage</a:t>
            </a:r>
            <a:endParaRPr lang="en-ID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192D2F78-D840-CABD-0555-01626E63E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9CEB9F49-B163-5D5E-B08F-00F7B5EE9A3A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Mage </a:t>
            </a:r>
            <a:r>
              <a:rPr lang="en-ID" dirty="0" err="1"/>
              <a:t>misterius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berprestasi</a:t>
            </a:r>
            <a:r>
              <a:rPr lang="en-ID" dirty="0"/>
              <a:t> yang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. Dia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utamanya</a:t>
            </a:r>
            <a:r>
              <a:rPr lang="en-ID" dirty="0"/>
              <a:t>, </a:t>
            </a:r>
            <a:r>
              <a:rPr lang="en-ID" dirty="0" err="1"/>
              <a:t>sejalan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bijak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penggunaan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menguras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mengeluarkannya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– </a:t>
            </a:r>
            <a:r>
              <a:rPr lang="en-ID" dirty="0" err="1"/>
              <a:t>menerus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54294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/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Werewolf, Goblin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Orc Chief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hijau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Plains Wilderness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Story</a:t>
            </a:r>
            <a:endParaRPr sz="3600" b="1"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74EC653-F34B-0755-783E-E07F887A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B30560A2-686C-2862-A58E-EAEE7215FFB2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0AC607D-78CA-8984-773F-8831ADE3D1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Awal </a:t>
            </a:r>
            <a:r>
              <a:rPr lang="en-ID" dirty="0" err="1"/>
              <a:t>petualangan</a:t>
            </a:r>
            <a:r>
              <a:rPr lang="en-ID" dirty="0"/>
              <a:t>,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</a:t>
            </a:r>
            <a:r>
              <a:rPr lang="en-ID" dirty="0" err="1"/>
              <a:t>mekanik</a:t>
            </a:r>
            <a:r>
              <a:rPr lang="en-ID" dirty="0"/>
              <a:t> </a:t>
            </a:r>
            <a:r>
              <a:rPr lang="en-ID" dirty="0" err="1"/>
              <a:t>dasar</a:t>
            </a:r>
            <a:r>
              <a:rPr lang="en-ID" dirty="0"/>
              <a:t>, zona yang </a:t>
            </a:r>
            <a:r>
              <a:rPr lang="en-ID" dirty="0" err="1"/>
              <a:t>mengajarkan</a:t>
            </a:r>
            <a:r>
              <a:rPr lang="en-ID" dirty="0"/>
              <a:t> </a:t>
            </a:r>
            <a:r>
              <a:rPr lang="en-ID" dirty="0" err="1"/>
              <a:t>pentingnya</a:t>
            </a:r>
            <a:r>
              <a:rPr lang="en-ID" dirty="0"/>
              <a:t> Social Credit.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BEBDFCC-A5E1-95BA-FFF7-8B041F44BD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Forest</a:t>
            </a:r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1B370F8D-6180-16D3-A801-DAE271E53850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5B198E1D-CBB6-F0B1-283A-A71A80460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416" y="1334207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8980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7D9A492-D904-9C51-7B3F-8037E2B92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8D96EC34-1D98-59E7-51B0-463C577FC221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30507217-7357-F21A-249C-48421209F10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dirty="0" err="1"/>
              <a:t>Gladiator,Demon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api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EC0E41-03A8-6596-312B-9EBCC40C55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60B94413-478B-C4F2-CF5F-D873CDEFB983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10" name="Picture 2" descr="Top free game assets tagged cave - Page 2 - itch.io">
            <a:extLst>
              <a:ext uri="{FF2B5EF4-FFF2-40B4-BE49-F238E27FC236}">
                <a16:creationId xmlns:a16="http://schemas.microsoft.com/office/drawing/2014/main" id="{4CFCC01F-DDBC-455B-DC52-D48D0E376D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1178750" y="1312268"/>
            <a:ext cx="884871" cy="939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232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36D52C3-01D7-B804-DC33-8A82130A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ABBE1B81-B7FA-1504-17AC-B53B74FEC0A0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A3008C90-7992-0651-37FE-49DBF4B21C4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286073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/>
              <a:t>Boss: Golem(es)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balik</a:t>
            </a:r>
            <a:r>
              <a:rPr lang="en-ID" dirty="0"/>
              <a:t> </a:t>
            </a:r>
            <a:r>
              <a:rPr lang="en-ID" dirty="0" err="1"/>
              <a:t>emosional</a:t>
            </a:r>
            <a:r>
              <a:rPr lang="en-ID" dirty="0"/>
              <a:t>, di mana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oleh </a:t>
            </a:r>
            <a:r>
              <a:rPr lang="en-ID" dirty="0" err="1"/>
              <a:t>cerita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Bob Jr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 dan </a:t>
            </a:r>
            <a:r>
              <a:rPr lang="en-ID" dirty="0" err="1"/>
              <a:t>penjelasan</a:t>
            </a:r>
            <a:r>
              <a:rPr lang="en-ID" dirty="0"/>
              <a:t> </a:t>
            </a:r>
            <a:r>
              <a:rPr lang="en-ID" dirty="0" err="1"/>
              <a:t>dibuangnya</a:t>
            </a:r>
            <a:r>
              <a:rPr lang="en-ID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1A2B77-0638-E08C-269F-5C9FFF512A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1512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de-DE" b="1" dirty="0"/>
              <a:t>Frozen Core </a:t>
            </a:r>
            <a:r>
              <a:rPr lang="de-DE" b="1" i="1" dirty="0"/>
              <a:t>(Frozen Map)</a:t>
            </a:r>
            <a:endParaRPr lang="de-DE" b="1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99142B4F-77DC-F93B-1036-97F256EB751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FC3384-4728-D3CB-77FB-18622E47FB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650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9B0C2A6-94CC-12E1-594C-E63B9D8E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D4F62136-2E98-BF1E-6645-5DA33A72044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63481" y="1692864"/>
            <a:ext cx="6263044" cy="246743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 err="1"/>
              <a:t>Musuh</a:t>
            </a:r>
            <a:r>
              <a:rPr lang="en-ID" dirty="0"/>
              <a:t>: Orc, Yokai, Satyr</a:t>
            </a:r>
          </a:p>
          <a:p>
            <a:pPr marL="0" indent="0"/>
            <a:r>
              <a:rPr lang="en-ID" b="1" dirty="0"/>
              <a:t>Mini Boss</a:t>
            </a:r>
            <a:r>
              <a:rPr lang="en-ID" dirty="0"/>
              <a:t>: Minotaur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NPC: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Lore: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65BB3DA-DBB6-2F00-C62A-DABED8648B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959237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F4C7895-2D03-468C-CA94-6896181D0C51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6DCF91-3824-1F98-57E9-4B899DC28A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824775" y="1924994"/>
            <a:ext cx="884872" cy="9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32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01D0C4B6-3335-5272-A788-CCD89C64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xplore the Ruins: 2D Pixel Art Medieval Castle">
            <a:extLst>
              <a:ext uri="{FF2B5EF4-FFF2-40B4-BE49-F238E27FC236}">
                <a16:creationId xmlns:a16="http://schemas.microsoft.com/office/drawing/2014/main" id="{5FB54639-49F8-17B6-DCFF-63E3D7C8F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904683" cy="90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EC1A7F4-DC22-B996-C7AC-C60F0D12CB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80910" y="1781894"/>
            <a:ext cx="6298603" cy="1542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 err="1"/>
              <a:t>Musuh</a:t>
            </a:r>
            <a:r>
              <a:rPr lang="en-ID" dirty="0"/>
              <a:t>: Skeleton Knight, Demon, Corrupted Soldier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0" indent="0"/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sz="1400" b="1" dirty="0"/>
              <a:t>Corrupted Dragon</a:t>
            </a: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</a:t>
            </a: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Fungsi</a:t>
            </a:r>
            <a:r>
              <a:rPr lang="en-ID" dirty="0"/>
              <a:t> </a:t>
            </a:r>
            <a:r>
              <a:rPr lang="en-ID" b="1" dirty="0"/>
              <a:t>Lore</a:t>
            </a:r>
            <a:r>
              <a:rPr lang="en-ID" dirty="0"/>
              <a:t>: </a:t>
            </a:r>
            <a:r>
              <a:rPr lang="en-ID" dirty="0" err="1"/>
              <a:t>Menguak</a:t>
            </a:r>
            <a:r>
              <a:rPr lang="en-ID" dirty="0"/>
              <a:t> </a:t>
            </a:r>
            <a:r>
              <a:rPr lang="en-ID" dirty="0" err="1"/>
              <a:t>sejarah</a:t>
            </a:r>
            <a:r>
              <a:rPr lang="en-ID" dirty="0"/>
              <a:t> </a:t>
            </a:r>
            <a:r>
              <a:rPr lang="en-ID" dirty="0" err="1"/>
              <a:t>peperangan</a:t>
            </a:r>
            <a:r>
              <a:rPr lang="en-ID" dirty="0"/>
              <a:t> lama dan </a:t>
            </a:r>
            <a:r>
              <a:rPr lang="en-ID" dirty="0" err="1"/>
              <a:t>latar</a:t>
            </a:r>
            <a:r>
              <a:rPr lang="en-ID" dirty="0"/>
              <a:t> </a:t>
            </a:r>
            <a:r>
              <a:rPr lang="en-ID" dirty="0" err="1"/>
              <a:t>keluarga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Obsidian.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635C667-8597-CB28-9301-9BC5AD16A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34686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Ruins of Obsidian Kingdom</a:t>
            </a:r>
            <a:r>
              <a:rPr lang="en-US" i="1" dirty="0"/>
              <a:t>(</a:t>
            </a:r>
            <a:r>
              <a:rPr lang="en-US" i="1" dirty="0" err="1"/>
              <a:t>Mediaval</a:t>
            </a:r>
            <a:r>
              <a:rPr lang="en-US" i="1" dirty="0"/>
              <a:t>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54C7E2B6-D149-96AB-35AF-40456A8129DA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72319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81" b="19349"/>
          <a:stretch/>
        </p:blipFill>
        <p:spPr bwMode="auto">
          <a:xfrm>
            <a:off x="5213074" y="1561798"/>
            <a:ext cx="128423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89E4F40F-F94C-352B-1D15-5EE57D4FB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3A1C039-3E40-7B78-6CD6-1A6E10949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9A31FA6-9961-0977-BB97-E2B751CF9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4A563A92-4F70-1742-2EA5-C6CB18F65B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454145E1-F2E5-5570-D3AA-62CC0400ED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27787" y="2556301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E5A08761-F035-70DC-0A15-294D9B11D1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18972" y="1465467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47934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5340031A-A270-2DD3-2B4B-8B016F6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15BFF1FB-6B4D-6EC4-1DA2-52AF558C07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35B2F74-18CC-FDCC-9331-3B552C0D6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Werewolf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Werewolf yang </a:t>
            </a:r>
            <a:r>
              <a:rPr lang="en-ID" sz="1100" dirty="0" err="1"/>
              <a:t>hidup</a:t>
            </a:r>
            <a:r>
              <a:rPr lang="en-ID" sz="1100" dirty="0"/>
              <a:t> </a:t>
            </a:r>
            <a:r>
              <a:rPr lang="en-ID" sz="1100" dirty="0" err="1"/>
              <a:t>tenang</a:t>
            </a:r>
            <a:r>
              <a:rPr lang="en-ID" sz="1100" dirty="0"/>
              <a:t> di plains </a:t>
            </a:r>
            <a:r>
              <a:rPr lang="en-ID" sz="1100" dirty="0" err="1"/>
              <a:t>tiba-tiba</a:t>
            </a:r>
            <a:r>
              <a:rPr lang="en-ID" sz="1100" dirty="0"/>
              <a:t> </a:t>
            </a:r>
            <a:r>
              <a:rPr lang="en-ID" sz="1100" dirty="0" err="1"/>
              <a:t>hilang</a:t>
            </a:r>
            <a:r>
              <a:rPr lang="en-ID" sz="1100" dirty="0"/>
              <a:t> </a:t>
            </a:r>
            <a:r>
              <a:rPr lang="en-ID" sz="1100" dirty="0" err="1"/>
              <a:t>kendali</a:t>
            </a:r>
            <a:r>
              <a:rPr lang="en-ID" sz="1100" dirty="0"/>
              <a:t> oleh dark magic </a:t>
            </a:r>
            <a:r>
              <a:rPr lang="en-ID" sz="1100" dirty="0" err="1"/>
              <a:t>sehingga</a:t>
            </a:r>
            <a:r>
              <a:rPr lang="en-ID" sz="1100" dirty="0"/>
              <a:t> </a:t>
            </a:r>
            <a:r>
              <a:rPr lang="en-ID" sz="1100" dirty="0" err="1"/>
              <a:t>menjadi</a:t>
            </a:r>
            <a:r>
              <a:rPr lang="en-ID" sz="1100" dirty="0"/>
              <a:t> buas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Bleeding dan movement speed yang </a:t>
            </a:r>
            <a:r>
              <a:rPr lang="en-ID" sz="1100" dirty="0" err="1"/>
              <a:t>cepat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Soldier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Obsidan</a:t>
            </a:r>
            <a:r>
              <a:rPr lang="en-ID" sz="1100" dirty="0"/>
              <a:t>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Pasukan</a:t>
            </a:r>
            <a:r>
              <a:rPr lang="en-ID" sz="1100" dirty="0"/>
              <a:t> yang </a:t>
            </a:r>
            <a:r>
              <a:rPr lang="en-ID" sz="1100" dirty="0" err="1"/>
              <a:t>melindungi</a:t>
            </a:r>
            <a:r>
              <a:rPr lang="en-ID" sz="1100" dirty="0"/>
              <a:t> </a:t>
            </a:r>
            <a:r>
              <a:rPr lang="en-ID" sz="1100" dirty="0" err="1"/>
              <a:t>Kerajaannya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anak</a:t>
            </a:r>
            <a:r>
              <a:rPr lang="en-ID" sz="1100" dirty="0"/>
              <a:t> raja </a:t>
            </a:r>
            <a:r>
              <a:rPr lang="en-ID" sz="1100" dirty="0" err="1"/>
              <a:t>dikendalikan</a:t>
            </a:r>
            <a:r>
              <a:rPr lang="en-ID" sz="1100" dirty="0"/>
              <a:t> oleh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 dan effect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E663339-B171-603A-10A3-4702183379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371536"/>
            <a:ext cx="1869768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6B164B7F-ED23-ADE9-EE9D-5B65BBBCC7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1553063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329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Orc Chief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Pemimpin</a:t>
            </a:r>
            <a:r>
              <a:rPr lang="en-ID" sz="1100" dirty="0"/>
              <a:t> yang </a:t>
            </a:r>
            <a:r>
              <a:rPr lang="en-ID" sz="1100" dirty="0" err="1"/>
              <a:t>kuat</a:t>
            </a:r>
            <a:r>
              <a:rPr lang="en-ID" sz="1100" dirty="0"/>
              <a:t> dan </a:t>
            </a:r>
            <a:r>
              <a:rPr lang="en-ID" sz="1100" dirty="0" err="1"/>
              <a:t>menakutkan</a:t>
            </a:r>
            <a:r>
              <a:rPr lang="en-ID" sz="1100" dirty="0"/>
              <a:t> </a:t>
            </a:r>
            <a:r>
              <a:rPr lang="en-ID" sz="1100" dirty="0" err="1"/>
              <a:t>ini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mengguncangkan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 Ketika </a:t>
            </a:r>
            <a:r>
              <a:rPr lang="en-ID" sz="1100" dirty="0" err="1"/>
              <a:t>menyerang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Berserk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shock(stun), Damage up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b="1" dirty="0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CB315016-FC71-A35D-B84C-D29879286F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8" r="68004" b="19349"/>
          <a:stretch/>
        </p:blipFill>
        <p:spPr bwMode="auto">
          <a:xfrm>
            <a:off x="4572000" y="301963"/>
            <a:ext cx="687214" cy="104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D4E03E4-E595-F994-77B0-600C2C169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465467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1F503AF-C0F3-93A5-3F7C-1C0814B355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2499762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992596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 dan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0" r="685" b="18395"/>
          <a:stretch/>
        </p:blipFill>
        <p:spPr bwMode="auto">
          <a:xfrm>
            <a:off x="4636601" y="1637544"/>
            <a:ext cx="1823830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4182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431171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7415" y="1880934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108899" y="1540450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Story end</a:t>
            </a:r>
            <a:endParaRPr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1108874" y="2435000"/>
            <a:ext cx="5708499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/>
              <a:t>K</a:t>
            </a:r>
            <a:r>
              <a:rPr lang="en" dirty="0"/>
              <a:t>etika King Bob dari kerajaan Obsidian dikalahkan, king Bob di kurung dan king Bob jr. dihukum untuk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membantu membangun kembali kerajaan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Bersam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karakter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utama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yang telah dihancurkan Zephiron dan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ketenteraman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Kembali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untuk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selanjut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6629" y="1774601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1585</Words>
  <Application>Microsoft Office PowerPoint</Application>
  <PresentationFormat>On-screen Show (16:9)</PresentationFormat>
  <Paragraphs>198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Arial</vt:lpstr>
      <vt:lpstr>LilyUPC</vt:lpstr>
      <vt:lpstr>Maven Pro</vt:lpstr>
      <vt:lpstr>Muli</vt:lpstr>
      <vt:lpstr>Press Start 2P</vt:lpstr>
      <vt:lpstr>Roboto</vt:lpstr>
      <vt:lpstr>Super Pixel Vintage Gaming by Slidesgo</vt:lpstr>
      <vt:lpstr>PROYEK GAME PROG</vt:lpstr>
      <vt:lpstr>Back Story</vt:lpstr>
      <vt:lpstr>Lanjutan Back Story</vt:lpstr>
      <vt:lpstr> Emerald Kingdom</vt:lpstr>
      <vt:lpstr>Ruby Kingdom</vt:lpstr>
      <vt:lpstr>Sapphire Kingdom</vt:lpstr>
      <vt:lpstr>Brave Knight</vt:lpstr>
      <vt:lpstr>Persistent Samurai</vt:lpstr>
      <vt:lpstr>Wise Mage</vt:lpstr>
      <vt:lpstr>Plains Wilderness</vt:lpstr>
      <vt:lpstr> Forest</vt:lpstr>
      <vt:lpstr>Molten Cave </vt:lpstr>
      <vt:lpstr>Frozen Core (Frozen Map)</vt:lpstr>
      <vt:lpstr>Illusive desert</vt:lpstr>
      <vt:lpstr>Ruins of Obsidian Kingdom(Mediaval Map)</vt:lpstr>
      <vt:lpstr> Common Enemies</vt:lpstr>
      <vt:lpstr> Common Enemies</vt:lpstr>
      <vt:lpstr> Common Enemies</vt:lpstr>
      <vt:lpstr> Elite/Mini Bosses</vt:lpstr>
      <vt:lpstr> Elite/Mini Bosses</vt:lpstr>
      <vt:lpstr>Bosses</vt:lpstr>
      <vt:lpstr>Bosses</vt:lpstr>
      <vt:lpstr>Story end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reykamadjaya@gmail.com</cp:lastModifiedBy>
  <cp:revision>30</cp:revision>
  <dcterms:modified xsi:type="dcterms:W3CDTF">2025-04-07T14:17:40Z</dcterms:modified>
</cp:coreProperties>
</file>