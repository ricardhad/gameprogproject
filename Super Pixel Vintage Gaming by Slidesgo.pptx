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30"/>
  </p:notesMasterIdLst>
  <p:sldIdLst>
    <p:sldId id="256" r:id="rId2"/>
    <p:sldId id="328" r:id="rId3"/>
    <p:sldId id="333" r:id="rId4"/>
    <p:sldId id="334" r:id="rId5"/>
    <p:sldId id="257" r:id="rId6"/>
    <p:sldId id="317" r:id="rId7"/>
    <p:sldId id="258" r:id="rId8"/>
    <p:sldId id="320" r:id="rId9"/>
    <p:sldId id="321" r:id="rId10"/>
    <p:sldId id="322" r:id="rId11"/>
    <p:sldId id="323" r:id="rId12"/>
    <p:sldId id="324" r:id="rId13"/>
    <p:sldId id="268" r:id="rId14"/>
    <p:sldId id="335" r:id="rId15"/>
    <p:sldId id="336" r:id="rId16"/>
    <p:sldId id="337" r:id="rId17"/>
    <p:sldId id="338" r:id="rId18"/>
    <p:sldId id="340" r:id="rId19"/>
    <p:sldId id="295" r:id="rId20"/>
    <p:sldId id="325" r:id="rId21"/>
    <p:sldId id="326" r:id="rId22"/>
    <p:sldId id="313" r:id="rId23"/>
    <p:sldId id="314" r:id="rId24"/>
    <p:sldId id="315" r:id="rId25"/>
    <p:sldId id="316" r:id="rId26"/>
    <p:sldId id="327" r:id="rId27"/>
    <p:sldId id="261" r:id="rId28"/>
    <p:sldId id="282" r:id="rId2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Analisa" id="{FB1A2E95-1B4A-45D7-920B-8337665FB3BB}">
          <p14:sldIdLst>
            <p14:sldId id="328"/>
            <p14:sldId id="333"/>
            <p14:sldId id="334"/>
          </p14:sldIdLst>
        </p14:section>
        <p14:section name="back story" id="{BEE7DE58-3D8E-46CE-8A77-07DBDC3E841B}">
          <p14:sldIdLst>
            <p14:sldId id="257"/>
            <p14:sldId id="317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335"/>
            <p14:sldId id="336"/>
            <p14:sldId id="337"/>
            <p14:sldId id="338"/>
            <p14:sldId id="340"/>
          </p14:sldIdLst>
        </p14:section>
        <p14:section name="enemies" id="{00166AFF-AA52-4C59-9500-345BD85BDECA}">
          <p14:sldIdLst>
            <p14:sldId id="295"/>
            <p14:sldId id="325"/>
            <p14:sldId id="326"/>
            <p14:sldId id="313"/>
            <p14:sldId id="314"/>
            <p14:sldId id="315"/>
            <p14:sldId id="316"/>
          </p14:sldIdLst>
        </p14:section>
        <p14:section name="struktur" id="{1F65B20A-8395-4FBF-9858-67F664926ABD}">
          <p14:sldIdLst>
            <p14:sldId id="327"/>
            <p14:sldId id="26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0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9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8D7C9050-1063-D3EB-D02A-32AE2226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CDC23D1F-134E-BFC0-980B-A56B4CBDB0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21D48E9-89D0-1F78-F863-6596D19D0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062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BD7663E-7CB9-666C-ABA1-A75939C8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8C029038-DA8A-6D45-B23A-0914E7105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3B5B55E-878D-CBA6-2582-67D1113C4B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99646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17B52A7-AE2F-4CB8-3672-5C8E35F3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D6F2DD1-2D68-4FC6-6D22-32B566C8A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6A2E64B-7F7E-AAB4-1605-6E3C6FFC2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99996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F582D2EF-6BCC-674B-F347-9D6C3890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39F5F87D-FD37-3E68-AC69-AEA445F076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81CABCEA-EAD9-3210-19CF-43D5B2256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9884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03282EB-1D6F-5617-52CF-D0B6C721D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B3245351-663E-86D9-8464-384F066D6D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3DB1637-8373-5371-679B-0731DB094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179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28A7A3A7-D0B3-1609-D8DB-2126403E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A7F39B7-E449-0490-C140-D654ADFB3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5D6186C-1542-A3EC-DF07-7E39A2D74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8228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E6FADE06-B1D3-5E52-A7E1-0B5718E9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4394426A-E18E-9417-5F74-A95833C9A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DAE2EC0-1C32-B7EF-4C2A-C991748E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4005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7.gif"/><Relationship Id="rId4" Type="http://schemas.openxmlformats.org/officeDocument/2006/relationships/image" Target="../media/image2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9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gif"/><Relationship Id="rId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5.gif"/><Relationship Id="rId4" Type="http://schemas.openxmlformats.org/officeDocument/2006/relationships/image" Target="../media/image34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gi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7F06D0-3F9F-406B-8AAE-C8077E4AB93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0F113B5C-5A8A-CFAD-DC7F-A08301D872C9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3076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Celeste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platformer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bergaya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pixel art.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platforming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direferensikan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dari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Celeste.</a:t>
            </a:r>
          </a:p>
        </p:txBody>
      </p:sp>
      <p:pic>
        <p:nvPicPr>
          <p:cNvPr id="7" name="Picture 2" descr="Celeste | Download and Buy Today - Epic Games Store">
            <a:extLst>
              <a:ext uri="{FF2B5EF4-FFF2-40B4-BE49-F238E27FC236}">
                <a16:creationId xmlns:a16="http://schemas.microsoft.com/office/drawing/2014/main" id="{33B30F95-BB3E-1080-1D08-D7A67D5F5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7" y="191397"/>
            <a:ext cx="2119868" cy="2119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eleste | Download and Buy Today - Epic Games Store">
            <a:extLst>
              <a:ext uri="{FF2B5EF4-FFF2-40B4-BE49-F238E27FC236}">
                <a16:creationId xmlns:a16="http://schemas.microsoft.com/office/drawing/2014/main" id="{78058CD5-CDC0-FF4D-CC2E-46780F18F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6"/>
            <a:ext cx="3776339" cy="2124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eleste | Nintendo Switch download software | Games | Nintendo">
            <a:extLst>
              <a:ext uri="{FF2B5EF4-FFF2-40B4-BE49-F238E27FC236}">
                <a16:creationId xmlns:a16="http://schemas.microsoft.com/office/drawing/2014/main" id="{D162B5D9-5B22-D0C1-52EB-9BE2746C6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417" y="2482372"/>
            <a:ext cx="4033427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5B0EF93B-F12D-5A70-B4B2-77C793FEDD4E}"/>
              </a:ext>
            </a:extLst>
          </p:cNvPr>
          <p:cNvSpPr txBox="1">
            <a:spLocks/>
          </p:cNvSpPr>
          <p:nvPr/>
        </p:nvSpPr>
        <p:spPr>
          <a:xfrm>
            <a:off x="192285" y="1670777"/>
            <a:ext cx="2091577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Celeste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127468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829E-4AE8-83E1-5342-073F0F14B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Dead Cells - IGN">
            <a:extLst>
              <a:ext uri="{FF2B5EF4-FFF2-40B4-BE49-F238E27FC236}">
                <a16:creationId xmlns:a16="http://schemas.microsoft.com/office/drawing/2014/main" id="{D3654044-2688-6B83-1691-82FC97AA5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89235"/>
            <a:ext cx="2119867" cy="2119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F46B8B6-632B-C01C-07DD-3BAAD827D98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5794441-3519-6BE4-B5D0-1AF25C7DF00C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Dead Cells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sidescroller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gelap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rute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panggung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bebas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artstyle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route map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Dead Cells,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khususnya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dalam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hal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estetika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dark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kebebasan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eksplorasi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stage-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F53224A8-D81D-7EA9-F04A-C968165C4138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Dead Cells</a:t>
            </a:r>
            <a:endParaRPr lang="id-ID" sz="2800" b="1" dirty="0"/>
          </a:p>
        </p:txBody>
      </p:sp>
      <p:pic>
        <p:nvPicPr>
          <p:cNvPr id="6" name="Picture 6" descr="» Dead Cells | Jeux vidéo">
            <a:extLst>
              <a:ext uri="{FF2B5EF4-FFF2-40B4-BE49-F238E27FC236}">
                <a16:creationId xmlns:a16="http://schemas.microsoft.com/office/drawing/2014/main" id="{FDF8EC01-9D35-CED2-35D2-80601B21F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081" y="2490369"/>
            <a:ext cx="4031129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Save 20% on Dead Cells on Steam">
            <a:extLst>
              <a:ext uri="{FF2B5EF4-FFF2-40B4-BE49-F238E27FC236}">
                <a16:creationId xmlns:a16="http://schemas.microsoft.com/office/drawing/2014/main" id="{9355727A-4F32-5664-8BCB-D3552A51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39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141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D822C-FBFD-890B-D40B-4DC571BA2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Soul Knight Prequel Tier List">
            <a:extLst>
              <a:ext uri="{FF2B5EF4-FFF2-40B4-BE49-F238E27FC236}">
                <a16:creationId xmlns:a16="http://schemas.microsoft.com/office/drawing/2014/main" id="{174443C6-6861-7E19-0EC8-D6C3B63D8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307" y="2490370"/>
            <a:ext cx="4042903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oul Knight Wallpapers - Top Free Soul Knight Backgrounds - WallpaperAccess">
            <a:extLst>
              <a:ext uri="{FF2B5EF4-FFF2-40B4-BE49-F238E27FC236}">
                <a16:creationId xmlns:a16="http://schemas.microsoft.com/office/drawing/2014/main" id="{D8627E63-819B-3014-A0BC-F00EF5D9B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40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oul Knight Prequel - Apps on Google Play">
            <a:extLst>
              <a:ext uri="{FF2B5EF4-FFF2-40B4-BE49-F238E27FC236}">
                <a16:creationId xmlns:a16="http://schemas.microsoft.com/office/drawing/2014/main" id="{18F633D1-D9F5-89DF-7C63-827BE3687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96987"/>
            <a:ext cx="2119866" cy="2119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BDF9337-BCD7-075F-371B-851D8496AC9A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6FED1A2-F296-B416-5625-AF542BEC2D57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Soul Knight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top – down shooter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roguelike.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UI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upgrade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Soul Knight,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terutama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karena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desain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antarmukanya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sesuai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upgradenya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yang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sederhana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menggunakan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koin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8AD8450-550D-E924-465B-199D76F93D3B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Soul Knight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20739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7523" y="1364324"/>
            <a:ext cx="8109834" cy="26816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 Chief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hijau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Plains Wilderness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1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F292952C-130D-83BC-6447-19EECCF4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71AB7292-28FB-CDBB-1D7C-CBFAF1160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2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EBD39346-2606-FFD7-AF78-2CEFA7EB24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Awal </a:t>
            </a:r>
            <a:r>
              <a:rPr lang="en-ID" dirty="0" err="1"/>
              <a:t>petualangan</a:t>
            </a:r>
            <a:r>
              <a:rPr lang="en-ID" dirty="0"/>
              <a:t>,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</a:t>
            </a:r>
            <a:r>
              <a:rPr lang="en-ID" dirty="0" err="1"/>
              <a:t>mekanik</a:t>
            </a:r>
            <a:r>
              <a:rPr lang="en-ID" dirty="0"/>
              <a:t> </a:t>
            </a:r>
            <a:r>
              <a:rPr lang="en-ID" dirty="0" err="1"/>
              <a:t>dasar</a:t>
            </a:r>
            <a:r>
              <a:rPr lang="en-ID" dirty="0"/>
              <a:t>, zona yang </a:t>
            </a:r>
            <a:r>
              <a:rPr lang="en-ID" dirty="0" err="1"/>
              <a:t>mengajarkan</a:t>
            </a:r>
            <a:r>
              <a:rPr lang="en-ID" dirty="0"/>
              <a:t> </a:t>
            </a:r>
            <a:r>
              <a:rPr lang="en-ID" dirty="0" err="1"/>
              <a:t>pentingnya</a:t>
            </a:r>
            <a:r>
              <a:rPr lang="en-ID" dirty="0"/>
              <a:t> Social Credit.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CA2BE8D3-FB8C-5D49-7531-17DB63C989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Forest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8B17D1AB-E851-D753-E94E-8457AC50E17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6882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13AF9C93-4A95-44E1-26CF-CE50350FD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op free game assets tagged cave - Page 2 - itch.io">
            <a:extLst>
              <a:ext uri="{FF2B5EF4-FFF2-40B4-BE49-F238E27FC236}">
                <a16:creationId xmlns:a16="http://schemas.microsoft.com/office/drawing/2014/main" id="{3BB1E0E6-CFB9-EF50-73A8-CB211C52E4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316260" y="1735816"/>
            <a:ext cx="1664318" cy="176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C22672A9-C2E7-F66C-7197-A240CD2ED8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dirty="0" err="1"/>
              <a:t>Gladiator,Demon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api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9458E80-F901-B0D4-32C2-FBB588722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B09B3A5-E0CA-9452-4DDA-548C20509F06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2574481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5EA44229-3161-5A0B-6A7A-C3CE42E9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BF2E15-260E-B0A4-CFEF-3FF09ADB20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316260" y="1743855"/>
            <a:ext cx="1664318" cy="1786956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9A33C4E1-0E4C-93B2-2203-CDA1ED07B7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/>
              <a:t>Boss: Golem(es)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balik</a:t>
            </a:r>
            <a:r>
              <a:rPr lang="en-ID" dirty="0"/>
              <a:t> </a:t>
            </a:r>
            <a:r>
              <a:rPr lang="en-ID" dirty="0" err="1"/>
              <a:t>emosional</a:t>
            </a:r>
            <a:r>
              <a:rPr lang="en-ID" dirty="0"/>
              <a:t>, di mana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oleh </a:t>
            </a:r>
            <a:r>
              <a:rPr lang="en-ID" dirty="0" err="1"/>
              <a:t>cerita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Bob Jr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 dan </a:t>
            </a:r>
            <a:r>
              <a:rPr lang="en-ID" dirty="0" err="1"/>
              <a:t>penjelasan</a:t>
            </a:r>
            <a:r>
              <a:rPr lang="en-ID" dirty="0"/>
              <a:t> </a:t>
            </a:r>
            <a:r>
              <a:rPr lang="en-ID" dirty="0" err="1"/>
              <a:t>dibuangnya</a:t>
            </a:r>
            <a:r>
              <a:rPr lang="en-ID" dirty="0"/>
              <a:t>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5A9FB81C-C0DC-A4F4-6FB7-A49B688879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/>
              <a:t>Frozen Core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4EAD14D1-BA9B-641B-3B5D-C72F65ADC74E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78490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02D0C1F-891D-37A8-B9D3-99F70884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9DFEDB-6A52-D880-1713-AF9E90240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316260" y="1736232"/>
            <a:ext cx="1664318" cy="1694842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A8644B8-0990-2B62-91D2-19A1CF5FA20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262876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Orc, Yokai, Satyr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Minotaur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dirty="0"/>
              <a:t>NPC: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dirty="0"/>
              <a:t>Lore: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8AF37450-D909-9395-1E81-84E0C4BF57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0EF7ADBD-7F8A-D46F-8A45-49E22E23284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1706510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112AAAC-F4DC-306E-B015-B2AD73D7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2459B85-7A6D-5E6A-B29A-E71CF44582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Skeleton Knight, Demon, Corrupted Soldier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dirty="0" err="1"/>
              <a:t>Fungsi</a:t>
            </a:r>
            <a:r>
              <a:rPr lang="en-ID" dirty="0"/>
              <a:t> </a:t>
            </a:r>
            <a:r>
              <a:rPr lang="en-ID" b="1" dirty="0"/>
              <a:t>Lore</a:t>
            </a:r>
            <a:r>
              <a:rPr lang="en-ID" dirty="0"/>
              <a:t>: </a:t>
            </a:r>
            <a:r>
              <a:rPr lang="en-ID" dirty="0" err="1"/>
              <a:t>Menguak</a:t>
            </a:r>
            <a:r>
              <a:rPr lang="en-ID" dirty="0"/>
              <a:t> </a:t>
            </a:r>
            <a:r>
              <a:rPr lang="en-ID" dirty="0" err="1"/>
              <a:t>sejarah</a:t>
            </a:r>
            <a:r>
              <a:rPr lang="en-ID" dirty="0"/>
              <a:t> </a:t>
            </a:r>
            <a:r>
              <a:rPr lang="en-ID" dirty="0" err="1"/>
              <a:t>peperangan</a:t>
            </a:r>
            <a:r>
              <a:rPr lang="en-ID" dirty="0"/>
              <a:t> lama dan </a:t>
            </a:r>
            <a:r>
              <a:rPr lang="en-ID" dirty="0" err="1"/>
              <a:t>latar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Obsidian.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72BCAE46-F622-B5DA-27B6-F15A7EA520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E9918F6F-8E44-41DD-C19B-96212FC05307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  <p:pic>
        <p:nvPicPr>
          <p:cNvPr id="3" name="Picture 2" descr="Explore the Ruins: 2D Pixel Art Medieval Castle">
            <a:extLst>
              <a:ext uri="{FF2B5EF4-FFF2-40B4-BE49-F238E27FC236}">
                <a16:creationId xmlns:a16="http://schemas.microsoft.com/office/drawing/2014/main" id="{2B352433-B7A3-1E6D-55F4-444EA0CEC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60" y="1736232"/>
            <a:ext cx="1721085" cy="1721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570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81" b="19349"/>
          <a:stretch/>
        </p:blipFill>
        <p:spPr bwMode="auto">
          <a:xfrm>
            <a:off x="5213074" y="1561798"/>
            <a:ext cx="128423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89E4F40F-F94C-352B-1D15-5EE57D4FB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3A1C039-3E40-7B78-6CD6-1A6E10949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9A31FA6-9961-0977-BB97-E2B751CF9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4A563A92-4F70-1742-2EA5-C6CB18F65B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454145E1-F2E5-5570-D3AA-62CC0400ED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27787" y="2556301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E5A08761-F035-70DC-0A15-294D9B11D1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18972" y="1465467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793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5340031A-A270-2DD3-2B4B-8B016F6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15BFF1FB-6B4D-6EC4-1DA2-52AF558C07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35B2F74-18CC-FDCC-9331-3B552C0D6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Werewolf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Werewolf yang </a:t>
            </a:r>
            <a:r>
              <a:rPr lang="en-ID" sz="1100" dirty="0" err="1"/>
              <a:t>hidup</a:t>
            </a:r>
            <a:r>
              <a:rPr lang="en-ID" sz="1100" dirty="0"/>
              <a:t> </a:t>
            </a:r>
            <a:r>
              <a:rPr lang="en-ID" sz="1100" dirty="0" err="1"/>
              <a:t>tenang</a:t>
            </a:r>
            <a:r>
              <a:rPr lang="en-ID" sz="1100" dirty="0"/>
              <a:t> di plains </a:t>
            </a:r>
            <a:r>
              <a:rPr lang="en-ID" sz="1100" dirty="0" err="1"/>
              <a:t>tiba-tiba</a:t>
            </a:r>
            <a:r>
              <a:rPr lang="en-ID" sz="1100" dirty="0"/>
              <a:t> </a:t>
            </a:r>
            <a:r>
              <a:rPr lang="en-ID" sz="1100" dirty="0" err="1"/>
              <a:t>hilang</a:t>
            </a:r>
            <a:r>
              <a:rPr lang="en-ID" sz="1100" dirty="0"/>
              <a:t> </a:t>
            </a:r>
            <a:r>
              <a:rPr lang="en-ID" sz="1100" dirty="0" err="1"/>
              <a:t>kendali</a:t>
            </a:r>
            <a:r>
              <a:rPr lang="en-ID" sz="1100" dirty="0"/>
              <a:t> oleh dark magic </a:t>
            </a:r>
            <a:r>
              <a:rPr lang="en-ID" sz="1100" dirty="0" err="1"/>
              <a:t>sehingga</a:t>
            </a:r>
            <a:r>
              <a:rPr lang="en-ID" sz="1100" dirty="0"/>
              <a:t> </a:t>
            </a:r>
            <a:r>
              <a:rPr lang="en-ID" sz="1100" dirty="0" err="1"/>
              <a:t>menjadi</a:t>
            </a:r>
            <a:r>
              <a:rPr lang="en-ID" sz="1100" dirty="0"/>
              <a:t> buas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Bleeding dan movement speed yang </a:t>
            </a:r>
            <a:r>
              <a:rPr lang="en-ID" sz="1100" dirty="0" err="1"/>
              <a:t>cepat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Soldier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Obsidan</a:t>
            </a:r>
            <a:r>
              <a:rPr lang="en-ID" sz="1100" dirty="0"/>
              <a:t>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Pasukan</a:t>
            </a:r>
            <a:r>
              <a:rPr lang="en-ID" sz="1100" dirty="0"/>
              <a:t> yang </a:t>
            </a:r>
            <a:r>
              <a:rPr lang="en-ID" sz="1100" dirty="0" err="1"/>
              <a:t>melindungi</a:t>
            </a:r>
            <a:r>
              <a:rPr lang="en-ID" sz="1100" dirty="0"/>
              <a:t> </a:t>
            </a:r>
            <a:r>
              <a:rPr lang="en-ID" sz="1100" dirty="0" err="1"/>
              <a:t>Kerajaannya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anak</a:t>
            </a:r>
            <a:r>
              <a:rPr lang="en-ID" sz="1100" dirty="0"/>
              <a:t> raja </a:t>
            </a:r>
            <a:r>
              <a:rPr lang="en-ID" sz="1100" dirty="0" err="1"/>
              <a:t>dikendalikan</a:t>
            </a:r>
            <a:r>
              <a:rPr lang="en-ID" sz="1100" dirty="0"/>
              <a:t> oleh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 dan effect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E663339-B171-603A-10A3-470218337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371536"/>
            <a:ext cx="1869768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6B164B7F-ED23-ADE9-EE9D-5B65BBBCC7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1553063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329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Orc Chief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Pemimpin</a:t>
            </a:r>
            <a:r>
              <a:rPr lang="en-ID" sz="1100" dirty="0"/>
              <a:t> yang </a:t>
            </a:r>
            <a:r>
              <a:rPr lang="en-ID" sz="1100" dirty="0" err="1"/>
              <a:t>kuat</a:t>
            </a:r>
            <a:r>
              <a:rPr lang="en-ID" sz="1100" dirty="0"/>
              <a:t> dan </a:t>
            </a:r>
            <a:r>
              <a:rPr lang="en-ID" sz="1100" dirty="0" err="1"/>
              <a:t>menakutkan</a:t>
            </a:r>
            <a:r>
              <a:rPr lang="en-ID" sz="1100" dirty="0"/>
              <a:t> </a:t>
            </a:r>
            <a:r>
              <a:rPr lang="en-ID" sz="1100" dirty="0" err="1"/>
              <a:t>ini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mengguncangkan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 Ketika </a:t>
            </a:r>
            <a:r>
              <a:rPr lang="en-ID" sz="1100" dirty="0" err="1"/>
              <a:t>menyerang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Berserk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shock(stun), Damage up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b="1" dirty="0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CB315016-FC71-A35D-B84C-D29879286F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8" r="68004" b="19349"/>
          <a:stretch/>
        </p:blipFill>
        <p:spPr bwMode="auto">
          <a:xfrm>
            <a:off x="4572000" y="301963"/>
            <a:ext cx="687214" cy="104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D4E03E4-E595-F994-77B0-600C2C169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465467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1F503AF-C0F3-93A5-3F7C-1C0814B355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2499762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 dan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0" r="685" b="18395"/>
          <a:stretch/>
        </p:blipFill>
        <p:spPr bwMode="auto">
          <a:xfrm>
            <a:off x="4636601" y="1637544"/>
            <a:ext cx="1823830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4182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431171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7415" y="1880934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E4F2D-7270-3779-1DB3-6037A73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874" y="200381"/>
            <a:ext cx="4356900" cy="829200"/>
          </a:xfrm>
        </p:spPr>
        <p:txBody>
          <a:bodyPr/>
          <a:lstStyle/>
          <a:p>
            <a:r>
              <a:rPr lang="en-US" dirty="0"/>
              <a:t>Hierarchy of Challenge</a:t>
            </a:r>
            <a:endParaRPr lang="id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DDB8D-B22B-27B4-6D09-1939B41B8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8874" y="1068655"/>
            <a:ext cx="5875249" cy="2772876"/>
          </a:xfrm>
        </p:spPr>
        <p:txBody>
          <a:bodyPr/>
          <a:lstStyle/>
          <a:p>
            <a:pPr marL="127000" indent="0">
              <a:buNone/>
            </a:pPr>
            <a:r>
              <a:rPr lang="id-ID" dirty="0"/>
              <a:t>Masuk Area 1 - 3</a:t>
            </a:r>
          </a:p>
          <a:p>
            <a:pPr marL="127000" indent="0">
              <a:buNone/>
            </a:pPr>
            <a:r>
              <a:rPr lang="id-ID" dirty="0"/>
              <a:t>        Ambil </a:t>
            </a:r>
            <a:r>
              <a:rPr lang="id-ID" dirty="0" err="1"/>
              <a:t>quest</a:t>
            </a:r>
            <a:r>
              <a:rPr lang="id-ID" dirty="0"/>
              <a:t> </a:t>
            </a:r>
            <a:r>
              <a:rPr lang="id-ID" dirty="0" err="1"/>
              <a:t>npc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area 3</a:t>
            </a:r>
          </a:p>
          <a:p>
            <a:pPr marL="127000" indent="0">
              <a:buNone/>
            </a:pPr>
            <a:r>
              <a:rPr lang="id-ID" dirty="0"/>
              <a:t>Beristirahat pada </a:t>
            </a:r>
            <a:r>
              <a:rPr lang="id-ID" dirty="0" err="1"/>
              <a:t>rest</a:t>
            </a:r>
            <a:r>
              <a:rPr lang="id-ID" dirty="0"/>
              <a:t> stop dan </a:t>
            </a:r>
            <a:r>
              <a:rPr lang="id-ID" dirty="0" err="1"/>
              <a:t>upgrade</a:t>
            </a:r>
            <a:r>
              <a:rPr lang="id-ID" dirty="0"/>
              <a:t> </a:t>
            </a:r>
            <a:r>
              <a:rPr lang="id-ID" dirty="0" err="1"/>
              <a:t>gear</a:t>
            </a:r>
            <a:endParaRPr lang="id-ID" dirty="0"/>
          </a:p>
          <a:p>
            <a:pPr marL="127000" indent="0">
              <a:buNone/>
            </a:pPr>
            <a:endParaRPr lang="id-ID" dirty="0"/>
          </a:p>
          <a:p>
            <a:pPr marL="127000" indent="0">
              <a:buNone/>
            </a:pPr>
            <a:r>
              <a:rPr lang="id-ID" dirty="0"/>
              <a:t>Masuk Area 4 Final</a:t>
            </a:r>
          </a:p>
          <a:p>
            <a:pPr marL="127000" indent="0">
              <a:buNone/>
            </a:pPr>
            <a:r>
              <a:rPr lang="id-ID" dirty="0"/>
              <a:t>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akhir</a:t>
            </a:r>
          </a:p>
          <a:p>
            <a:pPr marL="127000" indent="0">
              <a:buNone/>
            </a:pPr>
            <a:r>
              <a:rPr lang="id-ID" dirty="0"/>
              <a:t>Ending</a:t>
            </a:r>
          </a:p>
        </p:txBody>
      </p:sp>
    </p:spTree>
    <p:extLst>
      <p:ext uri="{BB962C8B-B14F-4D97-AF65-F5344CB8AC3E}">
        <p14:creationId xmlns:p14="http://schemas.microsoft.com/office/powerpoint/2010/main" val="15657593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315130" y="220808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600" b="1" dirty="0"/>
              <a:t>Game Endings</a:t>
            </a:r>
            <a:endParaRPr sz="3600" b="1"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223942" y="1990769"/>
            <a:ext cx="2182374" cy="22305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— Sapphire, Emerald, dan Ruby —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yang </a:t>
            </a:r>
            <a:r>
              <a:rPr lang="en-ID" dirty="0" err="1"/>
              <a:t>mengintai</a:t>
            </a:r>
            <a:r>
              <a:rPr lang="en-ID" dirty="0"/>
              <a:t>. </a:t>
            </a:r>
            <a:r>
              <a:rPr lang="en-ID" dirty="0" err="1"/>
              <a:t>Perdamaian</a:t>
            </a:r>
            <a:r>
              <a:rPr lang="en-ID" dirty="0"/>
              <a:t> pun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tercipta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wilayah.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647" y="204073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05;p38">
            <a:extLst>
              <a:ext uri="{FF2B5EF4-FFF2-40B4-BE49-F238E27FC236}">
                <a16:creationId xmlns:a16="http://schemas.microsoft.com/office/drawing/2014/main" id="{0A6C559F-A931-6990-DADD-C580BDF974AC}"/>
              </a:ext>
            </a:extLst>
          </p:cNvPr>
          <p:cNvSpPr txBox="1">
            <a:spLocks/>
          </p:cNvSpPr>
          <p:nvPr/>
        </p:nvSpPr>
        <p:spPr>
          <a:xfrm>
            <a:off x="677295" y="118447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Good Ending</a:t>
            </a:r>
          </a:p>
        </p:txBody>
      </p:sp>
      <p:sp>
        <p:nvSpPr>
          <p:cNvPr id="3" name="Google Shape;1005;p38">
            <a:extLst>
              <a:ext uri="{FF2B5EF4-FFF2-40B4-BE49-F238E27FC236}">
                <a16:creationId xmlns:a16="http://schemas.microsoft.com/office/drawing/2014/main" id="{3882F86E-79B1-6319-3D76-6BAE126AFCA7}"/>
              </a:ext>
            </a:extLst>
          </p:cNvPr>
          <p:cNvSpPr txBox="1">
            <a:spLocks/>
          </p:cNvSpPr>
          <p:nvPr/>
        </p:nvSpPr>
        <p:spPr>
          <a:xfrm>
            <a:off x="3102885" y="117954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Neutral Ending</a:t>
            </a:r>
          </a:p>
        </p:txBody>
      </p:sp>
      <p:sp>
        <p:nvSpPr>
          <p:cNvPr id="4" name="Google Shape;1005;p38">
            <a:extLst>
              <a:ext uri="{FF2B5EF4-FFF2-40B4-BE49-F238E27FC236}">
                <a16:creationId xmlns:a16="http://schemas.microsoft.com/office/drawing/2014/main" id="{3F8D61F0-2187-CD6C-9968-7F968C161EA6}"/>
              </a:ext>
            </a:extLst>
          </p:cNvPr>
          <p:cNvSpPr txBox="1">
            <a:spLocks/>
          </p:cNvSpPr>
          <p:nvPr/>
        </p:nvSpPr>
        <p:spPr>
          <a:xfrm>
            <a:off x="5770097" y="1003887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Bad Ending</a:t>
            </a:r>
          </a:p>
        </p:txBody>
      </p:sp>
      <p:sp>
        <p:nvSpPr>
          <p:cNvPr id="5" name="Google Shape;1008;p38">
            <a:extLst>
              <a:ext uri="{FF2B5EF4-FFF2-40B4-BE49-F238E27FC236}">
                <a16:creationId xmlns:a16="http://schemas.microsoft.com/office/drawing/2014/main" id="{C52AE4D2-3C66-2B39-03AB-15757963E7D9}"/>
              </a:ext>
            </a:extLst>
          </p:cNvPr>
          <p:cNvSpPr txBox="1">
            <a:spLocks/>
          </p:cNvSpPr>
          <p:nvPr/>
        </p:nvSpPr>
        <p:spPr>
          <a:xfrm>
            <a:off x="2572554" y="1990768"/>
            <a:ext cx="2336330" cy="2230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Hanya </a:t>
            </a:r>
            <a:r>
              <a:rPr lang="en-ID" dirty="0" err="1"/>
              <a:t>sebagian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— Sapphire, Emerald, dan Ruby — yang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diatasi</a:t>
            </a:r>
            <a:r>
              <a:rPr lang="en-ID" dirty="0"/>
              <a:t>, </a:t>
            </a:r>
            <a:r>
              <a:rPr lang="en-ID" dirty="0" err="1"/>
              <a:t>kehancuran</a:t>
            </a:r>
            <a:r>
              <a:rPr lang="en-ID" dirty="0"/>
              <a:t> </a:t>
            </a:r>
            <a:r>
              <a:rPr lang="en-ID" dirty="0" err="1"/>
              <a:t>tetap</a:t>
            </a:r>
            <a:r>
              <a:rPr lang="en-ID" dirty="0"/>
              <a:t> </a:t>
            </a:r>
            <a:r>
              <a:rPr lang="en-ID" dirty="0" err="1"/>
              <a:t>menyisakan</a:t>
            </a:r>
            <a:r>
              <a:rPr lang="en-ID" dirty="0"/>
              <a:t> </a:t>
            </a:r>
            <a:r>
              <a:rPr lang="en-ID" dirty="0" err="1"/>
              <a:t>luka</a:t>
            </a:r>
            <a:r>
              <a:rPr lang="en-ID" dirty="0"/>
              <a:t> yang </a:t>
            </a:r>
            <a:r>
              <a:rPr lang="en-ID" dirty="0" err="1"/>
              <a:t>dalam</a:t>
            </a:r>
            <a:r>
              <a:rPr lang="en-ID" dirty="0"/>
              <a:t>.</a:t>
            </a:r>
            <a:endParaRPr lang="en-US" dirty="0"/>
          </a:p>
        </p:txBody>
      </p:sp>
      <p:sp>
        <p:nvSpPr>
          <p:cNvPr id="6" name="Google Shape;1008;p38">
            <a:extLst>
              <a:ext uri="{FF2B5EF4-FFF2-40B4-BE49-F238E27FC236}">
                <a16:creationId xmlns:a16="http://schemas.microsoft.com/office/drawing/2014/main" id="{E35BA8FB-FE2B-1146-79E0-34E23A6809E3}"/>
              </a:ext>
            </a:extLst>
          </p:cNvPr>
          <p:cNvSpPr txBox="1">
            <a:spLocks/>
          </p:cNvSpPr>
          <p:nvPr/>
        </p:nvSpPr>
        <p:spPr>
          <a:xfrm>
            <a:off x="5334666" y="1798370"/>
            <a:ext cx="2146528" cy="204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— Sapphire, Emerald, dan Ruby —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tersisa</a:t>
            </a:r>
            <a:r>
              <a:rPr lang="en-ID" dirty="0"/>
              <a:t>. Sang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– </a:t>
            </a:r>
            <a:r>
              <a:rPr lang="en-ID" dirty="0" err="1"/>
              <a:t>satunya</a:t>
            </a:r>
            <a:r>
              <a:rPr lang="en-ID" dirty="0"/>
              <a:t> yang </a:t>
            </a:r>
            <a:r>
              <a:rPr lang="en-ID" dirty="0" err="1"/>
              <a:t>selamat</a:t>
            </a:r>
            <a:r>
              <a:rPr lang="en-ID" dirty="0"/>
              <a:t>, </a:t>
            </a:r>
            <a:r>
              <a:rPr lang="en-ID" dirty="0" err="1"/>
              <a:t>berjalan</a:t>
            </a:r>
            <a:r>
              <a:rPr lang="en-ID" dirty="0"/>
              <a:t> 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di dunia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1796</Words>
  <Application>Microsoft Office PowerPoint</Application>
  <PresentationFormat>On-screen Show (16:9)</PresentationFormat>
  <Paragraphs>224</Paragraphs>
  <Slides>28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Wingdings</vt:lpstr>
      <vt:lpstr>Super Pixel Vintage Gaming by Slidesgo</vt:lpstr>
      <vt:lpstr>PROYEK GAME PROG</vt:lpstr>
      <vt:lpstr>Analisa</vt:lpstr>
      <vt:lpstr>Analisa</vt:lpstr>
      <vt:lpstr>Analisa</vt:lpstr>
      <vt:lpstr>Back Story</vt:lpstr>
      <vt:lpstr>Lanjutan Back Story</vt:lpstr>
      <vt:lpstr> Emerald Kingdom</vt:lpstr>
      <vt:lpstr>Ruby Kingdom</vt:lpstr>
      <vt:lpstr>Sapphire Kingdom</vt:lpstr>
      <vt:lpstr>Brave Knight</vt:lpstr>
      <vt:lpstr>Persistent Samurai</vt:lpstr>
      <vt:lpstr>Wise Mage</vt:lpstr>
      <vt:lpstr>Plains Wilderness</vt:lpstr>
      <vt:lpstr>Forest</vt:lpstr>
      <vt:lpstr>Molten Cave </vt:lpstr>
      <vt:lpstr>Frozen Core</vt:lpstr>
      <vt:lpstr>Illusive Desert</vt:lpstr>
      <vt:lpstr>Ruins of Obsidian Kingdom</vt:lpstr>
      <vt:lpstr> Common Enemies</vt:lpstr>
      <vt:lpstr> Common Enemies</vt:lpstr>
      <vt:lpstr> Common Enemies</vt:lpstr>
      <vt:lpstr> Elite/Mini Bosses</vt:lpstr>
      <vt:lpstr> Elite/Mini Bosses</vt:lpstr>
      <vt:lpstr>Bosses</vt:lpstr>
      <vt:lpstr>Bosses</vt:lpstr>
      <vt:lpstr>Hierarchy of Challenge</vt:lpstr>
      <vt:lpstr>Game Endings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Bryant Sanyata</cp:lastModifiedBy>
  <cp:revision>33</cp:revision>
  <dcterms:modified xsi:type="dcterms:W3CDTF">2025-04-07T17:05:14Z</dcterms:modified>
</cp:coreProperties>
</file>