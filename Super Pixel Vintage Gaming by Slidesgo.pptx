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78" r:id="rId1"/>
  </p:sldMasterIdLst>
  <p:notesMasterIdLst>
    <p:notesMasterId r:id="rId41"/>
  </p:notesMasterIdLst>
  <p:sldIdLst>
    <p:sldId id="256" r:id="rId2"/>
    <p:sldId id="328" r:id="rId3"/>
    <p:sldId id="333" r:id="rId4"/>
    <p:sldId id="334" r:id="rId5"/>
    <p:sldId id="257" r:id="rId6"/>
    <p:sldId id="317" r:id="rId7"/>
    <p:sldId id="261" r:id="rId8"/>
    <p:sldId id="258" r:id="rId9"/>
    <p:sldId id="320" r:id="rId10"/>
    <p:sldId id="321" r:id="rId11"/>
    <p:sldId id="322" r:id="rId12"/>
    <p:sldId id="323" r:id="rId13"/>
    <p:sldId id="324" r:id="rId14"/>
    <p:sldId id="268" r:id="rId15"/>
    <p:sldId id="335" r:id="rId16"/>
    <p:sldId id="336" r:id="rId17"/>
    <p:sldId id="337" r:id="rId18"/>
    <p:sldId id="338" r:id="rId19"/>
    <p:sldId id="340" r:id="rId20"/>
    <p:sldId id="351" r:id="rId21"/>
    <p:sldId id="295" r:id="rId22"/>
    <p:sldId id="325" r:id="rId23"/>
    <p:sldId id="326" r:id="rId24"/>
    <p:sldId id="313" r:id="rId25"/>
    <p:sldId id="314" r:id="rId26"/>
    <p:sldId id="315" r:id="rId27"/>
    <p:sldId id="316" r:id="rId28"/>
    <p:sldId id="341" r:id="rId29"/>
    <p:sldId id="342" r:id="rId30"/>
    <p:sldId id="343" r:id="rId31"/>
    <p:sldId id="344" r:id="rId32"/>
    <p:sldId id="345" r:id="rId33"/>
    <p:sldId id="346" r:id="rId34"/>
    <p:sldId id="347" r:id="rId35"/>
    <p:sldId id="348" r:id="rId36"/>
    <p:sldId id="349" r:id="rId37"/>
    <p:sldId id="350" r:id="rId38"/>
    <p:sldId id="327" r:id="rId39"/>
    <p:sldId id="282" r:id="rId40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Default Section" id="{CDC32E2D-7BA9-44F8-BF3C-1CD5075F5B07}">
          <p14:sldIdLst>
            <p14:sldId id="256"/>
          </p14:sldIdLst>
        </p14:section>
        <p14:section name="Analisa" id="{FB1A2E95-1B4A-45D7-920B-8337665FB3BB}">
          <p14:sldIdLst>
            <p14:sldId id="328"/>
            <p14:sldId id="333"/>
            <p14:sldId id="334"/>
          </p14:sldIdLst>
        </p14:section>
        <p14:section name="back story" id="{BEE7DE58-3D8E-46CE-8A77-07DBDC3E841B}">
          <p14:sldIdLst>
            <p14:sldId id="257"/>
            <p14:sldId id="317"/>
            <p14:sldId id="261"/>
          </p14:sldIdLst>
        </p14:section>
        <p14:section name="kingdom lore" id="{49B591C0-4EFA-4835-9EC9-4FBE2DA69A4B}">
          <p14:sldIdLst>
            <p14:sldId id="258"/>
            <p14:sldId id="320"/>
            <p14:sldId id="321"/>
          </p14:sldIdLst>
        </p14:section>
        <p14:section name="main char" id="{511458C4-5736-40F4-86F3-31BD53742AFB}">
          <p14:sldIdLst>
            <p14:sldId id="322"/>
            <p14:sldId id="323"/>
            <p14:sldId id="324"/>
          </p14:sldIdLst>
        </p14:section>
        <p14:section name="stage" id="{01AA45A6-93FC-4BAB-B404-7A8D18C4B541}">
          <p14:sldIdLst>
            <p14:sldId id="268"/>
            <p14:sldId id="335"/>
            <p14:sldId id="336"/>
            <p14:sldId id="337"/>
            <p14:sldId id="338"/>
            <p14:sldId id="340"/>
          </p14:sldIdLst>
        </p14:section>
        <p14:section name="enemies" id="{00166AFF-AA52-4C59-9500-345BD85BDECA}">
          <p14:sldIdLst>
            <p14:sldId id="351"/>
            <p14:sldId id="295"/>
            <p14:sldId id="325"/>
            <p14:sldId id="326"/>
            <p14:sldId id="313"/>
            <p14:sldId id="314"/>
            <p14:sldId id="315"/>
            <p14:sldId id="316"/>
          </p14:sldIdLst>
        </p14:section>
        <p14:section name="struktur" id="{1F65B20A-8395-4FBF-9858-67F664926ABD}">
          <p14:sldIdLst>
            <p14:sldId id="341"/>
            <p14:sldId id="342"/>
            <p14:sldId id="343"/>
            <p14:sldId id="344"/>
            <p14:sldId id="345"/>
            <p14:sldId id="346"/>
            <p14:sldId id="347"/>
            <p14:sldId id="348"/>
            <p14:sldId id="349"/>
            <p14:sldId id="350"/>
            <p14:sldId id="327"/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C540E5C6-45F6-46E8-8BFB-9439B383B45D}">
  <a:tblStyle styleId="{C540E5C6-45F6-46E8-8BFB-9439B383B45D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09" autoAdjust="0"/>
    <p:restoredTop sz="94660"/>
  </p:normalViewPr>
  <p:slideViewPr>
    <p:cSldViewPr snapToGrid="0">
      <p:cViewPr>
        <p:scale>
          <a:sx n="150" d="100"/>
          <a:sy n="150" d="100"/>
        </p:scale>
        <p:origin x="-116" y="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0" name="Google Shape;960;gace710277d_0_4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1" name="Google Shape;961;gace710277d_0_4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7" name="Google Shape;967;g6ed1d3ee59_0_100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8" name="Google Shape;968;g6ed1d3ee59_0_100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6">
          <a:extLst>
            <a:ext uri="{FF2B5EF4-FFF2-40B4-BE49-F238E27FC236}">
              <a16:creationId xmlns:a16="http://schemas.microsoft.com/office/drawing/2014/main" id="{5CC44622-DDA0-1A42-A7AD-6AB0DF9D08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7" name="Google Shape;967;g6ed1d3ee59_0_10069:notes">
            <a:extLst>
              <a:ext uri="{FF2B5EF4-FFF2-40B4-BE49-F238E27FC236}">
                <a16:creationId xmlns:a16="http://schemas.microsoft.com/office/drawing/2014/main" id="{10550CE6-D527-DE38-9FAB-9DB6C8C4F83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8" name="Google Shape;968;g6ed1d3ee59_0_10069:notes">
            <a:extLst>
              <a:ext uri="{FF2B5EF4-FFF2-40B4-BE49-F238E27FC236}">
                <a16:creationId xmlns:a16="http://schemas.microsoft.com/office/drawing/2014/main" id="{8A5CF2CB-807B-9F45-90F0-D96B0940D86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215710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Google Shape;1002;g6f1bce38b0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3" name="Google Shape;1003;g6f1bce38b0_0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3" name="Google Shape;973;g6f1ba423c3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4" name="Google Shape;974;g6f1ba423c3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2">
          <a:extLst>
            <a:ext uri="{FF2B5EF4-FFF2-40B4-BE49-F238E27FC236}">
              <a16:creationId xmlns:a16="http://schemas.microsoft.com/office/drawing/2014/main" id="{EFBFAE4F-7F56-3A70-5628-8CF8AC3658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3" name="Google Shape;973;g6f1ba423c3_0_5:notes">
            <a:extLst>
              <a:ext uri="{FF2B5EF4-FFF2-40B4-BE49-F238E27FC236}">
                <a16:creationId xmlns:a16="http://schemas.microsoft.com/office/drawing/2014/main" id="{99F64539-EDAE-8DFD-A741-1EE9E40E4E0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4" name="Google Shape;974;g6f1ba423c3_0_5:notes">
            <a:extLst>
              <a:ext uri="{FF2B5EF4-FFF2-40B4-BE49-F238E27FC236}">
                <a16:creationId xmlns:a16="http://schemas.microsoft.com/office/drawing/2014/main" id="{AF834060-B7A0-1FD6-125D-129C65B7058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9188323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2">
          <a:extLst>
            <a:ext uri="{FF2B5EF4-FFF2-40B4-BE49-F238E27FC236}">
              <a16:creationId xmlns:a16="http://schemas.microsoft.com/office/drawing/2014/main" id="{E2F0CB12-9A66-2FCC-9ABA-D35DF0BC8E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3" name="Google Shape;973;g6f1ba423c3_0_5:notes">
            <a:extLst>
              <a:ext uri="{FF2B5EF4-FFF2-40B4-BE49-F238E27FC236}">
                <a16:creationId xmlns:a16="http://schemas.microsoft.com/office/drawing/2014/main" id="{0BA8746D-CF2D-D4A6-BEC2-A3177BB22DB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4" name="Google Shape;974;g6f1ba423c3_0_5:notes">
            <a:extLst>
              <a:ext uri="{FF2B5EF4-FFF2-40B4-BE49-F238E27FC236}">
                <a16:creationId xmlns:a16="http://schemas.microsoft.com/office/drawing/2014/main" id="{57F41C3F-B2D8-BFB1-00D6-13AA6561C33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3271427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2">
          <a:extLst>
            <a:ext uri="{FF2B5EF4-FFF2-40B4-BE49-F238E27FC236}">
              <a16:creationId xmlns:a16="http://schemas.microsoft.com/office/drawing/2014/main" id="{BD43527B-87B2-FCF4-85F7-FBACEB7429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3" name="Google Shape;973;g6f1ba423c3_0_5:notes">
            <a:extLst>
              <a:ext uri="{FF2B5EF4-FFF2-40B4-BE49-F238E27FC236}">
                <a16:creationId xmlns:a16="http://schemas.microsoft.com/office/drawing/2014/main" id="{0FA03BB3-291B-BFA7-31CC-2AF3B8F76A8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4" name="Google Shape;974;g6f1ba423c3_0_5:notes">
            <a:extLst>
              <a:ext uri="{FF2B5EF4-FFF2-40B4-BE49-F238E27FC236}">
                <a16:creationId xmlns:a16="http://schemas.microsoft.com/office/drawing/2014/main" id="{FB791D78-4993-4FC7-7648-01C7D4ABB98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1425320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2">
          <a:extLst>
            <a:ext uri="{FF2B5EF4-FFF2-40B4-BE49-F238E27FC236}">
              <a16:creationId xmlns:a16="http://schemas.microsoft.com/office/drawing/2014/main" id="{2CEE47A8-E662-C673-4BA2-DFEBB1605D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3" name="Google Shape;973;g6f1ba423c3_0_5:notes">
            <a:extLst>
              <a:ext uri="{FF2B5EF4-FFF2-40B4-BE49-F238E27FC236}">
                <a16:creationId xmlns:a16="http://schemas.microsoft.com/office/drawing/2014/main" id="{DDAF6605-7B39-F0A3-686D-66039203CFC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4" name="Google Shape;974;g6f1ba423c3_0_5:notes">
            <a:extLst>
              <a:ext uri="{FF2B5EF4-FFF2-40B4-BE49-F238E27FC236}">
                <a16:creationId xmlns:a16="http://schemas.microsoft.com/office/drawing/2014/main" id="{1B0029A0-2249-8F3C-E797-913C11C3B6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2200550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2">
          <a:extLst>
            <a:ext uri="{FF2B5EF4-FFF2-40B4-BE49-F238E27FC236}">
              <a16:creationId xmlns:a16="http://schemas.microsoft.com/office/drawing/2014/main" id="{71B8A3D5-27E0-4C87-F1C6-6329B5B24B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3" name="Google Shape;973;g6f1ba423c3_0_5:notes">
            <a:extLst>
              <a:ext uri="{FF2B5EF4-FFF2-40B4-BE49-F238E27FC236}">
                <a16:creationId xmlns:a16="http://schemas.microsoft.com/office/drawing/2014/main" id="{CFB73AA4-5126-5AA7-D947-4AFBEDF4D37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4" name="Google Shape;974;g6f1ba423c3_0_5:notes">
            <a:extLst>
              <a:ext uri="{FF2B5EF4-FFF2-40B4-BE49-F238E27FC236}">
                <a16:creationId xmlns:a16="http://schemas.microsoft.com/office/drawing/2014/main" id="{D893063C-C3C7-144E-47FD-D366FAD8B1B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6382434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4" name="Google Shape;1174;gad10344254_0_4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5" name="Google Shape;1175;gad10344254_0_4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3">
          <a:extLst>
            <a:ext uri="{FF2B5EF4-FFF2-40B4-BE49-F238E27FC236}">
              <a16:creationId xmlns:a16="http://schemas.microsoft.com/office/drawing/2014/main" id="{8D7C9050-1063-D3EB-D02A-32AE2226C1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4" name="Google Shape;1174;gad10344254_0_433:notes">
            <a:extLst>
              <a:ext uri="{FF2B5EF4-FFF2-40B4-BE49-F238E27FC236}">
                <a16:creationId xmlns:a16="http://schemas.microsoft.com/office/drawing/2014/main" id="{CDC23D1F-134E-BFC0-980B-A56B4CBDB0E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5" name="Google Shape;1175;gad10344254_0_433:notes">
            <a:extLst>
              <a:ext uri="{FF2B5EF4-FFF2-40B4-BE49-F238E27FC236}">
                <a16:creationId xmlns:a16="http://schemas.microsoft.com/office/drawing/2014/main" id="{F21D48E9-89D0-1F78-F863-6596D19D01F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3506261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3">
          <a:extLst>
            <a:ext uri="{FF2B5EF4-FFF2-40B4-BE49-F238E27FC236}">
              <a16:creationId xmlns:a16="http://schemas.microsoft.com/office/drawing/2014/main" id="{ABD7663E-7CB9-666C-ABA1-A75939C8AE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4" name="Google Shape;1174;gad10344254_0_433:notes">
            <a:extLst>
              <a:ext uri="{FF2B5EF4-FFF2-40B4-BE49-F238E27FC236}">
                <a16:creationId xmlns:a16="http://schemas.microsoft.com/office/drawing/2014/main" id="{8C029038-DA8A-6D45-B23A-0914E71058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5" name="Google Shape;1175;gad10344254_0_433:notes">
            <a:extLst>
              <a:ext uri="{FF2B5EF4-FFF2-40B4-BE49-F238E27FC236}">
                <a16:creationId xmlns:a16="http://schemas.microsoft.com/office/drawing/2014/main" id="{43B5B55E-878D-CBA6-2582-67D1113C4B2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6996463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3">
          <a:extLst>
            <a:ext uri="{FF2B5EF4-FFF2-40B4-BE49-F238E27FC236}">
              <a16:creationId xmlns:a16="http://schemas.microsoft.com/office/drawing/2014/main" id="{717B52A7-AE2F-4CB8-3672-5C8E35F39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4" name="Google Shape;1174;gad10344254_0_433:notes">
            <a:extLst>
              <a:ext uri="{FF2B5EF4-FFF2-40B4-BE49-F238E27FC236}">
                <a16:creationId xmlns:a16="http://schemas.microsoft.com/office/drawing/2014/main" id="{5D6F2DD1-2D68-4FC6-6D22-32B566C8AE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5" name="Google Shape;1175;gad10344254_0_433:notes">
            <a:extLst>
              <a:ext uri="{FF2B5EF4-FFF2-40B4-BE49-F238E27FC236}">
                <a16:creationId xmlns:a16="http://schemas.microsoft.com/office/drawing/2014/main" id="{46A2E64B-7F7E-AAB4-1605-6E3C6FFC271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2999966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3">
          <a:extLst>
            <a:ext uri="{FF2B5EF4-FFF2-40B4-BE49-F238E27FC236}">
              <a16:creationId xmlns:a16="http://schemas.microsoft.com/office/drawing/2014/main" id="{F582D2EF-6BCC-674B-F347-9D6C3890CB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4" name="Google Shape;1174;gad10344254_0_433:notes">
            <a:extLst>
              <a:ext uri="{FF2B5EF4-FFF2-40B4-BE49-F238E27FC236}">
                <a16:creationId xmlns:a16="http://schemas.microsoft.com/office/drawing/2014/main" id="{39F5F87D-FD37-3E68-AC69-AEA445F0765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5" name="Google Shape;1175;gad10344254_0_433:notes">
            <a:extLst>
              <a:ext uri="{FF2B5EF4-FFF2-40B4-BE49-F238E27FC236}">
                <a16:creationId xmlns:a16="http://schemas.microsoft.com/office/drawing/2014/main" id="{81CABCEA-EAD9-3210-19CF-43D5B22567B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5898848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3">
          <a:extLst>
            <a:ext uri="{FF2B5EF4-FFF2-40B4-BE49-F238E27FC236}">
              <a16:creationId xmlns:a16="http://schemas.microsoft.com/office/drawing/2014/main" id="{703282EB-1D6F-5617-52CF-D0B6C721DF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4" name="Google Shape;1174;gad10344254_0_433:notes">
            <a:extLst>
              <a:ext uri="{FF2B5EF4-FFF2-40B4-BE49-F238E27FC236}">
                <a16:creationId xmlns:a16="http://schemas.microsoft.com/office/drawing/2014/main" id="{B3245351-663E-86D9-8464-384F066D6D6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5" name="Google Shape;1175;gad10344254_0_433:notes">
            <a:extLst>
              <a:ext uri="{FF2B5EF4-FFF2-40B4-BE49-F238E27FC236}">
                <a16:creationId xmlns:a16="http://schemas.microsoft.com/office/drawing/2014/main" id="{F3DB1637-8373-5371-679B-0731DB0946A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5417948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9">
          <a:extLst>
            <a:ext uri="{FF2B5EF4-FFF2-40B4-BE49-F238E27FC236}">
              <a16:creationId xmlns:a16="http://schemas.microsoft.com/office/drawing/2014/main" id="{35C2F682-6A77-457F-5625-DFCAA3C75C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0" name="Google Shape;990;ga3364f6310_1_0:notes">
            <a:extLst>
              <a:ext uri="{FF2B5EF4-FFF2-40B4-BE49-F238E27FC236}">
                <a16:creationId xmlns:a16="http://schemas.microsoft.com/office/drawing/2014/main" id="{E1E0D264-EA85-9586-5DB8-4DF9A3A098C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1" name="Google Shape;991;ga3364f6310_1_0:notes">
            <a:extLst>
              <a:ext uri="{FF2B5EF4-FFF2-40B4-BE49-F238E27FC236}">
                <a16:creationId xmlns:a16="http://schemas.microsoft.com/office/drawing/2014/main" id="{D1AB1B8A-2C58-DE18-F778-27C8B057698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2678758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0" name="Google Shape;990;ga3364f6310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1" name="Google Shape;991;ga3364f6310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5171406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9">
          <a:extLst>
            <a:ext uri="{FF2B5EF4-FFF2-40B4-BE49-F238E27FC236}">
              <a16:creationId xmlns:a16="http://schemas.microsoft.com/office/drawing/2014/main" id="{28A7A3A7-D0B3-1609-D8DB-2126403EA5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0" name="Google Shape;990;ga3364f6310_1_0:notes">
            <a:extLst>
              <a:ext uri="{FF2B5EF4-FFF2-40B4-BE49-F238E27FC236}">
                <a16:creationId xmlns:a16="http://schemas.microsoft.com/office/drawing/2014/main" id="{8A7F39B7-E449-0490-C140-D654ADFB38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1" name="Google Shape;991;ga3364f6310_1_0:notes">
            <a:extLst>
              <a:ext uri="{FF2B5EF4-FFF2-40B4-BE49-F238E27FC236}">
                <a16:creationId xmlns:a16="http://schemas.microsoft.com/office/drawing/2014/main" id="{E5D6186C-1542-A3EC-DF07-7E39A2D7495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8682282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9">
          <a:extLst>
            <a:ext uri="{FF2B5EF4-FFF2-40B4-BE49-F238E27FC236}">
              <a16:creationId xmlns:a16="http://schemas.microsoft.com/office/drawing/2014/main" id="{E6FADE06-B1D3-5E52-A7E1-0B5718E9FC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0" name="Google Shape;990;ga3364f6310_1_0:notes">
            <a:extLst>
              <a:ext uri="{FF2B5EF4-FFF2-40B4-BE49-F238E27FC236}">
                <a16:creationId xmlns:a16="http://schemas.microsoft.com/office/drawing/2014/main" id="{4394426A-E18E-9417-5F74-A95833C9AD3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1" name="Google Shape;991;ga3364f6310_1_0:notes">
            <a:extLst>
              <a:ext uri="{FF2B5EF4-FFF2-40B4-BE49-F238E27FC236}">
                <a16:creationId xmlns:a16="http://schemas.microsoft.com/office/drawing/2014/main" id="{DDAE2EC0-1C32-B7EF-4C2A-C991748E4D5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6240053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9">
          <a:extLst>
            <a:ext uri="{FF2B5EF4-FFF2-40B4-BE49-F238E27FC236}">
              <a16:creationId xmlns:a16="http://schemas.microsoft.com/office/drawing/2014/main" id="{9670B0DD-0D99-D2A6-BA13-61365EB7B8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0" name="Google Shape;990;ga3364f6310_1_0:notes">
            <a:extLst>
              <a:ext uri="{FF2B5EF4-FFF2-40B4-BE49-F238E27FC236}">
                <a16:creationId xmlns:a16="http://schemas.microsoft.com/office/drawing/2014/main" id="{8EE66E9D-C3E9-1C17-5BFE-1A7EE14A108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1" name="Google Shape;991;ga3364f6310_1_0:notes">
            <a:extLst>
              <a:ext uri="{FF2B5EF4-FFF2-40B4-BE49-F238E27FC236}">
                <a16:creationId xmlns:a16="http://schemas.microsoft.com/office/drawing/2014/main" id="{6A3D8D63-35D0-A968-1373-AF44423DA77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3840173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9">
          <a:extLst>
            <a:ext uri="{FF2B5EF4-FFF2-40B4-BE49-F238E27FC236}">
              <a16:creationId xmlns:a16="http://schemas.microsoft.com/office/drawing/2014/main" id="{6C816A70-22FB-48E9-80E4-0A512B5A51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0" name="Google Shape;990;ga3364f6310_1_0:notes">
            <a:extLst>
              <a:ext uri="{FF2B5EF4-FFF2-40B4-BE49-F238E27FC236}">
                <a16:creationId xmlns:a16="http://schemas.microsoft.com/office/drawing/2014/main" id="{AAA20EC2-9CE4-4172-EEA0-FFE72E80C0C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1" name="Google Shape;991;ga3364f6310_1_0:notes">
            <a:extLst>
              <a:ext uri="{FF2B5EF4-FFF2-40B4-BE49-F238E27FC236}">
                <a16:creationId xmlns:a16="http://schemas.microsoft.com/office/drawing/2014/main" id="{DFFE50E6-0F5E-9F04-04A7-9F77A68DD9A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5647468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9">
          <a:extLst>
            <a:ext uri="{FF2B5EF4-FFF2-40B4-BE49-F238E27FC236}">
              <a16:creationId xmlns:a16="http://schemas.microsoft.com/office/drawing/2014/main" id="{F27D83C0-605A-F218-C8AC-869AF514F0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0" name="Google Shape;990;ga3364f6310_1_0:notes">
            <a:extLst>
              <a:ext uri="{FF2B5EF4-FFF2-40B4-BE49-F238E27FC236}">
                <a16:creationId xmlns:a16="http://schemas.microsoft.com/office/drawing/2014/main" id="{F6BD78A8-4CA6-F967-0B39-C816E120C8C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1" name="Google Shape;991;ga3364f6310_1_0:notes">
            <a:extLst>
              <a:ext uri="{FF2B5EF4-FFF2-40B4-BE49-F238E27FC236}">
                <a16:creationId xmlns:a16="http://schemas.microsoft.com/office/drawing/2014/main" id="{6133D7C9-DF15-3B8E-09A4-4A0606738D9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5629973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9">
          <a:extLst>
            <a:ext uri="{FF2B5EF4-FFF2-40B4-BE49-F238E27FC236}">
              <a16:creationId xmlns:a16="http://schemas.microsoft.com/office/drawing/2014/main" id="{A6882682-A21D-3E66-8127-AF4382C3E6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0" name="Google Shape;990;ga3364f6310_1_0:notes">
            <a:extLst>
              <a:ext uri="{FF2B5EF4-FFF2-40B4-BE49-F238E27FC236}">
                <a16:creationId xmlns:a16="http://schemas.microsoft.com/office/drawing/2014/main" id="{1C83F7DE-9983-C97E-0169-BE66AC9B9E1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1" name="Google Shape;991;ga3364f6310_1_0:notes">
            <a:extLst>
              <a:ext uri="{FF2B5EF4-FFF2-40B4-BE49-F238E27FC236}">
                <a16:creationId xmlns:a16="http://schemas.microsoft.com/office/drawing/2014/main" id="{E7D43C28-9B43-E591-4314-96B344D439B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515161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6" name="Google Shape;1506;ga3364f6310_1_2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7" name="Google Shape;1507;ga3364f6310_1_2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gradFill>
          <a:gsLst>
            <a:gs pos="0">
              <a:schemeClr val="dk2"/>
            </a:gs>
            <a:gs pos="24000">
              <a:schemeClr val="dk2"/>
            </a:gs>
            <a:gs pos="56000">
              <a:schemeClr val="dk2"/>
            </a:gs>
            <a:gs pos="100000">
              <a:srgbClr val="141C21"/>
            </a:gs>
          </a:gsLst>
          <a:lin ang="5400012" scaled="0"/>
        </a:grad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2358902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2948617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589725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825701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9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2"/>
          <p:cNvSpPr/>
          <p:nvPr/>
        </p:nvSpPr>
        <p:spPr>
          <a:xfrm>
            <a:off x="589725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1179440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769155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/>
          <p:nvPr/>
        </p:nvSpPr>
        <p:spPr>
          <a:xfrm>
            <a:off x="294861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2"/>
          <p:cNvSpPr/>
          <p:nvPr/>
        </p:nvSpPr>
        <p:spPr>
          <a:xfrm>
            <a:off x="3538332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2"/>
          <p:cNvSpPr/>
          <p:nvPr/>
        </p:nvSpPr>
        <p:spPr>
          <a:xfrm>
            <a:off x="5307509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"/>
          <p:cNvSpPr/>
          <p:nvPr/>
        </p:nvSpPr>
        <p:spPr>
          <a:xfrm>
            <a:off x="5897255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2"/>
          <p:cNvSpPr/>
          <p:nvPr/>
        </p:nvSpPr>
        <p:spPr>
          <a:xfrm>
            <a:off x="6486970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2"/>
          <p:cNvSpPr/>
          <p:nvPr/>
        </p:nvSpPr>
        <p:spPr>
          <a:xfrm>
            <a:off x="707668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2"/>
          <p:cNvSpPr/>
          <p:nvPr/>
        </p:nvSpPr>
        <p:spPr>
          <a:xfrm>
            <a:off x="9" y="363706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2"/>
          <p:cNvSpPr/>
          <p:nvPr/>
        </p:nvSpPr>
        <p:spPr>
          <a:xfrm>
            <a:off x="8257017" y="36372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" name="Google Shape;25;p2"/>
          <p:cNvSpPr/>
          <p:nvPr/>
        </p:nvSpPr>
        <p:spPr>
          <a:xfrm>
            <a:off x="7666240" y="3635868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" name="Google Shape;26;p2"/>
          <p:cNvSpPr/>
          <p:nvPr/>
        </p:nvSpPr>
        <p:spPr>
          <a:xfrm>
            <a:off x="9" y="3034023"/>
            <a:ext cx="295338" cy="302004"/>
          </a:xfrm>
          <a:custGeom>
            <a:avLst/>
            <a:gdLst/>
            <a:ahLst/>
            <a:cxnLst/>
            <a:rect l="l" t="t" r="r" b="b"/>
            <a:pathLst>
              <a:path w="9514" h="10579" extrusionOk="0">
                <a:moveTo>
                  <a:pt x="0" y="1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27;p2"/>
          <p:cNvSpPr/>
          <p:nvPr/>
        </p:nvSpPr>
        <p:spPr>
          <a:xfrm>
            <a:off x="9" y="2431866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2"/>
          <p:cNvSpPr/>
          <p:nvPr/>
        </p:nvSpPr>
        <p:spPr>
          <a:xfrm>
            <a:off x="8846774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29;p2"/>
          <p:cNvSpPr/>
          <p:nvPr/>
        </p:nvSpPr>
        <p:spPr>
          <a:xfrm>
            <a:off x="8846774" y="303468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" name="Google Shape;30;p2"/>
          <p:cNvSpPr/>
          <p:nvPr/>
        </p:nvSpPr>
        <p:spPr>
          <a:xfrm>
            <a:off x="-51" y="1784888"/>
            <a:ext cx="295369" cy="302004"/>
          </a:xfrm>
          <a:custGeom>
            <a:avLst/>
            <a:gdLst/>
            <a:ahLst/>
            <a:cxnLst/>
            <a:rect l="l" t="t" r="r" b="b"/>
            <a:pathLst>
              <a:path w="9515" h="10579" extrusionOk="0">
                <a:moveTo>
                  <a:pt x="1" y="1"/>
                </a:moveTo>
                <a:lnTo>
                  <a:pt x="1" y="10579"/>
                </a:lnTo>
                <a:lnTo>
                  <a:pt x="9515" y="10579"/>
                </a:lnTo>
                <a:lnTo>
                  <a:pt x="9515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31;p2"/>
          <p:cNvSpPr/>
          <p:nvPr/>
        </p:nvSpPr>
        <p:spPr>
          <a:xfrm>
            <a:off x="590611" y="3034023"/>
            <a:ext cx="294407" cy="302004"/>
          </a:xfrm>
          <a:custGeom>
            <a:avLst/>
            <a:gdLst/>
            <a:ahLst/>
            <a:cxnLst/>
            <a:rect l="l" t="t" r="r" b="b"/>
            <a:pathLst>
              <a:path w="9484" h="10579" extrusionOk="0">
                <a:moveTo>
                  <a:pt x="0" y="1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590637" y="36370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-5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2"/>
          <p:cNvSpPr/>
          <p:nvPr/>
        </p:nvSpPr>
        <p:spPr>
          <a:xfrm>
            <a:off x="590169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"/>
          <p:cNvSpPr/>
          <p:nvPr/>
        </p:nvSpPr>
        <p:spPr>
          <a:xfrm>
            <a:off x="1179931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1768929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3538345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412853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471780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530800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648696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707668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4128052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7667320" y="423820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766639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8257049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884858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8847780" y="363729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49;p2"/>
          <p:cNvSpPr/>
          <p:nvPr/>
        </p:nvSpPr>
        <p:spPr>
          <a:xfrm>
            <a:off x="8846852" y="243208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5" y="10547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2"/>
          <p:cNvSpPr/>
          <p:nvPr/>
        </p:nvSpPr>
        <p:spPr>
          <a:xfrm>
            <a:off x="8846837" y="1829248"/>
            <a:ext cx="294407" cy="302004"/>
          </a:xfrm>
          <a:custGeom>
            <a:avLst/>
            <a:gdLst/>
            <a:ahLst/>
            <a:cxnLst/>
            <a:rect l="l" t="t" r="r" b="b"/>
            <a:pathLst>
              <a:path w="9484" h="10579" extrusionOk="0">
                <a:moveTo>
                  <a:pt x="0" y="1"/>
                </a:moveTo>
                <a:lnTo>
                  <a:pt x="0" y="10579"/>
                </a:lnTo>
                <a:lnTo>
                  <a:pt x="9484" y="10579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51;p2"/>
          <p:cNvSpPr/>
          <p:nvPr/>
        </p:nvSpPr>
        <p:spPr>
          <a:xfrm>
            <a:off x="7074526" y="3637928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52;p2"/>
          <p:cNvSpPr/>
          <p:nvPr/>
        </p:nvSpPr>
        <p:spPr>
          <a:xfrm>
            <a:off x="1768933" y="3638751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53;p2"/>
          <p:cNvSpPr/>
          <p:nvPr/>
        </p:nvSpPr>
        <p:spPr>
          <a:xfrm>
            <a:off x="8258967" y="303510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2"/>
          <p:cNvSpPr txBox="1">
            <a:spLocks noGrp="1"/>
          </p:cNvSpPr>
          <p:nvPr>
            <p:ph type="ctrTitle"/>
          </p:nvPr>
        </p:nvSpPr>
        <p:spPr>
          <a:xfrm>
            <a:off x="1841100" y="2279225"/>
            <a:ext cx="5461800" cy="94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3500">
                <a:solidFill>
                  <a:srgbClr val="FFFFFF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endParaRPr/>
          </a:p>
        </p:txBody>
      </p:sp>
      <p:sp>
        <p:nvSpPr>
          <p:cNvPr id="55" name="Google Shape;55;p2"/>
          <p:cNvSpPr txBox="1">
            <a:spLocks noGrp="1"/>
          </p:cNvSpPr>
          <p:nvPr>
            <p:ph type="subTitle" idx="1"/>
          </p:nvPr>
        </p:nvSpPr>
        <p:spPr>
          <a:xfrm>
            <a:off x="2358950" y="3281500"/>
            <a:ext cx="4283100" cy="52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56" name="Google Shape;56;p2"/>
          <p:cNvSpPr txBox="1">
            <a:spLocks noGrp="1"/>
          </p:cNvSpPr>
          <p:nvPr>
            <p:ph type="ctrTitle" idx="2"/>
          </p:nvPr>
        </p:nvSpPr>
        <p:spPr>
          <a:xfrm>
            <a:off x="713100" y="1323175"/>
            <a:ext cx="7717800" cy="73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4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3"/>
          <p:cNvSpPr/>
          <p:nvPr/>
        </p:nvSpPr>
        <p:spPr>
          <a:xfrm flipH="1">
            <a:off x="5899913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59;p3"/>
          <p:cNvSpPr/>
          <p:nvPr/>
        </p:nvSpPr>
        <p:spPr>
          <a:xfrm flipH="1">
            <a:off x="2951306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60;p3"/>
          <p:cNvSpPr/>
          <p:nvPr/>
        </p:nvSpPr>
        <p:spPr>
          <a:xfrm flipH="1">
            <a:off x="591513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61;p3"/>
          <p:cNvSpPr/>
          <p:nvPr/>
        </p:nvSpPr>
        <p:spPr>
          <a:xfrm flipH="1">
            <a:off x="82588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62;p3"/>
          <p:cNvSpPr/>
          <p:nvPr/>
        </p:nvSpPr>
        <p:spPr>
          <a:xfrm flipH="1">
            <a:off x="5310198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63;p3"/>
          <p:cNvSpPr/>
          <p:nvPr/>
        </p:nvSpPr>
        <p:spPr>
          <a:xfrm flipH="1">
            <a:off x="41307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" name="Google Shape;64;p3"/>
          <p:cNvSpPr/>
          <p:nvPr/>
        </p:nvSpPr>
        <p:spPr>
          <a:xfrm flipH="1">
            <a:off x="1771844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" name="Google Shape;65;p3"/>
          <p:cNvSpPr/>
          <p:nvPr/>
        </p:nvSpPr>
        <p:spPr>
          <a:xfrm flipH="1">
            <a:off x="884858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66;p3"/>
          <p:cNvSpPr/>
          <p:nvPr/>
        </p:nvSpPr>
        <p:spPr>
          <a:xfrm flipH="1">
            <a:off x="8259323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p3"/>
          <p:cNvSpPr/>
          <p:nvPr/>
        </p:nvSpPr>
        <p:spPr>
          <a:xfrm flipH="1">
            <a:off x="766956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68;p3"/>
          <p:cNvSpPr/>
          <p:nvPr/>
        </p:nvSpPr>
        <p:spPr>
          <a:xfrm flipH="1">
            <a:off x="7079601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69;p3"/>
          <p:cNvSpPr/>
          <p:nvPr/>
        </p:nvSpPr>
        <p:spPr>
          <a:xfrm flipH="1">
            <a:off x="5310185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70;p3"/>
          <p:cNvSpPr/>
          <p:nvPr/>
        </p:nvSpPr>
        <p:spPr>
          <a:xfrm flipH="1">
            <a:off x="4720963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71;p3"/>
          <p:cNvSpPr/>
          <p:nvPr/>
        </p:nvSpPr>
        <p:spPr>
          <a:xfrm flipH="1">
            <a:off x="4130723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72;p3"/>
          <p:cNvSpPr/>
          <p:nvPr/>
        </p:nvSpPr>
        <p:spPr>
          <a:xfrm flipH="1">
            <a:off x="236156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" name="Google Shape;73;p3"/>
          <p:cNvSpPr/>
          <p:nvPr/>
        </p:nvSpPr>
        <p:spPr>
          <a:xfrm flipH="1">
            <a:off x="1771844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" name="Google Shape;74;p3"/>
          <p:cNvSpPr/>
          <p:nvPr/>
        </p:nvSpPr>
        <p:spPr>
          <a:xfrm flipH="1">
            <a:off x="1183064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" name="Google Shape;75;p3"/>
          <p:cNvSpPr/>
          <p:nvPr/>
        </p:nvSpPr>
        <p:spPr>
          <a:xfrm flipH="1">
            <a:off x="-5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3"/>
          <p:cNvSpPr/>
          <p:nvPr/>
        </p:nvSpPr>
        <p:spPr>
          <a:xfrm flipH="1">
            <a:off x="592413" y="4239676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" name="Google Shape;77;p3"/>
          <p:cNvSpPr txBox="1">
            <a:spLocks noGrp="1"/>
          </p:cNvSpPr>
          <p:nvPr>
            <p:ph type="title"/>
          </p:nvPr>
        </p:nvSpPr>
        <p:spPr>
          <a:xfrm>
            <a:off x="1207825" y="3983254"/>
            <a:ext cx="6700500" cy="666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78" name="Google Shape;78;p3"/>
          <p:cNvSpPr txBox="1">
            <a:spLocks noGrp="1"/>
          </p:cNvSpPr>
          <p:nvPr>
            <p:ph type="title" idx="2" hasCustomPrompt="1"/>
          </p:nvPr>
        </p:nvSpPr>
        <p:spPr>
          <a:xfrm>
            <a:off x="3722450" y="526575"/>
            <a:ext cx="1699200" cy="319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  <a:defRPr sz="8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bg>
      <p:bgPr>
        <a:gradFill>
          <a:gsLst>
            <a:gs pos="0">
              <a:schemeClr val="dk2"/>
            </a:gs>
            <a:gs pos="24000">
              <a:schemeClr val="dk2"/>
            </a:gs>
            <a:gs pos="56000">
              <a:schemeClr val="dk2"/>
            </a:gs>
            <a:gs pos="100000">
              <a:srgbClr val="141C21"/>
            </a:gs>
          </a:gsLst>
          <a:lin ang="5400012" scaled="0"/>
        </a:gradFill>
        <a:effectLst/>
      </p:bgPr>
    </p:bg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4"/>
          <p:cNvSpPr/>
          <p:nvPr/>
        </p:nvSpPr>
        <p:spPr>
          <a:xfrm>
            <a:off x="9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" name="Google Shape;81;p4"/>
          <p:cNvSpPr/>
          <p:nvPr/>
        </p:nvSpPr>
        <p:spPr>
          <a:xfrm>
            <a:off x="589725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4"/>
          <p:cNvSpPr/>
          <p:nvPr/>
        </p:nvSpPr>
        <p:spPr>
          <a:xfrm>
            <a:off x="9" y="363706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" name="Google Shape;83;p4"/>
          <p:cNvSpPr/>
          <p:nvPr/>
        </p:nvSpPr>
        <p:spPr>
          <a:xfrm>
            <a:off x="9" y="3034023"/>
            <a:ext cx="295338" cy="302004"/>
          </a:xfrm>
          <a:custGeom>
            <a:avLst/>
            <a:gdLst/>
            <a:ahLst/>
            <a:cxnLst/>
            <a:rect l="l" t="t" r="r" b="b"/>
            <a:pathLst>
              <a:path w="9514" h="10579" extrusionOk="0">
                <a:moveTo>
                  <a:pt x="0" y="1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" name="Google Shape;84;p4"/>
          <p:cNvSpPr/>
          <p:nvPr/>
        </p:nvSpPr>
        <p:spPr>
          <a:xfrm>
            <a:off x="9" y="2431866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" name="Google Shape;85;p4"/>
          <p:cNvSpPr/>
          <p:nvPr/>
        </p:nvSpPr>
        <p:spPr>
          <a:xfrm>
            <a:off x="590637" y="36370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4"/>
          <p:cNvSpPr/>
          <p:nvPr/>
        </p:nvSpPr>
        <p:spPr>
          <a:xfrm>
            <a:off x="-5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4"/>
          <p:cNvSpPr/>
          <p:nvPr/>
        </p:nvSpPr>
        <p:spPr>
          <a:xfrm>
            <a:off x="590169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4"/>
          <p:cNvSpPr/>
          <p:nvPr/>
        </p:nvSpPr>
        <p:spPr>
          <a:xfrm rot="10800000" flipH="1">
            <a:off x="8257867" y="14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" name="Google Shape;89;p4"/>
          <p:cNvSpPr/>
          <p:nvPr/>
        </p:nvSpPr>
        <p:spPr>
          <a:xfrm rot="10800000" flipH="1">
            <a:off x="8847624" y="602608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4"/>
          <p:cNvSpPr/>
          <p:nvPr/>
        </p:nvSpPr>
        <p:spPr>
          <a:xfrm rot="10800000" flipH="1">
            <a:off x="8848630" y="-2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4"/>
          <p:cNvSpPr/>
          <p:nvPr/>
        </p:nvSpPr>
        <p:spPr>
          <a:xfrm rot="10800000" flipH="1">
            <a:off x="8847702" y="1205203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5" y="10547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4"/>
          <p:cNvSpPr/>
          <p:nvPr/>
        </p:nvSpPr>
        <p:spPr>
          <a:xfrm rot="10800000" flipH="1">
            <a:off x="8847687" y="1807156"/>
            <a:ext cx="294407" cy="302004"/>
          </a:xfrm>
          <a:custGeom>
            <a:avLst/>
            <a:gdLst/>
            <a:ahLst/>
            <a:cxnLst/>
            <a:rect l="l" t="t" r="r" b="b"/>
            <a:pathLst>
              <a:path w="9484" h="10579" extrusionOk="0">
                <a:moveTo>
                  <a:pt x="0" y="1"/>
                </a:moveTo>
                <a:lnTo>
                  <a:pt x="0" y="10579"/>
                </a:lnTo>
                <a:lnTo>
                  <a:pt x="9484" y="10579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" name="Google Shape;93;p4"/>
          <p:cNvSpPr/>
          <p:nvPr/>
        </p:nvSpPr>
        <p:spPr>
          <a:xfrm rot="10800000" flipH="1">
            <a:off x="8259817" y="602189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4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95" name="Google Shape;95;p4"/>
          <p:cNvSpPr txBox="1">
            <a:spLocks noGrp="1"/>
          </p:cNvSpPr>
          <p:nvPr>
            <p:ph type="body" idx="1"/>
          </p:nvPr>
        </p:nvSpPr>
        <p:spPr>
          <a:xfrm>
            <a:off x="717425" y="1203750"/>
            <a:ext cx="7709100" cy="339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984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Char char="●"/>
              <a:defRPr sz="1200">
                <a:solidFill>
                  <a:srgbClr val="FFFFFF"/>
                </a:solidFill>
              </a:defRPr>
            </a:lvl1pPr>
            <a:lvl2pPr marL="914400" lvl="1" indent="-33020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uli"/>
              <a:buChar char="○"/>
              <a:defRPr>
                <a:solidFill>
                  <a:srgbClr val="FFFFFF"/>
                </a:solidFill>
              </a:defRPr>
            </a:lvl2pPr>
            <a:lvl3pPr marL="1371600" lvl="2" indent="-33020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uli"/>
              <a:buChar char="■"/>
              <a:defRPr>
                <a:solidFill>
                  <a:srgbClr val="FFFFFF"/>
                </a:solidFill>
              </a:defRPr>
            </a:lvl3pPr>
            <a:lvl4pPr marL="1828800" lvl="3" indent="-33020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uli"/>
              <a:buChar char="●"/>
              <a:defRPr>
                <a:solidFill>
                  <a:srgbClr val="FFFFFF"/>
                </a:solidFill>
              </a:defRPr>
            </a:lvl4pPr>
            <a:lvl5pPr marL="2286000" lvl="4" indent="-33020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uli"/>
              <a:buChar char="○"/>
              <a:defRPr>
                <a:solidFill>
                  <a:srgbClr val="FFFFFF"/>
                </a:solidFill>
              </a:defRPr>
            </a:lvl5pPr>
            <a:lvl6pPr marL="2743200" lvl="5" indent="-33020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uli"/>
              <a:buChar char="■"/>
              <a:defRPr>
                <a:solidFill>
                  <a:srgbClr val="FFFFFF"/>
                </a:solidFill>
              </a:defRPr>
            </a:lvl6pPr>
            <a:lvl7pPr marL="3200400" lvl="6" indent="-33020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uli"/>
              <a:buChar char="●"/>
              <a:defRPr>
                <a:solidFill>
                  <a:srgbClr val="FFFFFF"/>
                </a:solidFill>
              </a:defRPr>
            </a:lvl7pPr>
            <a:lvl8pPr marL="3657600" lvl="7" indent="-33020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uli"/>
              <a:buChar char="○"/>
              <a:defRPr>
                <a:solidFill>
                  <a:srgbClr val="FFFFFF"/>
                </a:solidFill>
              </a:defRPr>
            </a:lvl8pPr>
            <a:lvl9pPr marL="4114800" lvl="8" indent="-330200">
              <a:spcBef>
                <a:spcPts val="1600"/>
              </a:spcBef>
              <a:spcAft>
                <a:spcPts val="1600"/>
              </a:spcAft>
              <a:buClr>
                <a:srgbClr val="FFFFFF"/>
              </a:buClr>
              <a:buSzPts val="1600"/>
              <a:buFont typeface="Muli"/>
              <a:buChar char="■"/>
              <a:defRPr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96" name="Google Shape;96;p4"/>
          <p:cNvSpPr txBox="1"/>
          <p:nvPr/>
        </p:nvSpPr>
        <p:spPr>
          <a:xfrm>
            <a:off x="-295875" y="3054825"/>
            <a:ext cx="2159700" cy="5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7"/>
          <p:cNvSpPr/>
          <p:nvPr/>
        </p:nvSpPr>
        <p:spPr>
          <a:xfrm>
            <a:off x="2358952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1" name="Google Shape;141;p7"/>
          <p:cNvSpPr/>
          <p:nvPr/>
        </p:nvSpPr>
        <p:spPr>
          <a:xfrm>
            <a:off x="2948667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2" name="Google Shape;142;p7"/>
          <p:cNvSpPr/>
          <p:nvPr/>
        </p:nvSpPr>
        <p:spPr>
          <a:xfrm>
            <a:off x="589730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" name="Google Shape;143;p7"/>
          <p:cNvSpPr/>
          <p:nvPr/>
        </p:nvSpPr>
        <p:spPr>
          <a:xfrm>
            <a:off x="825706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4" name="Google Shape;144;p7"/>
          <p:cNvSpPr/>
          <p:nvPr/>
        </p:nvSpPr>
        <p:spPr>
          <a:xfrm>
            <a:off x="59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5" name="Google Shape;145;p7"/>
          <p:cNvSpPr/>
          <p:nvPr/>
        </p:nvSpPr>
        <p:spPr>
          <a:xfrm>
            <a:off x="589775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" name="Google Shape;146;p7"/>
          <p:cNvSpPr/>
          <p:nvPr/>
        </p:nvSpPr>
        <p:spPr>
          <a:xfrm>
            <a:off x="1769205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7"/>
          <p:cNvSpPr/>
          <p:nvPr/>
        </p:nvSpPr>
        <p:spPr>
          <a:xfrm>
            <a:off x="3538382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p7"/>
          <p:cNvSpPr/>
          <p:nvPr/>
        </p:nvSpPr>
        <p:spPr>
          <a:xfrm>
            <a:off x="5307559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" name="Google Shape;149;p7"/>
          <p:cNvSpPr/>
          <p:nvPr/>
        </p:nvSpPr>
        <p:spPr>
          <a:xfrm>
            <a:off x="707673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p7"/>
          <p:cNvSpPr/>
          <p:nvPr/>
        </p:nvSpPr>
        <p:spPr>
          <a:xfrm>
            <a:off x="8846824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" name="Google Shape;151;p7"/>
          <p:cNvSpPr/>
          <p:nvPr/>
        </p:nvSpPr>
        <p:spPr>
          <a:xfrm>
            <a:off x="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Google Shape;152;p7"/>
          <p:cNvSpPr/>
          <p:nvPr/>
        </p:nvSpPr>
        <p:spPr>
          <a:xfrm>
            <a:off x="590219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7"/>
          <p:cNvSpPr/>
          <p:nvPr/>
        </p:nvSpPr>
        <p:spPr>
          <a:xfrm>
            <a:off x="1179981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4" name="Google Shape;154;p7"/>
          <p:cNvSpPr/>
          <p:nvPr/>
        </p:nvSpPr>
        <p:spPr>
          <a:xfrm>
            <a:off x="1768979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5" name="Google Shape;155;p7"/>
          <p:cNvSpPr/>
          <p:nvPr/>
        </p:nvSpPr>
        <p:spPr>
          <a:xfrm>
            <a:off x="3538395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" name="Google Shape;156;p7"/>
          <p:cNvSpPr/>
          <p:nvPr/>
        </p:nvSpPr>
        <p:spPr>
          <a:xfrm>
            <a:off x="412858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7" name="Google Shape;157;p7"/>
          <p:cNvSpPr/>
          <p:nvPr/>
        </p:nvSpPr>
        <p:spPr>
          <a:xfrm>
            <a:off x="471785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8" name="Google Shape;158;p7"/>
          <p:cNvSpPr/>
          <p:nvPr/>
        </p:nvSpPr>
        <p:spPr>
          <a:xfrm>
            <a:off x="530805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7"/>
          <p:cNvSpPr/>
          <p:nvPr/>
        </p:nvSpPr>
        <p:spPr>
          <a:xfrm>
            <a:off x="648701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0" name="Google Shape;160;p7"/>
          <p:cNvSpPr/>
          <p:nvPr/>
        </p:nvSpPr>
        <p:spPr>
          <a:xfrm>
            <a:off x="707673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1" name="Google Shape;161;p7"/>
          <p:cNvSpPr/>
          <p:nvPr/>
        </p:nvSpPr>
        <p:spPr>
          <a:xfrm>
            <a:off x="4128102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2" name="Google Shape;162;p7"/>
          <p:cNvSpPr/>
          <p:nvPr/>
        </p:nvSpPr>
        <p:spPr>
          <a:xfrm>
            <a:off x="766644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3" name="Google Shape;163;p7"/>
          <p:cNvSpPr/>
          <p:nvPr/>
        </p:nvSpPr>
        <p:spPr>
          <a:xfrm>
            <a:off x="8257099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" name="Google Shape;164;p7"/>
          <p:cNvSpPr/>
          <p:nvPr/>
        </p:nvSpPr>
        <p:spPr>
          <a:xfrm>
            <a:off x="884863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5" name="Google Shape;165;p7"/>
          <p:cNvSpPr/>
          <p:nvPr/>
        </p:nvSpPr>
        <p:spPr>
          <a:xfrm>
            <a:off x="5307596" y="36379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6" name="Google Shape;166;p7"/>
          <p:cNvSpPr/>
          <p:nvPr/>
        </p:nvSpPr>
        <p:spPr>
          <a:xfrm>
            <a:off x="59" y="3636224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7" name="Google Shape;167;p7"/>
          <p:cNvSpPr/>
          <p:nvPr/>
        </p:nvSpPr>
        <p:spPr>
          <a:xfrm>
            <a:off x="8848624" y="363770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8" name="Google Shape;168;p7"/>
          <p:cNvSpPr txBox="1">
            <a:spLocks noGrp="1"/>
          </p:cNvSpPr>
          <p:nvPr>
            <p:ph type="title"/>
          </p:nvPr>
        </p:nvSpPr>
        <p:spPr>
          <a:xfrm>
            <a:off x="1108900" y="1540450"/>
            <a:ext cx="3552000" cy="82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35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69" name="Google Shape;169;p7"/>
          <p:cNvSpPr txBox="1">
            <a:spLocks noGrp="1"/>
          </p:cNvSpPr>
          <p:nvPr>
            <p:ph type="body" idx="1"/>
          </p:nvPr>
        </p:nvSpPr>
        <p:spPr>
          <a:xfrm>
            <a:off x="1108875" y="2435000"/>
            <a:ext cx="4084200" cy="82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0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400" b="0"/>
            </a:lvl1pPr>
            <a:lvl2pPr marL="914400" lvl="1" indent="-330200">
              <a:spcBef>
                <a:spcPts val="1000"/>
              </a:spcBef>
              <a:spcAft>
                <a:spcPts val="0"/>
              </a:spcAft>
              <a:buSzPts val="1600"/>
              <a:buChar char="○"/>
              <a:defRPr/>
            </a:lvl2pPr>
            <a:lvl3pPr marL="1371600" lvl="2" indent="-330200">
              <a:spcBef>
                <a:spcPts val="1600"/>
              </a:spcBef>
              <a:spcAft>
                <a:spcPts val="0"/>
              </a:spcAft>
              <a:buSzPts val="1600"/>
              <a:buChar char="■"/>
              <a:defRPr/>
            </a:lvl3pPr>
            <a:lvl4pPr marL="1828800" lvl="3" indent="-330200">
              <a:spcBef>
                <a:spcPts val="1600"/>
              </a:spcBef>
              <a:spcAft>
                <a:spcPts val="0"/>
              </a:spcAft>
              <a:buSzPts val="1600"/>
              <a:buChar char="●"/>
              <a:defRPr/>
            </a:lvl4pPr>
            <a:lvl5pPr marL="2286000" lvl="4" indent="-330200">
              <a:spcBef>
                <a:spcPts val="1600"/>
              </a:spcBef>
              <a:spcAft>
                <a:spcPts val="0"/>
              </a:spcAft>
              <a:buSzPts val="1600"/>
              <a:buChar char="○"/>
              <a:defRPr/>
            </a:lvl5pPr>
            <a:lvl6pPr marL="2743200" lvl="5" indent="-330200">
              <a:spcBef>
                <a:spcPts val="1600"/>
              </a:spcBef>
              <a:spcAft>
                <a:spcPts val="0"/>
              </a:spcAft>
              <a:buSzPts val="1600"/>
              <a:buChar char="■"/>
              <a:defRPr/>
            </a:lvl6pPr>
            <a:lvl7pPr marL="3200400" lvl="6" indent="-330200">
              <a:spcBef>
                <a:spcPts val="1600"/>
              </a:spcBef>
              <a:spcAft>
                <a:spcPts val="0"/>
              </a:spcAft>
              <a:buSzPts val="1600"/>
              <a:buChar char="●"/>
              <a:defRPr/>
            </a:lvl7pPr>
            <a:lvl8pPr marL="3657600" lvl="7" indent="-330200">
              <a:spcBef>
                <a:spcPts val="1600"/>
              </a:spcBef>
              <a:spcAft>
                <a:spcPts val="0"/>
              </a:spcAft>
              <a:buSzPts val="1600"/>
              <a:buChar char="○"/>
              <a:defRPr/>
            </a:lvl8pPr>
            <a:lvl9pPr marL="4114800" lvl="8" indent="-330200">
              <a:spcBef>
                <a:spcPts val="1600"/>
              </a:spcBef>
              <a:spcAft>
                <a:spcPts val="1600"/>
              </a:spcAft>
              <a:buSzPts val="16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gradFill>
          <a:gsLst>
            <a:gs pos="0">
              <a:schemeClr val="dk2"/>
            </a:gs>
            <a:gs pos="24000">
              <a:schemeClr val="dk2"/>
            </a:gs>
            <a:gs pos="56000">
              <a:schemeClr val="dk2"/>
            </a:gs>
            <a:gs pos="100000">
              <a:srgbClr val="141C21"/>
            </a:gs>
          </a:gsLst>
          <a:lin ang="5400700" scaled="0"/>
        </a:gradFill>
        <a:effectLst/>
      </p:bgPr>
    </p:bg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8"/>
          <p:cNvSpPr/>
          <p:nvPr/>
        </p:nvSpPr>
        <p:spPr>
          <a:xfrm rot="-5400000" flipH="1">
            <a:off x="8837117" y="2417294"/>
            <a:ext cx="303053" cy="308951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8"/>
          <p:cNvSpPr/>
          <p:nvPr/>
        </p:nvSpPr>
        <p:spPr>
          <a:xfrm rot="-5400000" flipH="1">
            <a:off x="8837117" y="3022331"/>
            <a:ext cx="303053" cy="308951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3" name="Google Shape;173;p8"/>
          <p:cNvSpPr/>
          <p:nvPr/>
        </p:nvSpPr>
        <p:spPr>
          <a:xfrm rot="-5400000" flipH="1">
            <a:off x="8218864" y="-3340"/>
            <a:ext cx="303021" cy="309830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4" name="Google Shape;174;p8"/>
          <p:cNvSpPr/>
          <p:nvPr/>
        </p:nvSpPr>
        <p:spPr>
          <a:xfrm rot="-5400000" flipH="1">
            <a:off x="8218848" y="601713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5" name="Google Shape;175;p8"/>
          <p:cNvSpPr/>
          <p:nvPr/>
        </p:nvSpPr>
        <p:spPr>
          <a:xfrm rot="-5400000" flipH="1">
            <a:off x="8218848" y="1206750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6" name="Google Shape;176;p8"/>
          <p:cNvSpPr/>
          <p:nvPr/>
        </p:nvSpPr>
        <p:spPr>
          <a:xfrm rot="-5400000" flipH="1">
            <a:off x="8218848" y="1811786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7" name="Google Shape;177;p8"/>
          <p:cNvSpPr/>
          <p:nvPr/>
        </p:nvSpPr>
        <p:spPr>
          <a:xfrm rot="-5400000" flipH="1">
            <a:off x="8218848" y="3021891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8" name="Google Shape;178;p8"/>
          <p:cNvSpPr/>
          <p:nvPr/>
        </p:nvSpPr>
        <p:spPr>
          <a:xfrm rot="-5400000" flipH="1">
            <a:off x="8218848" y="3626928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9" name="Google Shape;179;p8"/>
          <p:cNvSpPr/>
          <p:nvPr/>
        </p:nvSpPr>
        <p:spPr>
          <a:xfrm rot="-5400000" flipH="1">
            <a:off x="8218848" y="4837033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0" name="Google Shape;180;p8"/>
          <p:cNvSpPr/>
          <p:nvPr/>
        </p:nvSpPr>
        <p:spPr>
          <a:xfrm rot="-5400000" flipH="1">
            <a:off x="7600595" y="-2900"/>
            <a:ext cx="303021" cy="308951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1" name="Google Shape;181;p8"/>
          <p:cNvSpPr/>
          <p:nvPr/>
        </p:nvSpPr>
        <p:spPr>
          <a:xfrm rot="-5400000" flipH="1">
            <a:off x="6982340" y="-3354"/>
            <a:ext cx="303021" cy="309859"/>
          </a:xfrm>
          <a:custGeom>
            <a:avLst/>
            <a:gdLst/>
            <a:ahLst/>
            <a:cxnLst/>
            <a:rect l="l" t="t" r="r" b="b"/>
            <a:pathLst>
              <a:path w="9514" h="10579" extrusionOk="0">
                <a:moveTo>
                  <a:pt x="0" y="1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2" name="Google Shape;182;p8"/>
          <p:cNvSpPr/>
          <p:nvPr/>
        </p:nvSpPr>
        <p:spPr>
          <a:xfrm rot="-5400000" flipH="1">
            <a:off x="6364086" y="-2900"/>
            <a:ext cx="303021" cy="308951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3" name="Google Shape;183;p8"/>
          <p:cNvSpPr/>
          <p:nvPr/>
        </p:nvSpPr>
        <p:spPr>
          <a:xfrm rot="-5400000" flipH="1">
            <a:off x="6982818" y="602114"/>
            <a:ext cx="302065" cy="309859"/>
          </a:xfrm>
          <a:custGeom>
            <a:avLst/>
            <a:gdLst/>
            <a:ahLst/>
            <a:cxnLst/>
            <a:rect l="l" t="t" r="r" b="b"/>
            <a:pathLst>
              <a:path w="9484" h="10579" extrusionOk="0">
                <a:moveTo>
                  <a:pt x="0" y="1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4" name="Google Shape;184;p8"/>
          <p:cNvSpPr/>
          <p:nvPr/>
        </p:nvSpPr>
        <p:spPr>
          <a:xfrm rot="-5400000" flipH="1">
            <a:off x="7601074" y="602580"/>
            <a:ext cx="302065" cy="308980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5" name="Google Shape;185;p8"/>
          <p:cNvSpPr/>
          <p:nvPr/>
        </p:nvSpPr>
        <p:spPr>
          <a:xfrm rot="-5400000" flipH="1">
            <a:off x="8837548" y="-3385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6" name="Google Shape;186;p8"/>
          <p:cNvSpPr/>
          <p:nvPr/>
        </p:nvSpPr>
        <p:spPr>
          <a:xfrm rot="-5400000" flipH="1">
            <a:off x="8837586" y="602100"/>
            <a:ext cx="302065" cy="308980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7" name="Google Shape;187;p8"/>
          <p:cNvSpPr/>
          <p:nvPr/>
        </p:nvSpPr>
        <p:spPr>
          <a:xfrm rot="-5400000" flipH="1">
            <a:off x="8837584" y="1207199"/>
            <a:ext cx="302065" cy="3089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8" name="Google Shape;188;p8"/>
          <p:cNvSpPr/>
          <p:nvPr/>
        </p:nvSpPr>
        <p:spPr>
          <a:xfrm rot="-5400000" flipH="1">
            <a:off x="8835354" y="1811979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9" name="Google Shape;189;p8"/>
          <p:cNvSpPr/>
          <p:nvPr/>
        </p:nvSpPr>
        <p:spPr>
          <a:xfrm rot="-5400000" flipH="1">
            <a:off x="8218844" y="2417266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0" name="Google Shape;190;p8"/>
          <p:cNvSpPr/>
          <p:nvPr/>
        </p:nvSpPr>
        <p:spPr>
          <a:xfrm rot="-5400000" flipH="1">
            <a:off x="8835362" y="3627366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" name="Google Shape;191;p8"/>
          <p:cNvSpPr/>
          <p:nvPr/>
        </p:nvSpPr>
        <p:spPr>
          <a:xfrm rot="-5400000" flipH="1">
            <a:off x="8835842" y="4232390"/>
            <a:ext cx="302065" cy="308980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p8"/>
          <p:cNvSpPr/>
          <p:nvPr/>
        </p:nvSpPr>
        <p:spPr>
          <a:xfrm rot="-5400000" flipH="1">
            <a:off x="8835362" y="4837471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3" name="Google Shape;193;p8"/>
          <p:cNvSpPr/>
          <p:nvPr/>
        </p:nvSpPr>
        <p:spPr>
          <a:xfrm rot="-5400000" flipH="1">
            <a:off x="8218902" y="4231969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4" name="Google Shape;194;p8"/>
          <p:cNvSpPr/>
          <p:nvPr/>
        </p:nvSpPr>
        <p:spPr>
          <a:xfrm rot="-5400000" flipH="1">
            <a:off x="7602324" y="1811983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5" name="Google Shape;195;p8"/>
          <p:cNvSpPr/>
          <p:nvPr/>
        </p:nvSpPr>
        <p:spPr>
          <a:xfrm rot="-5400000" flipH="1">
            <a:off x="7602324" y="3625701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6" name="Google Shape;196;p8"/>
          <p:cNvSpPr/>
          <p:nvPr/>
        </p:nvSpPr>
        <p:spPr>
          <a:xfrm rot="-5400000" flipH="1">
            <a:off x="7601900" y="4837033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7" name="Google Shape;197;p8"/>
          <p:cNvSpPr/>
          <p:nvPr/>
        </p:nvSpPr>
        <p:spPr>
          <a:xfrm rot="-5400000" flipH="1">
            <a:off x="6984953" y="4837033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8" name="Google Shape;198;p8"/>
          <p:cNvSpPr txBox="1">
            <a:spLocks noGrp="1"/>
          </p:cNvSpPr>
          <p:nvPr>
            <p:ph type="title"/>
          </p:nvPr>
        </p:nvSpPr>
        <p:spPr>
          <a:xfrm>
            <a:off x="1500200" y="1693000"/>
            <a:ext cx="5612700" cy="167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9" name="Google Shape;199;p8"/>
          <p:cNvSpPr/>
          <p:nvPr/>
        </p:nvSpPr>
        <p:spPr>
          <a:xfrm rot="-5400000" flipH="1">
            <a:off x="6368449" y="4837463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0" name="Google Shape;200;p8"/>
          <p:cNvSpPr/>
          <p:nvPr/>
        </p:nvSpPr>
        <p:spPr>
          <a:xfrm rot="-5400000" flipH="1">
            <a:off x="5692174" y="-2912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p8"/>
          <p:cNvSpPr/>
          <p:nvPr/>
        </p:nvSpPr>
        <p:spPr>
          <a:xfrm rot="-5400000" flipH="1">
            <a:off x="5020249" y="-2912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2" name="Google Shape;202;p8"/>
          <p:cNvSpPr/>
          <p:nvPr/>
        </p:nvSpPr>
        <p:spPr>
          <a:xfrm rot="-5400000" flipH="1">
            <a:off x="5752349" y="4837476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3" name="Google Shape;203;p8"/>
          <p:cNvSpPr/>
          <p:nvPr/>
        </p:nvSpPr>
        <p:spPr>
          <a:xfrm rot="5400000">
            <a:off x="3454" y="-3368"/>
            <a:ext cx="303021" cy="309830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4" name="Google Shape;204;p8"/>
          <p:cNvSpPr/>
          <p:nvPr/>
        </p:nvSpPr>
        <p:spPr>
          <a:xfrm rot="5400000">
            <a:off x="3438" y="601684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5" name="Google Shape;205;p8"/>
          <p:cNvSpPr/>
          <p:nvPr/>
        </p:nvSpPr>
        <p:spPr>
          <a:xfrm rot="5400000">
            <a:off x="3438" y="1811757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6" name="Google Shape;206;p8"/>
          <p:cNvSpPr/>
          <p:nvPr/>
        </p:nvSpPr>
        <p:spPr>
          <a:xfrm rot="5400000">
            <a:off x="3438" y="3626899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7" name="Google Shape;207;p8"/>
          <p:cNvSpPr/>
          <p:nvPr/>
        </p:nvSpPr>
        <p:spPr>
          <a:xfrm rot="5400000">
            <a:off x="3438" y="4837004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8" name="Google Shape;208;p8"/>
          <p:cNvSpPr/>
          <p:nvPr/>
        </p:nvSpPr>
        <p:spPr>
          <a:xfrm rot="5400000">
            <a:off x="621721" y="-2929"/>
            <a:ext cx="303021" cy="308951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9" name="Google Shape;209;p8"/>
          <p:cNvSpPr/>
          <p:nvPr/>
        </p:nvSpPr>
        <p:spPr>
          <a:xfrm rot="5400000">
            <a:off x="622197" y="602552"/>
            <a:ext cx="302065" cy="308980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0" name="Google Shape;210;p8"/>
          <p:cNvSpPr/>
          <p:nvPr/>
        </p:nvSpPr>
        <p:spPr>
          <a:xfrm rot="5400000">
            <a:off x="3442" y="2417237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1" name="Google Shape;211;p8"/>
          <p:cNvSpPr/>
          <p:nvPr/>
        </p:nvSpPr>
        <p:spPr>
          <a:xfrm rot="5400000">
            <a:off x="3384" y="4231940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2" name="Google Shape;212;p8"/>
          <p:cNvSpPr/>
          <p:nvPr/>
        </p:nvSpPr>
        <p:spPr>
          <a:xfrm rot="5400000">
            <a:off x="619959" y="1811954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3" name="Google Shape;213;p8"/>
          <p:cNvSpPr/>
          <p:nvPr/>
        </p:nvSpPr>
        <p:spPr>
          <a:xfrm rot="5400000">
            <a:off x="619959" y="3625672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4" name="Google Shape;214;p8"/>
          <p:cNvSpPr/>
          <p:nvPr/>
        </p:nvSpPr>
        <p:spPr>
          <a:xfrm rot="5400000">
            <a:off x="620383" y="4837004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5" name="Google Shape;215;p8"/>
          <p:cNvSpPr/>
          <p:nvPr/>
        </p:nvSpPr>
        <p:spPr>
          <a:xfrm rot="5400000">
            <a:off x="1237329" y="4837004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TITLE_AND_TWO_COLUMNS_1_1_1"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13"/>
          <p:cNvSpPr/>
          <p:nvPr/>
        </p:nvSpPr>
        <p:spPr>
          <a:xfrm rot="10800000" flipH="1">
            <a:off x="0" y="602173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2" name="Google Shape;342;p13"/>
          <p:cNvSpPr/>
          <p:nvPr/>
        </p:nvSpPr>
        <p:spPr>
          <a:xfrm rot="10800000" flipH="1">
            <a:off x="589715" y="602173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3" name="Google Shape;343;p13"/>
          <p:cNvSpPr/>
          <p:nvPr/>
        </p:nvSpPr>
        <p:spPr>
          <a:xfrm rot="10800000" flipH="1">
            <a:off x="1179430" y="602173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4" name="Google Shape;344;p13"/>
          <p:cNvSpPr/>
          <p:nvPr/>
        </p:nvSpPr>
        <p:spPr>
          <a:xfrm rot="10800000" flipH="1">
            <a:off x="886" y="1807370"/>
            <a:ext cx="294407" cy="302004"/>
          </a:xfrm>
          <a:custGeom>
            <a:avLst/>
            <a:gdLst/>
            <a:ahLst/>
            <a:cxnLst/>
            <a:rect l="l" t="t" r="r" b="b"/>
            <a:pathLst>
              <a:path w="9484" h="10579" extrusionOk="0">
                <a:moveTo>
                  <a:pt x="0" y="1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5" name="Google Shape;345;p13"/>
          <p:cNvSpPr/>
          <p:nvPr/>
        </p:nvSpPr>
        <p:spPr>
          <a:xfrm rot="10800000" flipH="1">
            <a:off x="912" y="1205198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6" name="Google Shape;346;p13"/>
          <p:cNvSpPr/>
          <p:nvPr/>
        </p:nvSpPr>
        <p:spPr>
          <a:xfrm rot="10800000" flipH="1">
            <a:off x="444" y="-2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7" name="Google Shape;347;p13"/>
          <p:cNvSpPr/>
          <p:nvPr/>
        </p:nvSpPr>
        <p:spPr>
          <a:xfrm rot="10800000" flipH="1">
            <a:off x="590206" y="14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8" name="Google Shape;348;p13"/>
          <p:cNvSpPr/>
          <p:nvPr/>
        </p:nvSpPr>
        <p:spPr>
          <a:xfrm rot="10800000" flipH="1">
            <a:off x="1179204" y="1693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9" name="Google Shape;349;p13"/>
          <p:cNvSpPr/>
          <p:nvPr/>
        </p:nvSpPr>
        <p:spPr>
          <a:xfrm rot="10800000" flipH="1">
            <a:off x="1179208" y="1203498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0" name="Google Shape;350;p13"/>
          <p:cNvSpPr/>
          <p:nvPr/>
        </p:nvSpPr>
        <p:spPr>
          <a:xfrm>
            <a:off x="8846692" y="4840676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1" name="Google Shape;351;p13"/>
          <p:cNvSpPr/>
          <p:nvPr/>
        </p:nvSpPr>
        <p:spPr>
          <a:xfrm>
            <a:off x="7666361" y="4237424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2" name="Google Shape;352;p13"/>
          <p:cNvSpPr/>
          <p:nvPr/>
        </p:nvSpPr>
        <p:spPr>
          <a:xfrm>
            <a:off x="8846692" y="363545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3" name="Google Shape;353;p13"/>
          <p:cNvSpPr/>
          <p:nvPr/>
        </p:nvSpPr>
        <p:spPr>
          <a:xfrm>
            <a:off x="8255915" y="363404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4" name="Google Shape;354;p13"/>
          <p:cNvSpPr/>
          <p:nvPr/>
        </p:nvSpPr>
        <p:spPr>
          <a:xfrm>
            <a:off x="7666361" y="4842351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5" name="Google Shape;355;p13"/>
          <p:cNvSpPr/>
          <p:nvPr/>
        </p:nvSpPr>
        <p:spPr>
          <a:xfrm>
            <a:off x="8256995" y="4236378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6" name="Google Shape;356;p13"/>
          <p:cNvSpPr/>
          <p:nvPr/>
        </p:nvSpPr>
        <p:spPr>
          <a:xfrm>
            <a:off x="8256073" y="4838699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7" name="Google Shape;357;p13"/>
          <p:cNvSpPr/>
          <p:nvPr/>
        </p:nvSpPr>
        <p:spPr>
          <a:xfrm>
            <a:off x="8846724" y="4237634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8" name="Google Shape;358;p13"/>
          <p:cNvSpPr/>
          <p:nvPr/>
        </p:nvSpPr>
        <p:spPr>
          <a:xfrm>
            <a:off x="8848642" y="30332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9" name="Google Shape;359;p13"/>
          <p:cNvSpPr txBox="1">
            <a:spLocks noGrp="1"/>
          </p:cNvSpPr>
          <p:nvPr>
            <p:ph type="subTitle" idx="1"/>
          </p:nvPr>
        </p:nvSpPr>
        <p:spPr>
          <a:xfrm>
            <a:off x="1407681" y="4102075"/>
            <a:ext cx="3075000" cy="34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400" b="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60" name="Google Shape;360;p13"/>
          <p:cNvSpPr txBox="1">
            <a:spLocks noGrp="1"/>
          </p:cNvSpPr>
          <p:nvPr>
            <p:ph type="subTitle" idx="2"/>
          </p:nvPr>
        </p:nvSpPr>
        <p:spPr>
          <a:xfrm>
            <a:off x="4661319" y="4104337"/>
            <a:ext cx="3075000" cy="34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400" b="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61" name="Google Shape;361;p13"/>
          <p:cNvSpPr txBox="1">
            <a:spLocks noGrp="1"/>
          </p:cNvSpPr>
          <p:nvPr>
            <p:ph type="title" hasCustomPrompt="1"/>
          </p:nvPr>
        </p:nvSpPr>
        <p:spPr>
          <a:xfrm>
            <a:off x="1462581" y="1367150"/>
            <a:ext cx="2965200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None/>
              <a:defRPr sz="34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62" name="Google Shape;362;p13"/>
          <p:cNvSpPr txBox="1">
            <a:spLocks noGrp="1"/>
          </p:cNvSpPr>
          <p:nvPr>
            <p:ph type="title" idx="3" hasCustomPrompt="1"/>
          </p:nvPr>
        </p:nvSpPr>
        <p:spPr>
          <a:xfrm>
            <a:off x="4716219" y="1367150"/>
            <a:ext cx="2965200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None/>
              <a:defRPr sz="34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63" name="Google Shape;363;p13"/>
          <p:cNvSpPr txBox="1">
            <a:spLocks noGrp="1"/>
          </p:cNvSpPr>
          <p:nvPr>
            <p:ph type="title" idx="4" hasCustomPrompt="1"/>
          </p:nvPr>
        </p:nvSpPr>
        <p:spPr>
          <a:xfrm>
            <a:off x="1462581" y="2996049"/>
            <a:ext cx="2965200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None/>
              <a:defRPr sz="34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64" name="Google Shape;364;p13"/>
          <p:cNvSpPr txBox="1">
            <a:spLocks noGrp="1"/>
          </p:cNvSpPr>
          <p:nvPr>
            <p:ph type="title" idx="5" hasCustomPrompt="1"/>
          </p:nvPr>
        </p:nvSpPr>
        <p:spPr>
          <a:xfrm>
            <a:off x="4716219" y="2998075"/>
            <a:ext cx="2965200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None/>
              <a:defRPr sz="34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65" name="Google Shape;365;p13"/>
          <p:cNvSpPr txBox="1">
            <a:spLocks noGrp="1"/>
          </p:cNvSpPr>
          <p:nvPr>
            <p:ph type="subTitle" idx="6"/>
          </p:nvPr>
        </p:nvSpPr>
        <p:spPr>
          <a:xfrm>
            <a:off x="1781031" y="2015850"/>
            <a:ext cx="2328300" cy="395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/>
          </a:p>
        </p:txBody>
      </p:sp>
      <p:sp>
        <p:nvSpPr>
          <p:cNvPr id="366" name="Google Shape;366;p13"/>
          <p:cNvSpPr txBox="1">
            <a:spLocks noGrp="1"/>
          </p:cNvSpPr>
          <p:nvPr>
            <p:ph type="subTitle" idx="7"/>
          </p:nvPr>
        </p:nvSpPr>
        <p:spPr>
          <a:xfrm>
            <a:off x="5034669" y="2018575"/>
            <a:ext cx="2328300" cy="395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/>
          </a:p>
        </p:txBody>
      </p:sp>
      <p:sp>
        <p:nvSpPr>
          <p:cNvPr id="367" name="Google Shape;367;p13"/>
          <p:cNvSpPr txBox="1">
            <a:spLocks noGrp="1"/>
          </p:cNvSpPr>
          <p:nvPr>
            <p:ph type="subTitle" idx="8"/>
          </p:nvPr>
        </p:nvSpPr>
        <p:spPr>
          <a:xfrm>
            <a:off x="5034669" y="3643025"/>
            <a:ext cx="2328300" cy="39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/>
          </a:p>
        </p:txBody>
      </p:sp>
      <p:sp>
        <p:nvSpPr>
          <p:cNvPr id="368" name="Google Shape;368;p13"/>
          <p:cNvSpPr txBox="1">
            <a:spLocks noGrp="1"/>
          </p:cNvSpPr>
          <p:nvPr>
            <p:ph type="subTitle" idx="9"/>
          </p:nvPr>
        </p:nvSpPr>
        <p:spPr>
          <a:xfrm>
            <a:off x="1407681" y="2479575"/>
            <a:ext cx="3075000" cy="34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400" b="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69" name="Google Shape;369;p13"/>
          <p:cNvSpPr txBox="1">
            <a:spLocks noGrp="1"/>
          </p:cNvSpPr>
          <p:nvPr>
            <p:ph type="subTitle" idx="13"/>
          </p:nvPr>
        </p:nvSpPr>
        <p:spPr>
          <a:xfrm>
            <a:off x="4668369" y="2480138"/>
            <a:ext cx="3060900" cy="34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400" b="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70" name="Google Shape;370;p13"/>
          <p:cNvSpPr txBox="1">
            <a:spLocks noGrp="1"/>
          </p:cNvSpPr>
          <p:nvPr>
            <p:ph type="subTitle" idx="14"/>
          </p:nvPr>
        </p:nvSpPr>
        <p:spPr>
          <a:xfrm>
            <a:off x="1781031" y="3640250"/>
            <a:ext cx="2328300" cy="39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/>
          </a:p>
        </p:txBody>
      </p:sp>
      <p:sp>
        <p:nvSpPr>
          <p:cNvPr id="371" name="Google Shape;371;p13"/>
          <p:cNvSpPr txBox="1">
            <a:spLocks noGrp="1"/>
          </p:cNvSpPr>
          <p:nvPr>
            <p:ph type="title" idx="15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 2">
  <p:cSld name="TITLE_ONLY_1_1">
    <p:bg>
      <p:bgPr>
        <a:gradFill>
          <a:gsLst>
            <a:gs pos="0">
              <a:schemeClr val="dk2"/>
            </a:gs>
            <a:gs pos="24000">
              <a:schemeClr val="dk2"/>
            </a:gs>
            <a:gs pos="56000">
              <a:schemeClr val="dk2"/>
            </a:gs>
            <a:gs pos="100000">
              <a:srgbClr val="141C21"/>
            </a:gs>
          </a:gsLst>
          <a:lin ang="5400700" scaled="0"/>
        </a:gradFill>
        <a:effectLst/>
      </p:bgPr>
    </p:bg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17"/>
          <p:cNvSpPr/>
          <p:nvPr/>
        </p:nvSpPr>
        <p:spPr>
          <a:xfrm rot="10800000" flipH="1">
            <a:off x="8257042" y="17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9" name="Google Shape;459;p17"/>
          <p:cNvSpPr/>
          <p:nvPr/>
        </p:nvSpPr>
        <p:spPr>
          <a:xfrm rot="10800000" flipH="1">
            <a:off x="34" y="604097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0" name="Google Shape;460;p17"/>
          <p:cNvSpPr/>
          <p:nvPr/>
        </p:nvSpPr>
        <p:spPr>
          <a:xfrm rot="10800000" flipH="1">
            <a:off x="589750" y="604097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1" name="Google Shape;461;p17"/>
          <p:cNvSpPr/>
          <p:nvPr/>
        </p:nvSpPr>
        <p:spPr>
          <a:xfrm rot="10800000" flipH="1">
            <a:off x="1179465" y="604097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2" name="Google Shape;462;p17"/>
          <p:cNvSpPr/>
          <p:nvPr/>
        </p:nvSpPr>
        <p:spPr>
          <a:xfrm rot="10800000" flipH="1">
            <a:off x="34" y="1207138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3" name="Google Shape;463;p17"/>
          <p:cNvSpPr/>
          <p:nvPr/>
        </p:nvSpPr>
        <p:spPr>
          <a:xfrm rot="10800000" flipH="1">
            <a:off x="8846799" y="60429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4" name="Google Shape;464;p17"/>
          <p:cNvSpPr/>
          <p:nvPr/>
        </p:nvSpPr>
        <p:spPr>
          <a:xfrm rot="10800000" flipH="1">
            <a:off x="590662" y="1207122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5" name="Google Shape;465;p17"/>
          <p:cNvSpPr/>
          <p:nvPr/>
        </p:nvSpPr>
        <p:spPr>
          <a:xfrm rot="10800000" flipH="1">
            <a:off x="-25" y="1064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6" name="Google Shape;466;p17"/>
          <p:cNvSpPr/>
          <p:nvPr/>
        </p:nvSpPr>
        <p:spPr>
          <a:xfrm rot="10800000" flipH="1">
            <a:off x="590194" y="1922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7" name="Google Shape;467;p17"/>
          <p:cNvSpPr/>
          <p:nvPr/>
        </p:nvSpPr>
        <p:spPr>
          <a:xfrm rot="10800000" flipH="1">
            <a:off x="1179956" y="1938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8" name="Google Shape;468;p17"/>
          <p:cNvSpPr/>
          <p:nvPr/>
        </p:nvSpPr>
        <p:spPr>
          <a:xfrm rot="10800000" flipH="1">
            <a:off x="1768954" y="361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9" name="Google Shape;469;p17"/>
          <p:cNvSpPr/>
          <p:nvPr/>
        </p:nvSpPr>
        <p:spPr>
          <a:xfrm rot="10800000" flipH="1">
            <a:off x="7076711" y="-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0" name="Google Shape;470;p17"/>
          <p:cNvSpPr/>
          <p:nvPr/>
        </p:nvSpPr>
        <p:spPr>
          <a:xfrm rot="10800000" flipH="1">
            <a:off x="7667345" y="605999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1" name="Google Shape;471;p17"/>
          <p:cNvSpPr/>
          <p:nvPr/>
        </p:nvSpPr>
        <p:spPr>
          <a:xfrm rot="10800000" flipH="1">
            <a:off x="7666423" y="3678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2" name="Google Shape;472;p17"/>
          <p:cNvSpPr/>
          <p:nvPr/>
        </p:nvSpPr>
        <p:spPr>
          <a:xfrm rot="10800000" flipH="1">
            <a:off x="8257074" y="603886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3" name="Google Shape;473;p17"/>
          <p:cNvSpPr/>
          <p:nvPr/>
        </p:nvSpPr>
        <p:spPr>
          <a:xfrm rot="10800000" flipH="1">
            <a:off x="8848605" y="2124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4" name="Google Shape;474;p17"/>
          <p:cNvSpPr/>
          <p:nvPr/>
        </p:nvSpPr>
        <p:spPr>
          <a:xfrm rot="10800000" flipH="1">
            <a:off x="8847805" y="120691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5" name="Google Shape;475;p17"/>
          <p:cNvSpPr txBox="1">
            <a:spLocks noGrp="1"/>
          </p:cNvSpPr>
          <p:nvPr>
            <p:ph type="title"/>
          </p:nvPr>
        </p:nvSpPr>
        <p:spPr>
          <a:xfrm>
            <a:off x="2102668" y="1820075"/>
            <a:ext cx="26934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15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76" name="Google Shape;476;p17"/>
          <p:cNvSpPr txBox="1">
            <a:spLocks noGrp="1"/>
          </p:cNvSpPr>
          <p:nvPr>
            <p:ph type="subTitle" idx="1"/>
          </p:nvPr>
        </p:nvSpPr>
        <p:spPr>
          <a:xfrm>
            <a:off x="2102668" y="2272050"/>
            <a:ext cx="24231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400"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77" name="Google Shape;477;p17"/>
          <p:cNvSpPr txBox="1">
            <a:spLocks noGrp="1"/>
          </p:cNvSpPr>
          <p:nvPr>
            <p:ph type="title" idx="2"/>
          </p:nvPr>
        </p:nvSpPr>
        <p:spPr>
          <a:xfrm>
            <a:off x="2102668" y="3392975"/>
            <a:ext cx="26934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15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78" name="Google Shape;478;p17"/>
          <p:cNvSpPr txBox="1">
            <a:spLocks noGrp="1"/>
          </p:cNvSpPr>
          <p:nvPr>
            <p:ph type="subTitle" idx="3"/>
          </p:nvPr>
        </p:nvSpPr>
        <p:spPr>
          <a:xfrm>
            <a:off x="2102668" y="3845075"/>
            <a:ext cx="24231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400"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79" name="Google Shape;479;p17"/>
          <p:cNvSpPr txBox="1">
            <a:spLocks noGrp="1"/>
          </p:cNvSpPr>
          <p:nvPr>
            <p:ph type="title" idx="4"/>
          </p:nvPr>
        </p:nvSpPr>
        <p:spPr>
          <a:xfrm>
            <a:off x="5809669" y="1820075"/>
            <a:ext cx="26934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15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80" name="Google Shape;480;p17"/>
          <p:cNvSpPr txBox="1">
            <a:spLocks noGrp="1"/>
          </p:cNvSpPr>
          <p:nvPr>
            <p:ph type="subTitle" idx="5"/>
          </p:nvPr>
        </p:nvSpPr>
        <p:spPr>
          <a:xfrm>
            <a:off x="5809671" y="2272050"/>
            <a:ext cx="24231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400"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81" name="Google Shape;481;p17"/>
          <p:cNvSpPr txBox="1">
            <a:spLocks noGrp="1"/>
          </p:cNvSpPr>
          <p:nvPr>
            <p:ph type="title" idx="6"/>
          </p:nvPr>
        </p:nvSpPr>
        <p:spPr>
          <a:xfrm>
            <a:off x="5809669" y="3392975"/>
            <a:ext cx="26934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15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82" name="Google Shape;482;p17"/>
          <p:cNvSpPr txBox="1">
            <a:spLocks noGrp="1"/>
          </p:cNvSpPr>
          <p:nvPr>
            <p:ph type="subTitle" idx="7"/>
          </p:nvPr>
        </p:nvSpPr>
        <p:spPr>
          <a:xfrm>
            <a:off x="5809671" y="3845075"/>
            <a:ext cx="24231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400"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83" name="Google Shape;483;p17"/>
          <p:cNvSpPr txBox="1">
            <a:spLocks noGrp="1"/>
          </p:cNvSpPr>
          <p:nvPr>
            <p:ph type="title" idx="8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CAPTION_ONLY_1_1">
    <p:bg>
      <p:bgPr>
        <a:gradFill>
          <a:gsLst>
            <a:gs pos="0">
              <a:schemeClr val="dk2"/>
            </a:gs>
            <a:gs pos="24000">
              <a:schemeClr val="dk2"/>
            </a:gs>
            <a:gs pos="56000">
              <a:schemeClr val="dk2"/>
            </a:gs>
            <a:gs pos="100000">
              <a:srgbClr val="141C21"/>
            </a:gs>
          </a:gsLst>
          <a:lin ang="5400700" scaled="0"/>
        </a:gradFill>
        <a:effectLst/>
      </p:bgPr>
    </p:bg>
    <p:spTree>
      <p:nvGrpSpPr>
        <p:cNvPr id="1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p27"/>
          <p:cNvSpPr/>
          <p:nvPr/>
        </p:nvSpPr>
        <p:spPr>
          <a:xfrm>
            <a:off x="2358952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6" name="Google Shape;816;p27"/>
          <p:cNvSpPr/>
          <p:nvPr/>
        </p:nvSpPr>
        <p:spPr>
          <a:xfrm>
            <a:off x="2948667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7" name="Google Shape;817;p27"/>
          <p:cNvSpPr/>
          <p:nvPr/>
        </p:nvSpPr>
        <p:spPr>
          <a:xfrm>
            <a:off x="589730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8" name="Google Shape;818;p27"/>
          <p:cNvSpPr/>
          <p:nvPr/>
        </p:nvSpPr>
        <p:spPr>
          <a:xfrm>
            <a:off x="825706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9" name="Google Shape;819;p27"/>
          <p:cNvSpPr/>
          <p:nvPr/>
        </p:nvSpPr>
        <p:spPr>
          <a:xfrm>
            <a:off x="59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0" name="Google Shape;820;p27"/>
          <p:cNvSpPr/>
          <p:nvPr/>
        </p:nvSpPr>
        <p:spPr>
          <a:xfrm>
            <a:off x="589775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1" name="Google Shape;821;p27"/>
          <p:cNvSpPr/>
          <p:nvPr/>
        </p:nvSpPr>
        <p:spPr>
          <a:xfrm>
            <a:off x="1769205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2" name="Google Shape;822;p27"/>
          <p:cNvSpPr/>
          <p:nvPr/>
        </p:nvSpPr>
        <p:spPr>
          <a:xfrm>
            <a:off x="3538382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3" name="Google Shape;823;p27"/>
          <p:cNvSpPr/>
          <p:nvPr/>
        </p:nvSpPr>
        <p:spPr>
          <a:xfrm>
            <a:off x="5307559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4" name="Google Shape;824;p27"/>
          <p:cNvSpPr/>
          <p:nvPr/>
        </p:nvSpPr>
        <p:spPr>
          <a:xfrm>
            <a:off x="707673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5" name="Google Shape;825;p27"/>
          <p:cNvSpPr/>
          <p:nvPr/>
        </p:nvSpPr>
        <p:spPr>
          <a:xfrm>
            <a:off x="8846824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6" name="Google Shape;826;p27"/>
          <p:cNvSpPr/>
          <p:nvPr/>
        </p:nvSpPr>
        <p:spPr>
          <a:xfrm>
            <a:off x="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7" name="Google Shape;827;p27"/>
          <p:cNvSpPr/>
          <p:nvPr/>
        </p:nvSpPr>
        <p:spPr>
          <a:xfrm>
            <a:off x="590219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8" name="Google Shape;828;p27"/>
          <p:cNvSpPr/>
          <p:nvPr/>
        </p:nvSpPr>
        <p:spPr>
          <a:xfrm>
            <a:off x="1179981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9" name="Google Shape;829;p27"/>
          <p:cNvSpPr/>
          <p:nvPr/>
        </p:nvSpPr>
        <p:spPr>
          <a:xfrm>
            <a:off x="1768979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0" name="Google Shape;830;p27"/>
          <p:cNvSpPr/>
          <p:nvPr/>
        </p:nvSpPr>
        <p:spPr>
          <a:xfrm>
            <a:off x="3538395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1" name="Google Shape;831;p27"/>
          <p:cNvSpPr/>
          <p:nvPr/>
        </p:nvSpPr>
        <p:spPr>
          <a:xfrm>
            <a:off x="412858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2" name="Google Shape;832;p27"/>
          <p:cNvSpPr/>
          <p:nvPr/>
        </p:nvSpPr>
        <p:spPr>
          <a:xfrm>
            <a:off x="471785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3" name="Google Shape;833;p27"/>
          <p:cNvSpPr/>
          <p:nvPr/>
        </p:nvSpPr>
        <p:spPr>
          <a:xfrm>
            <a:off x="530805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4" name="Google Shape;834;p27"/>
          <p:cNvSpPr/>
          <p:nvPr/>
        </p:nvSpPr>
        <p:spPr>
          <a:xfrm>
            <a:off x="648701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5" name="Google Shape;835;p27"/>
          <p:cNvSpPr/>
          <p:nvPr/>
        </p:nvSpPr>
        <p:spPr>
          <a:xfrm>
            <a:off x="707673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6" name="Google Shape;836;p27"/>
          <p:cNvSpPr/>
          <p:nvPr/>
        </p:nvSpPr>
        <p:spPr>
          <a:xfrm>
            <a:off x="4128102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7" name="Google Shape;837;p27"/>
          <p:cNvSpPr/>
          <p:nvPr/>
        </p:nvSpPr>
        <p:spPr>
          <a:xfrm>
            <a:off x="766644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8" name="Google Shape;838;p27"/>
          <p:cNvSpPr/>
          <p:nvPr/>
        </p:nvSpPr>
        <p:spPr>
          <a:xfrm>
            <a:off x="8257099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9" name="Google Shape;839;p27"/>
          <p:cNvSpPr/>
          <p:nvPr/>
        </p:nvSpPr>
        <p:spPr>
          <a:xfrm>
            <a:off x="884863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0" name="Google Shape;840;p27"/>
          <p:cNvSpPr/>
          <p:nvPr/>
        </p:nvSpPr>
        <p:spPr>
          <a:xfrm>
            <a:off x="1768971" y="36379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1" name="Google Shape;841;p27"/>
          <p:cNvSpPr/>
          <p:nvPr/>
        </p:nvSpPr>
        <p:spPr>
          <a:xfrm>
            <a:off x="59" y="3636224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2" name="Google Shape;842;p27"/>
          <p:cNvSpPr/>
          <p:nvPr/>
        </p:nvSpPr>
        <p:spPr>
          <a:xfrm>
            <a:off x="8848624" y="363770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3" name="Google Shape;843;p27"/>
          <p:cNvSpPr txBox="1">
            <a:spLocks noGrp="1"/>
          </p:cNvSpPr>
          <p:nvPr>
            <p:ph type="subTitle" idx="1"/>
          </p:nvPr>
        </p:nvSpPr>
        <p:spPr>
          <a:xfrm>
            <a:off x="1059150" y="1276625"/>
            <a:ext cx="7025700" cy="1460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3100"/>
            </a:lvl1pPr>
            <a:lvl2pPr lvl="1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3pPr>
            <a:lvl4pPr lvl="3"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4pPr>
            <a:lvl5pPr lvl="4"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5pPr>
            <a:lvl6pPr lvl="5"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6pPr>
            <a:lvl7pPr lvl="6"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7pPr>
            <a:lvl8pPr lvl="7"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8pPr>
            <a:lvl9pPr lvl="8">
              <a:spcBef>
                <a:spcPts val="1600"/>
              </a:spcBef>
              <a:spcAft>
                <a:spcPts val="160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844" name="Google Shape;844;p27"/>
          <p:cNvSpPr txBox="1">
            <a:spLocks noGrp="1"/>
          </p:cNvSpPr>
          <p:nvPr>
            <p:ph type="title"/>
          </p:nvPr>
        </p:nvSpPr>
        <p:spPr>
          <a:xfrm>
            <a:off x="2332425" y="3034500"/>
            <a:ext cx="5697600" cy="44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3000"/>
              <a:buChar char="-"/>
              <a:defRPr sz="18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Char char="-"/>
              <a:defRPr>
                <a:latin typeface="Maven Pro"/>
                <a:ea typeface="Maven Pro"/>
                <a:cs typeface="Maven Pro"/>
                <a:sym typeface="Maven Pr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Char char="-"/>
              <a:defRPr>
                <a:latin typeface="Maven Pro"/>
                <a:ea typeface="Maven Pro"/>
                <a:cs typeface="Maven Pro"/>
                <a:sym typeface="Maven Pr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Char char="-"/>
              <a:defRPr>
                <a:latin typeface="Maven Pro"/>
                <a:ea typeface="Maven Pro"/>
                <a:cs typeface="Maven Pro"/>
                <a:sym typeface="Maven Pr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Char char="-"/>
              <a:defRPr>
                <a:latin typeface="Maven Pro"/>
                <a:ea typeface="Maven Pro"/>
                <a:cs typeface="Maven Pro"/>
                <a:sym typeface="Maven Pr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Char char="-"/>
              <a:defRPr>
                <a:latin typeface="Maven Pro"/>
                <a:ea typeface="Maven Pro"/>
                <a:cs typeface="Maven Pro"/>
                <a:sym typeface="Maven Pr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Char char="-"/>
              <a:defRPr>
                <a:latin typeface="Maven Pro"/>
                <a:ea typeface="Maven Pro"/>
                <a:cs typeface="Maven Pro"/>
                <a:sym typeface="Maven Pr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Char char="-"/>
              <a:defRPr>
                <a:latin typeface="Maven Pro"/>
                <a:ea typeface="Maven Pro"/>
                <a:cs typeface="Maven Pro"/>
                <a:sym typeface="Maven Pr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Char char="-"/>
              <a:defRPr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gradFill>
          <a:gsLst>
            <a:gs pos="0">
              <a:schemeClr val="dk2"/>
            </a:gs>
            <a:gs pos="24000">
              <a:schemeClr val="dk2"/>
            </a:gs>
            <a:gs pos="56000">
              <a:schemeClr val="dk2"/>
            </a:gs>
            <a:gs pos="100000">
              <a:srgbClr val="141C21"/>
            </a:gs>
          </a:gsLst>
          <a:lin ang="5400012" scaled="0"/>
        </a:gra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61881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0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lvl="1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lvl="2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lvl="3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lvl="4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lvl="5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lvl="6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lvl="7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lvl="8" indent="-3302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3" r:id="rId4"/>
    <p:sldLayoutId id="2147483654" r:id="rId5"/>
    <p:sldLayoutId id="2147483658" r:id="rId6"/>
    <p:sldLayoutId id="2147483659" r:id="rId7"/>
    <p:sldLayoutId id="2147483663" r:id="rId8"/>
    <p:sldLayoutId id="2147483673" r:id="rId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gi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gi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gif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gif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25.gif"/><Relationship Id="rId4" Type="http://schemas.openxmlformats.org/officeDocument/2006/relationships/image" Target="../media/image24.gif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gif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28.gif"/><Relationship Id="rId4" Type="http://schemas.openxmlformats.org/officeDocument/2006/relationships/image" Target="../media/image27.gif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gif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31.gif"/><Relationship Id="rId4" Type="http://schemas.openxmlformats.org/officeDocument/2006/relationships/image" Target="../media/image30.gif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gif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33.gif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gif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35.gif"/><Relationship Id="rId4" Type="http://schemas.openxmlformats.org/officeDocument/2006/relationships/image" Target="../media/image34.gif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gif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5.gif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gif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38.gif"/><Relationship Id="rId4" Type="http://schemas.openxmlformats.org/officeDocument/2006/relationships/image" Target="../media/image37.gif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gif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41.gif"/><Relationship Id="rId4" Type="http://schemas.openxmlformats.org/officeDocument/2006/relationships/image" Target="../media/image40.gif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3" name="Google Shape;963;p33"/>
          <p:cNvSpPr txBox="1">
            <a:spLocks noGrp="1"/>
          </p:cNvSpPr>
          <p:nvPr>
            <p:ph type="ctrTitle"/>
          </p:nvPr>
        </p:nvSpPr>
        <p:spPr>
          <a:xfrm>
            <a:off x="1841100" y="1078247"/>
            <a:ext cx="5461800" cy="94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/>
              <a:t>PROYEK GAME PROG</a:t>
            </a:r>
            <a:endParaRPr b="1" dirty="0"/>
          </a:p>
        </p:txBody>
      </p:sp>
      <p:sp>
        <p:nvSpPr>
          <p:cNvPr id="964" name="Google Shape;964;p33"/>
          <p:cNvSpPr txBox="1">
            <a:spLocks noGrp="1"/>
          </p:cNvSpPr>
          <p:nvPr>
            <p:ph type="subTitle" idx="1"/>
          </p:nvPr>
        </p:nvSpPr>
        <p:spPr>
          <a:xfrm>
            <a:off x="2439563" y="2097534"/>
            <a:ext cx="4264874" cy="167707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R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ichard 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H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adiyanto 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- 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222117055</a:t>
            </a:r>
            <a:endParaRPr lang="en-ID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I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gnatius 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B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ryant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-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222117029</a:t>
            </a:r>
            <a:endParaRPr lang="en-ID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R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eynard </a:t>
            </a: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K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amadjaja </a:t>
            </a: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- 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222117054 </a:t>
            </a:r>
            <a:endParaRPr lang="en-ID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T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hio 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R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ichcie </a:t>
            </a: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T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umundo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-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222117065</a:t>
            </a:r>
            <a:endParaRPr lang="en-ID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65" name="Google Shape;965;p33"/>
          <p:cNvSpPr txBox="1">
            <a:spLocks noGrp="1"/>
          </p:cNvSpPr>
          <p:nvPr>
            <p:ph type="ctrTitle" idx="2"/>
          </p:nvPr>
        </p:nvSpPr>
        <p:spPr>
          <a:xfrm>
            <a:off x="713100" y="274960"/>
            <a:ext cx="7717800" cy="73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 b="1" dirty="0"/>
              <a:t>PIXEL GUARDIAN</a:t>
            </a:r>
            <a:endParaRPr sz="4000" b="1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37F06D0-3F9F-406B-8AAE-C8077E4AB939}"/>
              </a:ext>
            </a:extLst>
          </p:cNvPr>
          <p:cNvSpPr>
            <a:spLocks noGrp="1"/>
          </p:cNvSpPr>
          <p:nvPr>
            <p:ph type="title" idx="2"/>
          </p:nvPr>
        </p:nvSpPr>
        <p:spPr>
          <a:xfrm>
            <a:off x="192286" y="189236"/>
            <a:ext cx="2091577" cy="726042"/>
          </a:xfrm>
        </p:spPr>
        <p:txBody>
          <a:bodyPr/>
          <a:lstStyle/>
          <a:p>
            <a:r>
              <a:rPr lang="en-US" sz="3600" b="1" dirty="0"/>
              <a:t>Analisa</a:t>
            </a:r>
            <a:endParaRPr lang="id-ID" sz="3600" b="1" dirty="0"/>
          </a:p>
        </p:txBody>
      </p:sp>
      <p:sp>
        <p:nvSpPr>
          <p:cNvPr id="4" name="Google Shape;971;p34">
            <a:extLst>
              <a:ext uri="{FF2B5EF4-FFF2-40B4-BE49-F238E27FC236}">
                <a16:creationId xmlns:a16="http://schemas.microsoft.com/office/drawing/2014/main" id="{0F113B5C-5A8A-CFAD-DC7F-A08301D872C9}"/>
              </a:ext>
            </a:extLst>
          </p:cNvPr>
          <p:cNvSpPr txBox="1">
            <a:spLocks/>
          </p:cNvSpPr>
          <p:nvPr/>
        </p:nvSpPr>
        <p:spPr>
          <a:xfrm>
            <a:off x="451784" y="2482372"/>
            <a:ext cx="4033427" cy="130767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58750"/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Celeste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merupakan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game platformer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bergaya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pixel art.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Untuk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proyek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game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ini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,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elemen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platforming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akan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direferensikan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dari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game Celeste.</a:t>
            </a:r>
          </a:p>
        </p:txBody>
      </p:sp>
      <p:pic>
        <p:nvPicPr>
          <p:cNvPr id="7" name="Picture 2" descr="Celeste | Download and Buy Today - Epic Games Store">
            <a:extLst>
              <a:ext uri="{FF2B5EF4-FFF2-40B4-BE49-F238E27FC236}">
                <a16:creationId xmlns:a16="http://schemas.microsoft.com/office/drawing/2014/main" id="{33B30F95-BB3E-1080-1D08-D7A67D5F5B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21367" y="191397"/>
            <a:ext cx="2119868" cy="2119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Celeste | Download and Buy Today - Epic Games Store">
            <a:extLst>
              <a:ext uri="{FF2B5EF4-FFF2-40B4-BE49-F238E27FC236}">
                <a16:creationId xmlns:a16="http://schemas.microsoft.com/office/drawing/2014/main" id="{78058CD5-CDC0-FF4D-CC2E-46780F18F9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37871" y="189236"/>
            <a:ext cx="3776339" cy="21241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Celeste | Nintendo Switch download software | Games | Nintendo">
            <a:extLst>
              <a:ext uri="{FF2B5EF4-FFF2-40B4-BE49-F238E27FC236}">
                <a16:creationId xmlns:a16="http://schemas.microsoft.com/office/drawing/2014/main" id="{D162B5D9-5B22-D0C1-52EB-9BE2746C62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89417" y="2482372"/>
            <a:ext cx="4033427" cy="22688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2">
            <a:extLst>
              <a:ext uri="{FF2B5EF4-FFF2-40B4-BE49-F238E27FC236}">
                <a16:creationId xmlns:a16="http://schemas.microsoft.com/office/drawing/2014/main" id="{5B0EF93B-F12D-5A70-B4B2-77C793FEDD4E}"/>
              </a:ext>
            </a:extLst>
          </p:cNvPr>
          <p:cNvSpPr txBox="1">
            <a:spLocks/>
          </p:cNvSpPr>
          <p:nvPr/>
        </p:nvSpPr>
        <p:spPr>
          <a:xfrm>
            <a:off x="192285" y="1670777"/>
            <a:ext cx="2091577" cy="7260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4400"/>
              <a:buFont typeface="Press Start 2P"/>
              <a:buNone/>
              <a:defRPr sz="8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r>
              <a:rPr lang="en-US" sz="2800" b="1" dirty="0"/>
              <a:t>Celeste</a:t>
            </a:r>
            <a:endParaRPr lang="id-ID" sz="2800" b="1" dirty="0"/>
          </a:p>
        </p:txBody>
      </p:sp>
    </p:spTree>
    <p:extLst>
      <p:ext uri="{BB962C8B-B14F-4D97-AF65-F5344CB8AC3E}">
        <p14:creationId xmlns:p14="http://schemas.microsoft.com/office/powerpoint/2010/main" val="31274686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6829E-4AE8-83E1-5342-073F0F14B9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2" descr="Dead Cells - IGN">
            <a:extLst>
              <a:ext uri="{FF2B5EF4-FFF2-40B4-BE49-F238E27FC236}">
                <a16:creationId xmlns:a16="http://schemas.microsoft.com/office/drawing/2014/main" id="{D3654044-2688-6B83-1691-82FC97AA5B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21366" y="189235"/>
            <a:ext cx="2119867" cy="21198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4F46B8B6-632B-C01C-07DD-3BAAD827D983}"/>
              </a:ext>
            </a:extLst>
          </p:cNvPr>
          <p:cNvSpPr>
            <a:spLocks noGrp="1"/>
          </p:cNvSpPr>
          <p:nvPr>
            <p:ph type="title" idx="2"/>
          </p:nvPr>
        </p:nvSpPr>
        <p:spPr>
          <a:xfrm>
            <a:off x="192286" y="189236"/>
            <a:ext cx="2091577" cy="726042"/>
          </a:xfrm>
        </p:spPr>
        <p:txBody>
          <a:bodyPr/>
          <a:lstStyle/>
          <a:p>
            <a:r>
              <a:rPr lang="en-US" sz="3600" b="1" dirty="0"/>
              <a:t>Analisa</a:t>
            </a:r>
            <a:endParaRPr lang="id-ID" sz="3600" b="1" dirty="0"/>
          </a:p>
        </p:txBody>
      </p:sp>
      <p:sp>
        <p:nvSpPr>
          <p:cNvPr id="4" name="Google Shape;971;p34">
            <a:extLst>
              <a:ext uri="{FF2B5EF4-FFF2-40B4-BE49-F238E27FC236}">
                <a16:creationId xmlns:a16="http://schemas.microsoft.com/office/drawing/2014/main" id="{85794441-3519-6BE4-B5D0-1AF25C7DF00C}"/>
              </a:ext>
            </a:extLst>
          </p:cNvPr>
          <p:cNvSpPr txBox="1">
            <a:spLocks/>
          </p:cNvSpPr>
          <p:nvPr/>
        </p:nvSpPr>
        <p:spPr>
          <a:xfrm>
            <a:off x="451784" y="2482372"/>
            <a:ext cx="4033427" cy="1683992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58750"/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Dead Cells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merupakan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game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sidescroller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dengan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gaya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seni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gelap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dan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sistem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rute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panggung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bebas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.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Untuk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proyek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game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ini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,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aspek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artstyle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dan route map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akan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mereferensikan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Dead Cells,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khususnya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dalam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hal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estetika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dark dan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kebebasan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eksplorasi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stage-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nya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.</a:t>
            </a:r>
          </a:p>
        </p:txBody>
      </p:sp>
      <p:sp>
        <p:nvSpPr>
          <p:cNvPr id="2" name="Title 2">
            <a:extLst>
              <a:ext uri="{FF2B5EF4-FFF2-40B4-BE49-F238E27FC236}">
                <a16:creationId xmlns:a16="http://schemas.microsoft.com/office/drawing/2014/main" id="{F53224A8-D81D-7EA9-F04A-C968165C4138}"/>
              </a:ext>
            </a:extLst>
          </p:cNvPr>
          <p:cNvSpPr txBox="1">
            <a:spLocks/>
          </p:cNvSpPr>
          <p:nvPr/>
        </p:nvSpPr>
        <p:spPr>
          <a:xfrm>
            <a:off x="451784" y="1670777"/>
            <a:ext cx="1969582" cy="7260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4400"/>
              <a:buFont typeface="Press Start 2P"/>
              <a:buNone/>
              <a:defRPr sz="8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r>
              <a:rPr lang="en-US" sz="2800" b="1" dirty="0"/>
              <a:t>Dead Cells</a:t>
            </a:r>
            <a:endParaRPr lang="id-ID" sz="2800" b="1" dirty="0"/>
          </a:p>
        </p:txBody>
      </p:sp>
      <p:pic>
        <p:nvPicPr>
          <p:cNvPr id="6" name="Picture 6" descr="» Dead Cells | Jeux vidéo">
            <a:extLst>
              <a:ext uri="{FF2B5EF4-FFF2-40B4-BE49-F238E27FC236}">
                <a16:creationId xmlns:a16="http://schemas.microsoft.com/office/drawing/2014/main" id="{FDF8EC01-9D35-CED2-35D2-80601B21F4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83081" y="2490369"/>
            <a:ext cx="4031129" cy="22688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 descr="Save 20% on Dead Cells on Steam">
            <a:extLst>
              <a:ext uri="{FF2B5EF4-FFF2-40B4-BE49-F238E27FC236}">
                <a16:creationId xmlns:a16="http://schemas.microsoft.com/office/drawing/2014/main" id="{9355727A-4F32-5664-8BCB-D3552A5167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37871" y="189234"/>
            <a:ext cx="3776339" cy="21241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591410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8D822C-FBFD-890B-D40B-4DC571BA2D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6" descr="Soul Knight Prequel Tier List">
            <a:extLst>
              <a:ext uri="{FF2B5EF4-FFF2-40B4-BE49-F238E27FC236}">
                <a16:creationId xmlns:a16="http://schemas.microsoft.com/office/drawing/2014/main" id="{174443C6-6861-7E19-0EC8-D6C3B63D82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71307" y="2490370"/>
            <a:ext cx="4042903" cy="22688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Soul Knight Wallpapers - Top Free Soul Knight Backgrounds - WallpaperAccess">
            <a:extLst>
              <a:ext uri="{FF2B5EF4-FFF2-40B4-BE49-F238E27FC236}">
                <a16:creationId xmlns:a16="http://schemas.microsoft.com/office/drawing/2014/main" id="{D8627E63-819B-3014-A0BC-F00EF5D9B3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37871" y="189234"/>
            <a:ext cx="3776340" cy="21241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2" descr="Soul Knight Prequel - Apps on Google Play">
            <a:extLst>
              <a:ext uri="{FF2B5EF4-FFF2-40B4-BE49-F238E27FC236}">
                <a16:creationId xmlns:a16="http://schemas.microsoft.com/office/drawing/2014/main" id="{18F633D1-D9F5-89DF-7C63-827BE3687D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21366" y="196987"/>
            <a:ext cx="2119866" cy="21198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ABDF9337-BCD7-075F-371B-851D8496AC9A}"/>
              </a:ext>
            </a:extLst>
          </p:cNvPr>
          <p:cNvSpPr>
            <a:spLocks noGrp="1"/>
          </p:cNvSpPr>
          <p:nvPr>
            <p:ph type="title" idx="2"/>
          </p:nvPr>
        </p:nvSpPr>
        <p:spPr>
          <a:xfrm>
            <a:off x="192286" y="189236"/>
            <a:ext cx="2091577" cy="726042"/>
          </a:xfrm>
        </p:spPr>
        <p:txBody>
          <a:bodyPr/>
          <a:lstStyle/>
          <a:p>
            <a:r>
              <a:rPr lang="en-US" sz="3600" b="1" dirty="0"/>
              <a:t>Analisa</a:t>
            </a:r>
            <a:endParaRPr lang="id-ID" sz="3600" b="1" dirty="0"/>
          </a:p>
        </p:txBody>
      </p:sp>
      <p:sp>
        <p:nvSpPr>
          <p:cNvPr id="4" name="Google Shape;971;p34">
            <a:extLst>
              <a:ext uri="{FF2B5EF4-FFF2-40B4-BE49-F238E27FC236}">
                <a16:creationId xmlns:a16="http://schemas.microsoft.com/office/drawing/2014/main" id="{86FED1A2-F296-B416-5625-AF542BEC2D57}"/>
              </a:ext>
            </a:extLst>
          </p:cNvPr>
          <p:cNvSpPr txBox="1">
            <a:spLocks/>
          </p:cNvSpPr>
          <p:nvPr/>
        </p:nvSpPr>
        <p:spPr>
          <a:xfrm>
            <a:off x="451784" y="2482372"/>
            <a:ext cx="4033427" cy="1683992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58750"/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Soul Knight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merupakan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game top – down shooter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dengan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elemen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roguelike.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Untuk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proyek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game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ini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,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aspek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UI dan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sistem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upgrade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akan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mereferensikan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Soul Knight,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terutama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karena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desain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antarmukanya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sesuai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dengan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gaya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game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ini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dan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sistem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upgradenya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yang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sederhana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menggunakan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koin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.</a:t>
            </a:r>
          </a:p>
        </p:txBody>
      </p:sp>
      <p:sp>
        <p:nvSpPr>
          <p:cNvPr id="2" name="Title 2">
            <a:extLst>
              <a:ext uri="{FF2B5EF4-FFF2-40B4-BE49-F238E27FC236}">
                <a16:creationId xmlns:a16="http://schemas.microsoft.com/office/drawing/2014/main" id="{A8AD8450-550D-E924-465B-199D76F93D3B}"/>
              </a:ext>
            </a:extLst>
          </p:cNvPr>
          <p:cNvSpPr txBox="1">
            <a:spLocks/>
          </p:cNvSpPr>
          <p:nvPr/>
        </p:nvSpPr>
        <p:spPr>
          <a:xfrm>
            <a:off x="451784" y="1670777"/>
            <a:ext cx="1969582" cy="7260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4400"/>
              <a:buFont typeface="Press Start 2P"/>
              <a:buNone/>
              <a:defRPr sz="8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r>
              <a:rPr lang="en-US" sz="2800" b="1" dirty="0"/>
              <a:t>Soul Knight</a:t>
            </a:r>
            <a:endParaRPr lang="id-ID" sz="2800" b="1" dirty="0"/>
          </a:p>
        </p:txBody>
      </p:sp>
    </p:spTree>
    <p:extLst>
      <p:ext uri="{BB962C8B-B14F-4D97-AF65-F5344CB8AC3E}">
        <p14:creationId xmlns:p14="http://schemas.microsoft.com/office/powerpoint/2010/main" val="32073957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0" name="Google Shape;970;p34"/>
          <p:cNvSpPr txBox="1">
            <a:spLocks noGrp="1"/>
          </p:cNvSpPr>
          <p:nvPr>
            <p:ph type="title"/>
          </p:nvPr>
        </p:nvSpPr>
        <p:spPr>
          <a:xfrm>
            <a:off x="3304730" y="347496"/>
            <a:ext cx="2534539" cy="52572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b="1" dirty="0"/>
              <a:t>Back Story</a:t>
            </a:r>
            <a:endParaRPr sz="3600" b="1" dirty="0"/>
          </a:p>
        </p:txBody>
      </p:sp>
      <p:sp>
        <p:nvSpPr>
          <p:cNvPr id="971" name="Google Shape;971;p34"/>
          <p:cNvSpPr txBox="1">
            <a:spLocks noGrp="1"/>
          </p:cNvSpPr>
          <p:nvPr>
            <p:ph type="body" idx="1"/>
          </p:nvPr>
        </p:nvSpPr>
        <p:spPr>
          <a:xfrm>
            <a:off x="846635" y="873225"/>
            <a:ext cx="7709100" cy="395102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58750" indent="0">
              <a:buNone/>
            </a:pPr>
            <a:r>
              <a:rPr lang="en-ID" dirty="0">
                <a:cs typeface="LilyUPC" panose="020B0502040204020203" pitchFamily="34" charset="-34"/>
              </a:rPr>
              <a:t>Dunia </a:t>
            </a:r>
            <a:r>
              <a:rPr lang="en-ID" dirty="0" err="1">
                <a:cs typeface="LilyUPC" panose="020B0502040204020203" pitchFamily="34" charset="-34"/>
              </a:rPr>
              <a:t>Crystallia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terdiri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dari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empat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kerajaan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besar</a:t>
            </a:r>
            <a:r>
              <a:rPr lang="en-ID" dirty="0">
                <a:cs typeface="LilyUPC" panose="020B0502040204020203" pitchFamily="34" charset="-34"/>
              </a:rPr>
              <a:t> yang </a:t>
            </a:r>
            <a:r>
              <a:rPr lang="en-ID" dirty="0" err="1">
                <a:cs typeface="LilyUPC" panose="020B0502040204020203" pitchFamily="34" charset="-34"/>
              </a:rPr>
              <a:t>hidup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dalam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kedamaian</a:t>
            </a:r>
            <a:r>
              <a:rPr lang="en-ID" dirty="0">
                <a:cs typeface="LilyUPC" panose="020B0502040204020203" pitchFamily="34" charset="-34"/>
              </a:rPr>
              <a:t> dan </a:t>
            </a:r>
            <a:r>
              <a:rPr lang="en-ID" dirty="0" err="1">
                <a:cs typeface="LilyUPC" panose="020B0502040204020203" pitchFamily="34" charset="-34"/>
              </a:rPr>
              <a:t>harmoni</a:t>
            </a:r>
            <a:r>
              <a:rPr lang="en-ID" dirty="0">
                <a:cs typeface="LilyUPC" panose="020B0502040204020203" pitchFamily="34" charset="-34"/>
              </a:rPr>
              <a:t>. </a:t>
            </a:r>
            <a:r>
              <a:rPr lang="en-ID" dirty="0" err="1">
                <a:cs typeface="LilyUPC" panose="020B0502040204020203" pitchFamily="34" charset="-34"/>
              </a:rPr>
              <a:t>Keempat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kerajaan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tersebut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adalah</a:t>
            </a:r>
            <a:r>
              <a:rPr lang="en-ID" dirty="0">
                <a:cs typeface="LilyUPC" panose="020B0502040204020203" pitchFamily="34" charset="-34"/>
              </a:rPr>
              <a:t> Emerald Kingdom, Ruby Kingdom, Sapphire Kingdom, dan Obsidian Kingdom.</a:t>
            </a:r>
          </a:p>
          <a:p>
            <a:pPr marL="158750" indent="0">
              <a:buNone/>
            </a:pPr>
            <a:endParaRPr lang="en-ID" dirty="0">
              <a:cs typeface="LilyUPC" panose="020B0502040204020203" pitchFamily="34" charset="-34"/>
            </a:endParaRPr>
          </a:p>
          <a:p>
            <a:pPr marL="158750" indent="0">
              <a:buNone/>
            </a:pPr>
            <a:r>
              <a:rPr lang="en-ID" dirty="0" err="1"/>
              <a:t>Selama</a:t>
            </a:r>
            <a:r>
              <a:rPr lang="en-ID" dirty="0"/>
              <a:t> </a:t>
            </a:r>
            <a:r>
              <a:rPr lang="en-ID" dirty="0" err="1"/>
              <a:t>bertahun</a:t>
            </a:r>
            <a:r>
              <a:rPr lang="en-ID" dirty="0"/>
              <a:t> – </a:t>
            </a:r>
            <a:r>
              <a:rPr lang="en-ID" dirty="0" err="1"/>
              <a:t>tahun</a:t>
            </a:r>
            <a:r>
              <a:rPr lang="en-ID" dirty="0"/>
              <a:t>, </a:t>
            </a:r>
            <a:r>
              <a:rPr lang="en-ID" dirty="0" err="1"/>
              <a:t>keempat</a:t>
            </a:r>
            <a:r>
              <a:rPr lang="en-ID" dirty="0"/>
              <a:t> </a:t>
            </a:r>
            <a:r>
              <a:rPr lang="en-ID" dirty="0" err="1"/>
              <a:t>kerajaan</a:t>
            </a:r>
            <a:r>
              <a:rPr lang="en-ID" dirty="0"/>
              <a:t> </a:t>
            </a:r>
            <a:r>
              <a:rPr lang="en-ID" dirty="0" err="1"/>
              <a:t>ini</a:t>
            </a:r>
            <a:r>
              <a:rPr lang="en-ID" dirty="0"/>
              <a:t> </a:t>
            </a:r>
            <a:r>
              <a:rPr lang="en-ID" dirty="0" err="1"/>
              <a:t>saling</a:t>
            </a:r>
            <a:r>
              <a:rPr lang="en-ID" dirty="0"/>
              <a:t> bahu – </a:t>
            </a:r>
            <a:r>
              <a:rPr lang="en-ID" dirty="0" err="1"/>
              <a:t>membahu</a:t>
            </a:r>
            <a:r>
              <a:rPr lang="en-ID" dirty="0"/>
              <a:t> dan </a:t>
            </a:r>
            <a:r>
              <a:rPr lang="en-ID" dirty="0" err="1"/>
              <a:t>bekerja</a:t>
            </a:r>
            <a:r>
              <a:rPr lang="en-ID" dirty="0"/>
              <a:t> </a:t>
            </a:r>
            <a:r>
              <a:rPr lang="en-ID" dirty="0" err="1"/>
              <a:t>sama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membangun</a:t>
            </a:r>
            <a:r>
              <a:rPr lang="en-ID" dirty="0"/>
              <a:t> masa </a:t>
            </a:r>
            <a:r>
              <a:rPr lang="en-ID" dirty="0" err="1"/>
              <a:t>depan</a:t>
            </a:r>
            <a:r>
              <a:rPr lang="en-ID" dirty="0"/>
              <a:t> yang </a:t>
            </a:r>
            <a:r>
              <a:rPr lang="en-ID" dirty="0" err="1"/>
              <a:t>sejahtera</a:t>
            </a:r>
            <a:r>
              <a:rPr lang="en-ID" dirty="0"/>
              <a:t> </a:t>
            </a:r>
            <a:r>
              <a:rPr lang="en-ID" dirty="0" err="1"/>
              <a:t>bagi</a:t>
            </a:r>
            <a:r>
              <a:rPr lang="en-ID" dirty="0"/>
              <a:t> </a:t>
            </a:r>
            <a:r>
              <a:rPr lang="en-ID" dirty="0" err="1"/>
              <a:t>seluruh</a:t>
            </a:r>
            <a:r>
              <a:rPr lang="en-ID" dirty="0"/>
              <a:t> </a:t>
            </a:r>
            <a:r>
              <a:rPr lang="en-ID" dirty="0" err="1"/>
              <a:t>penduduk</a:t>
            </a:r>
            <a:r>
              <a:rPr lang="en-ID" dirty="0"/>
              <a:t> </a:t>
            </a:r>
            <a:r>
              <a:rPr lang="en-ID" dirty="0" err="1"/>
              <a:t>Crystallia</a:t>
            </a:r>
            <a:r>
              <a:rPr lang="en-ID" dirty="0"/>
              <a:t>.</a:t>
            </a:r>
          </a:p>
          <a:p>
            <a:pPr marL="158750" indent="0">
              <a:buNone/>
            </a:pPr>
            <a:endParaRPr lang="en-ID" dirty="0">
              <a:cs typeface="LilyUPC" panose="020B0502040204020203" pitchFamily="34" charset="-34"/>
            </a:endParaRPr>
          </a:p>
          <a:p>
            <a:pPr marL="158750" indent="0">
              <a:buNone/>
            </a:pPr>
            <a:r>
              <a:rPr lang="en-ID" dirty="0" err="1"/>
              <a:t>Namun</a:t>
            </a:r>
            <a:r>
              <a:rPr lang="en-ID" dirty="0"/>
              <a:t>, </a:t>
            </a:r>
            <a:r>
              <a:rPr lang="en-ID" dirty="0" err="1"/>
              <a:t>kedamaian</a:t>
            </a:r>
            <a:r>
              <a:rPr lang="en-ID" dirty="0"/>
              <a:t> </a:t>
            </a:r>
            <a:r>
              <a:rPr lang="en-ID" dirty="0" err="1"/>
              <a:t>itu</a:t>
            </a:r>
            <a:r>
              <a:rPr lang="en-ID" dirty="0"/>
              <a:t> </a:t>
            </a:r>
            <a:r>
              <a:rPr lang="en-ID" dirty="0" err="1"/>
              <a:t>mulai</a:t>
            </a:r>
            <a:r>
              <a:rPr lang="en-ID" dirty="0"/>
              <a:t> </a:t>
            </a:r>
            <a:r>
              <a:rPr lang="en-ID" dirty="0" err="1"/>
              <a:t>runtuh</a:t>
            </a:r>
            <a:r>
              <a:rPr lang="en-ID" dirty="0"/>
              <a:t> </a:t>
            </a:r>
            <a:r>
              <a:rPr lang="en-ID" dirty="0" err="1"/>
              <a:t>seketika</a:t>
            </a:r>
            <a:r>
              <a:rPr lang="en-ID" dirty="0"/>
              <a:t> Obsidian Kingdom </a:t>
            </a:r>
            <a:r>
              <a:rPr lang="en-ID" dirty="0" err="1"/>
              <a:t>mengalami</a:t>
            </a:r>
            <a:r>
              <a:rPr lang="en-ID" dirty="0"/>
              <a:t> </a:t>
            </a:r>
            <a:r>
              <a:rPr lang="en-ID" dirty="0" err="1"/>
              <a:t>kekacauan</a:t>
            </a:r>
            <a:r>
              <a:rPr lang="en-ID" dirty="0"/>
              <a:t> </a:t>
            </a:r>
            <a:r>
              <a:rPr lang="en-ID" dirty="0" err="1"/>
              <a:t>besar</a:t>
            </a:r>
            <a:r>
              <a:rPr lang="en-ID" dirty="0"/>
              <a:t> yang </a:t>
            </a:r>
            <a:r>
              <a:rPr lang="en-ID" dirty="0" err="1"/>
              <a:t>mengguncang</a:t>
            </a:r>
            <a:r>
              <a:rPr lang="en-ID" dirty="0"/>
              <a:t> </a:t>
            </a:r>
            <a:r>
              <a:rPr lang="en-ID" dirty="0" err="1"/>
              <a:t>seluruh</a:t>
            </a:r>
            <a:r>
              <a:rPr lang="en-ID" dirty="0"/>
              <a:t> </a:t>
            </a:r>
            <a:r>
              <a:rPr lang="en-ID" dirty="0" err="1"/>
              <a:t>wilayahnya</a:t>
            </a:r>
            <a:r>
              <a:rPr lang="en-ID" dirty="0"/>
              <a:t>. </a:t>
            </a:r>
            <a:r>
              <a:rPr lang="en-ID" dirty="0" err="1"/>
              <a:t>Sebuah</a:t>
            </a:r>
            <a:r>
              <a:rPr lang="en-ID" dirty="0"/>
              <a:t> </a:t>
            </a:r>
            <a:r>
              <a:rPr lang="en-ID" dirty="0" err="1"/>
              <a:t>penyakit</a:t>
            </a:r>
            <a:r>
              <a:rPr lang="en-ID" dirty="0"/>
              <a:t> </a:t>
            </a:r>
            <a:r>
              <a:rPr lang="en-ID" dirty="0" err="1"/>
              <a:t>wabah</a:t>
            </a:r>
            <a:r>
              <a:rPr lang="en-ID" dirty="0"/>
              <a:t> yang </a:t>
            </a:r>
            <a:r>
              <a:rPr lang="en-ID" dirty="0" err="1"/>
              <a:t>menyebar</a:t>
            </a:r>
            <a:r>
              <a:rPr lang="en-ID" dirty="0"/>
              <a:t> </a:t>
            </a:r>
            <a:r>
              <a:rPr lang="en-ID" dirty="0" err="1"/>
              <a:t>dengan</a:t>
            </a:r>
            <a:r>
              <a:rPr lang="en-ID" dirty="0"/>
              <a:t> </a:t>
            </a:r>
            <a:r>
              <a:rPr lang="en-ID" dirty="0" err="1"/>
              <a:t>cepat</a:t>
            </a:r>
            <a:r>
              <a:rPr lang="en-ID" dirty="0"/>
              <a:t>, </a:t>
            </a:r>
            <a:r>
              <a:rPr lang="en-ID" dirty="0" err="1"/>
              <a:t>merenggut</a:t>
            </a:r>
            <a:r>
              <a:rPr lang="en-ID" dirty="0"/>
              <a:t> </a:t>
            </a:r>
            <a:r>
              <a:rPr lang="en-ID" dirty="0" err="1"/>
              <a:t>banyak</a:t>
            </a:r>
            <a:r>
              <a:rPr lang="en-ID" dirty="0"/>
              <a:t> </a:t>
            </a:r>
            <a:r>
              <a:rPr lang="en-ID" dirty="0" err="1"/>
              <a:t>nyawa</a:t>
            </a:r>
            <a:r>
              <a:rPr lang="en-ID" dirty="0"/>
              <a:t> dan </a:t>
            </a:r>
            <a:r>
              <a:rPr lang="en-ID" dirty="0" err="1"/>
              <a:t>menyebabkan</a:t>
            </a:r>
            <a:r>
              <a:rPr lang="en-ID" dirty="0"/>
              <a:t> </a:t>
            </a:r>
            <a:r>
              <a:rPr lang="en-ID" dirty="0" err="1"/>
              <a:t>penderitaan</a:t>
            </a:r>
            <a:r>
              <a:rPr lang="en-ID" dirty="0"/>
              <a:t> </a:t>
            </a:r>
            <a:r>
              <a:rPr lang="en-ID" dirty="0" err="1"/>
              <a:t>berat</a:t>
            </a:r>
            <a:r>
              <a:rPr lang="en-ID" dirty="0"/>
              <a:t> di </a:t>
            </a:r>
            <a:r>
              <a:rPr lang="en-ID" dirty="0" err="1"/>
              <a:t>seluruh</a:t>
            </a:r>
            <a:r>
              <a:rPr lang="en-ID" dirty="0"/>
              <a:t> </a:t>
            </a:r>
            <a:r>
              <a:rPr lang="en-ID" dirty="0" err="1"/>
              <a:t>penjuru</a:t>
            </a:r>
            <a:r>
              <a:rPr lang="en-ID" dirty="0"/>
              <a:t> </a:t>
            </a:r>
            <a:r>
              <a:rPr lang="en-ID" dirty="0" err="1"/>
              <a:t>kerajaan</a:t>
            </a:r>
            <a:r>
              <a:rPr lang="en-ID" dirty="0"/>
              <a:t>.</a:t>
            </a:r>
          </a:p>
          <a:p>
            <a:pPr marL="158750" indent="0">
              <a:buNone/>
            </a:pPr>
            <a:endParaRPr lang="en-ID" dirty="0">
              <a:cs typeface="LilyUPC" panose="020B0502040204020203" pitchFamily="34" charset="-34"/>
            </a:endParaRPr>
          </a:p>
          <a:p>
            <a:pPr marL="158750" indent="0">
              <a:buNone/>
            </a:pPr>
            <a:r>
              <a:rPr lang="en-ID" dirty="0" err="1"/>
              <a:t>Dilanda</a:t>
            </a:r>
            <a:r>
              <a:rPr lang="en-ID" dirty="0"/>
              <a:t> </a:t>
            </a:r>
            <a:r>
              <a:rPr lang="en-ID" dirty="0" err="1"/>
              <a:t>keputusasaan</a:t>
            </a:r>
            <a:r>
              <a:rPr lang="en-ID" dirty="0"/>
              <a:t>, sang </a:t>
            </a:r>
            <a:r>
              <a:rPr lang="en-ID" dirty="0" err="1"/>
              <a:t>pangeran</a:t>
            </a:r>
            <a:r>
              <a:rPr lang="en-ID" dirty="0"/>
              <a:t> </a:t>
            </a:r>
            <a:r>
              <a:rPr lang="en-ID" dirty="0" err="1"/>
              <a:t>memilih</a:t>
            </a:r>
            <a:r>
              <a:rPr lang="en-ID" dirty="0"/>
              <a:t> </a:t>
            </a:r>
            <a:r>
              <a:rPr lang="en-ID" dirty="0" err="1"/>
              <a:t>jalan</a:t>
            </a:r>
            <a:r>
              <a:rPr lang="en-ID" dirty="0"/>
              <a:t> </a:t>
            </a:r>
            <a:r>
              <a:rPr lang="en-ID" dirty="0" err="1"/>
              <a:t>terlarang</a:t>
            </a:r>
            <a:r>
              <a:rPr lang="en-ID" dirty="0"/>
              <a:t> </a:t>
            </a:r>
            <a:r>
              <a:rPr lang="en-ID" dirty="0" err="1"/>
              <a:t>dengan</a:t>
            </a:r>
            <a:r>
              <a:rPr lang="en-ID" dirty="0"/>
              <a:t> </a:t>
            </a:r>
            <a:r>
              <a:rPr lang="en-ID" dirty="0" err="1"/>
              <a:t>cara</a:t>
            </a:r>
            <a:r>
              <a:rPr lang="en-ID" dirty="0"/>
              <a:t> </a:t>
            </a:r>
            <a:r>
              <a:rPr lang="en-ID" dirty="0" err="1"/>
              <a:t>membuka</a:t>
            </a:r>
            <a:r>
              <a:rPr lang="en-ID" dirty="0"/>
              <a:t> dan </a:t>
            </a:r>
            <a:r>
              <a:rPr lang="en-ID" dirty="0" err="1"/>
              <a:t>mempelajari</a:t>
            </a:r>
            <a:r>
              <a:rPr lang="en-ID" dirty="0"/>
              <a:t> </a:t>
            </a:r>
            <a:r>
              <a:rPr lang="en-ID" dirty="0" err="1"/>
              <a:t>buku</a:t>
            </a:r>
            <a:r>
              <a:rPr lang="en-ID" dirty="0"/>
              <a:t> </a:t>
            </a:r>
            <a:r>
              <a:rPr lang="en-ID" dirty="0" err="1"/>
              <a:t>sihir</a:t>
            </a:r>
            <a:r>
              <a:rPr lang="en-ID" dirty="0"/>
              <a:t> </a:t>
            </a:r>
            <a:r>
              <a:rPr lang="en-ID" dirty="0" err="1"/>
              <a:t>hitam</a:t>
            </a:r>
            <a:r>
              <a:rPr lang="en-ID" dirty="0"/>
              <a:t> demi </a:t>
            </a:r>
            <a:r>
              <a:rPr lang="en-ID" dirty="0" err="1"/>
              <a:t>menyelamatkan</a:t>
            </a:r>
            <a:r>
              <a:rPr lang="en-ID" dirty="0"/>
              <a:t> </a:t>
            </a:r>
            <a:r>
              <a:rPr lang="en-ID" dirty="0" err="1"/>
              <a:t>kerajaannya</a:t>
            </a:r>
            <a:r>
              <a:rPr lang="en-ID" dirty="0"/>
              <a:t>. Keputusan </a:t>
            </a:r>
            <a:r>
              <a:rPr lang="en-ID" dirty="0" err="1"/>
              <a:t>itu</a:t>
            </a:r>
            <a:r>
              <a:rPr lang="en-ID" dirty="0"/>
              <a:t> </a:t>
            </a:r>
            <a:r>
              <a:rPr lang="en-ID" dirty="0" err="1"/>
              <a:t>membuat</a:t>
            </a:r>
            <a:r>
              <a:rPr lang="en-ID" dirty="0"/>
              <a:t> </a:t>
            </a:r>
            <a:r>
              <a:rPr lang="en-ID" dirty="0" err="1"/>
              <a:t>murka</a:t>
            </a:r>
            <a:r>
              <a:rPr lang="en-ID" dirty="0"/>
              <a:t> sang raja, </a:t>
            </a:r>
            <a:r>
              <a:rPr lang="en-ID" dirty="0" err="1"/>
              <a:t>hingga</a:t>
            </a:r>
            <a:r>
              <a:rPr lang="en-ID" dirty="0"/>
              <a:t> </a:t>
            </a:r>
            <a:r>
              <a:rPr lang="en-ID" dirty="0" err="1"/>
              <a:t>ia</a:t>
            </a:r>
            <a:r>
              <a:rPr lang="en-ID" dirty="0"/>
              <a:t> </a:t>
            </a:r>
            <a:r>
              <a:rPr lang="en-ID" dirty="0" err="1"/>
              <a:t>mengasingkan</a:t>
            </a:r>
            <a:r>
              <a:rPr lang="en-ID" dirty="0"/>
              <a:t> </a:t>
            </a:r>
            <a:r>
              <a:rPr lang="en-ID" dirty="0" err="1"/>
              <a:t>putranya</a:t>
            </a:r>
            <a:r>
              <a:rPr lang="en-ID" dirty="0"/>
              <a:t> </a:t>
            </a:r>
            <a:r>
              <a:rPr lang="en-ID" dirty="0" err="1"/>
              <a:t>ke</a:t>
            </a:r>
            <a:r>
              <a:rPr lang="en-ID" dirty="0"/>
              <a:t> </a:t>
            </a:r>
            <a:r>
              <a:rPr lang="en-ID" dirty="0" err="1"/>
              <a:t>hutan</a:t>
            </a:r>
            <a:r>
              <a:rPr lang="en-ID" dirty="0"/>
              <a:t> yang </a:t>
            </a:r>
            <a:r>
              <a:rPr lang="en-ID" dirty="0" err="1"/>
              <a:t>terpencil</a:t>
            </a:r>
            <a:r>
              <a:rPr lang="en-ID" dirty="0"/>
              <a:t>.</a:t>
            </a:r>
          </a:p>
          <a:p>
            <a:pPr marL="158750" indent="0">
              <a:buNone/>
            </a:pPr>
            <a:endParaRPr lang="en-ID" dirty="0"/>
          </a:p>
          <a:p>
            <a:pPr marL="158750" indent="0">
              <a:buNone/>
            </a:pPr>
            <a:r>
              <a:rPr lang="en-ID" dirty="0"/>
              <a:t>Di </a:t>
            </a:r>
            <a:r>
              <a:rPr lang="en-ID" dirty="0" err="1"/>
              <a:t>tempat</a:t>
            </a:r>
            <a:r>
              <a:rPr lang="en-ID" dirty="0"/>
              <a:t> </a:t>
            </a:r>
            <a:r>
              <a:rPr lang="en-ID" dirty="0" err="1"/>
              <a:t>pengasingan</a:t>
            </a:r>
            <a:r>
              <a:rPr lang="en-ID" dirty="0"/>
              <a:t> </a:t>
            </a:r>
            <a:r>
              <a:rPr lang="en-ID" dirty="0" err="1"/>
              <a:t>itu</a:t>
            </a:r>
            <a:r>
              <a:rPr lang="en-ID" dirty="0"/>
              <a:t>, sang </a:t>
            </a:r>
            <a:r>
              <a:rPr lang="en-ID" dirty="0" err="1"/>
              <a:t>pangeran</a:t>
            </a:r>
            <a:r>
              <a:rPr lang="en-ID" dirty="0"/>
              <a:t> </a:t>
            </a:r>
            <a:r>
              <a:rPr lang="en-ID" dirty="0" err="1"/>
              <a:t>terus</a:t>
            </a:r>
            <a:r>
              <a:rPr lang="en-ID" dirty="0"/>
              <a:t> </a:t>
            </a:r>
            <a:r>
              <a:rPr lang="en-ID" dirty="0" err="1"/>
              <a:t>memperdalam</a:t>
            </a:r>
            <a:r>
              <a:rPr lang="en-ID" dirty="0"/>
              <a:t> </a:t>
            </a:r>
            <a:r>
              <a:rPr lang="en-ID" dirty="0" err="1"/>
              <a:t>ilmu</a:t>
            </a:r>
            <a:r>
              <a:rPr lang="en-ID" dirty="0"/>
              <a:t> </a:t>
            </a:r>
            <a:r>
              <a:rPr lang="en-ID" dirty="0" err="1"/>
              <a:t>sihir</a:t>
            </a:r>
            <a:r>
              <a:rPr lang="en-ID" dirty="0"/>
              <a:t> </a:t>
            </a:r>
            <a:r>
              <a:rPr lang="en-ID" dirty="0" err="1"/>
              <a:t>hitam</a:t>
            </a:r>
            <a:r>
              <a:rPr lang="en-ID" dirty="0"/>
              <a:t>, </a:t>
            </a:r>
            <a:r>
              <a:rPr lang="en-ID" dirty="0" err="1"/>
              <a:t>hingga</a:t>
            </a:r>
            <a:r>
              <a:rPr lang="en-ID" dirty="0"/>
              <a:t> </a:t>
            </a:r>
            <a:r>
              <a:rPr lang="en-ID" dirty="0" err="1"/>
              <a:t>akhirnya</a:t>
            </a:r>
            <a:r>
              <a:rPr lang="en-ID" dirty="0"/>
              <a:t> </a:t>
            </a:r>
            <a:r>
              <a:rPr lang="en-ID" dirty="0" err="1"/>
              <a:t>ia</a:t>
            </a:r>
            <a:r>
              <a:rPr lang="en-ID" dirty="0"/>
              <a:t> </a:t>
            </a:r>
            <a:r>
              <a:rPr lang="en-ID" dirty="0" err="1"/>
              <a:t>berhasil</a:t>
            </a:r>
            <a:r>
              <a:rPr lang="en-ID" dirty="0"/>
              <a:t> </a:t>
            </a:r>
            <a:r>
              <a:rPr lang="en-ID" dirty="0" err="1"/>
              <a:t>menguasainya</a:t>
            </a:r>
            <a:r>
              <a:rPr lang="en-ID" dirty="0"/>
              <a:t> </a:t>
            </a:r>
            <a:r>
              <a:rPr lang="en-ID" dirty="0" err="1"/>
              <a:t>sepenuhnya</a:t>
            </a:r>
            <a:r>
              <a:rPr lang="en-ID" dirty="0"/>
              <a:t>. </a:t>
            </a:r>
            <a:r>
              <a:rPr lang="en-ID" dirty="0" err="1"/>
              <a:t>Namun</a:t>
            </a:r>
            <a:r>
              <a:rPr lang="en-ID" dirty="0"/>
              <a:t>, </a:t>
            </a:r>
            <a:r>
              <a:rPr lang="en-ID" dirty="0" err="1"/>
              <a:t>keberhasilannya</a:t>
            </a:r>
            <a:r>
              <a:rPr lang="en-ID" dirty="0"/>
              <a:t> </a:t>
            </a:r>
            <a:r>
              <a:rPr lang="en-ID" dirty="0" err="1"/>
              <a:t>mengeluarkan</a:t>
            </a:r>
            <a:r>
              <a:rPr lang="en-ID" dirty="0"/>
              <a:t> </a:t>
            </a:r>
            <a:r>
              <a:rPr lang="en-ID" dirty="0" err="1"/>
              <a:t>roh</a:t>
            </a:r>
            <a:r>
              <a:rPr lang="en-ID" dirty="0"/>
              <a:t> </a:t>
            </a:r>
            <a:r>
              <a:rPr lang="en-ID" dirty="0" err="1"/>
              <a:t>jahat</a:t>
            </a:r>
            <a:r>
              <a:rPr lang="en-ID" dirty="0"/>
              <a:t> yang </a:t>
            </a:r>
            <a:r>
              <a:rPr lang="en-ID" dirty="0" err="1"/>
              <a:t>terkurung</a:t>
            </a:r>
            <a:r>
              <a:rPr lang="en-ID" dirty="0"/>
              <a:t> </a:t>
            </a:r>
            <a:r>
              <a:rPr lang="en-ID" dirty="0" err="1"/>
              <a:t>dalam</a:t>
            </a:r>
            <a:r>
              <a:rPr lang="en-ID" dirty="0"/>
              <a:t> </a:t>
            </a:r>
            <a:r>
              <a:rPr lang="en-ID" dirty="0" err="1"/>
              <a:t>buku</a:t>
            </a:r>
            <a:r>
              <a:rPr lang="en-ID" dirty="0"/>
              <a:t> </a:t>
            </a:r>
            <a:r>
              <a:rPr lang="en-ID" dirty="0" err="1"/>
              <a:t>itu</a:t>
            </a:r>
            <a:r>
              <a:rPr lang="en-ID" dirty="0"/>
              <a:t> </a:t>
            </a:r>
            <a:r>
              <a:rPr lang="en-ID" dirty="0" err="1"/>
              <a:t>bangkit</a:t>
            </a:r>
            <a:r>
              <a:rPr lang="en-ID" dirty="0"/>
              <a:t> dan </a:t>
            </a:r>
            <a:r>
              <a:rPr lang="en-ID" dirty="0" err="1"/>
              <a:t>merasuki</a:t>
            </a:r>
            <a:r>
              <a:rPr lang="en-ID" dirty="0"/>
              <a:t> </a:t>
            </a:r>
            <a:r>
              <a:rPr lang="en-ID" dirty="0" err="1"/>
              <a:t>dirinya</a:t>
            </a:r>
            <a:r>
              <a:rPr lang="en-ID" dirty="0"/>
              <a:t>.</a:t>
            </a:r>
            <a:endParaRPr lang="en-ID" dirty="0">
              <a:cs typeface="LilyUPC" panose="020B0502040204020203" pitchFamily="34" charset="-34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9">
          <a:extLst>
            <a:ext uri="{FF2B5EF4-FFF2-40B4-BE49-F238E27FC236}">
              <a16:creationId xmlns:a16="http://schemas.microsoft.com/office/drawing/2014/main" id="{9D8C80A2-26C0-227F-BB1A-F5A7E84882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0" name="Google Shape;970;p34">
            <a:extLst>
              <a:ext uri="{FF2B5EF4-FFF2-40B4-BE49-F238E27FC236}">
                <a16:creationId xmlns:a16="http://schemas.microsoft.com/office/drawing/2014/main" id="{ACC38086-1CE1-FAC8-7AE3-2A1CCF1A7DF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978158" y="258042"/>
            <a:ext cx="3187683" cy="95886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sz="3600" b="1" dirty="0" err="1"/>
              <a:t>Lanjutan</a:t>
            </a:r>
            <a:br>
              <a:rPr lang="en-ID" sz="3600" b="1" dirty="0"/>
            </a:br>
            <a:r>
              <a:rPr lang="en-ID" sz="3600" b="1" dirty="0"/>
              <a:t>Back Story</a:t>
            </a:r>
            <a:endParaRPr sz="3600" b="1" dirty="0"/>
          </a:p>
        </p:txBody>
      </p:sp>
      <p:sp>
        <p:nvSpPr>
          <p:cNvPr id="971" name="Google Shape;971;p34">
            <a:extLst>
              <a:ext uri="{FF2B5EF4-FFF2-40B4-BE49-F238E27FC236}">
                <a16:creationId xmlns:a16="http://schemas.microsoft.com/office/drawing/2014/main" id="{11006D16-99AD-0E64-28A7-54D4BA60D53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97523" y="1364324"/>
            <a:ext cx="8109834" cy="268168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58750" indent="0">
              <a:buNone/>
            </a:pPr>
            <a:r>
              <a:rPr lang="en-ID" dirty="0"/>
              <a:t>Sang </a:t>
            </a:r>
            <a:r>
              <a:rPr lang="en-ID" dirty="0" err="1"/>
              <a:t>pangeran</a:t>
            </a:r>
            <a:r>
              <a:rPr lang="en-ID" dirty="0"/>
              <a:t> </a:t>
            </a:r>
            <a:r>
              <a:rPr lang="en-ID" dirty="0" err="1"/>
              <a:t>kini</a:t>
            </a:r>
            <a:r>
              <a:rPr lang="en-ID" dirty="0"/>
              <a:t> </a:t>
            </a:r>
            <a:r>
              <a:rPr lang="en-ID" dirty="0" err="1"/>
              <a:t>dirasuki</a:t>
            </a:r>
            <a:r>
              <a:rPr lang="en-ID" dirty="0"/>
              <a:t> </a:t>
            </a:r>
            <a:r>
              <a:rPr lang="en-ID" dirty="0" err="1"/>
              <a:t>roh</a:t>
            </a:r>
            <a:r>
              <a:rPr lang="en-ID" dirty="0"/>
              <a:t> </a:t>
            </a:r>
            <a:r>
              <a:rPr lang="en-ID" dirty="0" err="1"/>
              <a:t>jahat</a:t>
            </a:r>
            <a:r>
              <a:rPr lang="en-ID" dirty="0"/>
              <a:t> dan </a:t>
            </a:r>
            <a:r>
              <a:rPr lang="en-ID" dirty="0" err="1"/>
              <a:t>kembali</a:t>
            </a:r>
            <a:r>
              <a:rPr lang="en-ID" dirty="0"/>
              <a:t> </a:t>
            </a:r>
            <a:r>
              <a:rPr lang="en-ID" dirty="0" err="1"/>
              <a:t>ke</a:t>
            </a:r>
            <a:r>
              <a:rPr lang="en-ID" dirty="0"/>
              <a:t> Obsidian Kingdom. </a:t>
            </a:r>
            <a:r>
              <a:rPr lang="en-ID" dirty="0" err="1"/>
              <a:t>Kepulangannya</a:t>
            </a:r>
            <a:r>
              <a:rPr lang="en-ID" dirty="0"/>
              <a:t> </a:t>
            </a:r>
            <a:r>
              <a:rPr lang="en-ID" dirty="0" err="1"/>
              <a:t>menimbulkan</a:t>
            </a:r>
            <a:r>
              <a:rPr lang="en-ID" dirty="0"/>
              <a:t> </a:t>
            </a:r>
            <a:r>
              <a:rPr lang="en-ID" dirty="0" err="1"/>
              <a:t>kemarahan</a:t>
            </a:r>
            <a:r>
              <a:rPr lang="en-ID" dirty="0"/>
              <a:t> sang Raja Obsidian, </a:t>
            </a:r>
            <a:r>
              <a:rPr lang="en-ID" dirty="0" err="1"/>
              <a:t>namun</a:t>
            </a:r>
            <a:r>
              <a:rPr lang="en-ID" dirty="0"/>
              <a:t> </a:t>
            </a:r>
            <a:r>
              <a:rPr lang="en-ID" dirty="0" err="1"/>
              <a:t>tak</a:t>
            </a:r>
            <a:r>
              <a:rPr lang="en-ID" dirty="0"/>
              <a:t> lama </a:t>
            </a:r>
            <a:r>
              <a:rPr lang="en-ID" dirty="0" err="1"/>
              <a:t>kemudian</a:t>
            </a:r>
            <a:r>
              <a:rPr lang="en-ID" dirty="0"/>
              <a:t> sang raja </a:t>
            </a:r>
            <a:r>
              <a:rPr lang="en-ID" dirty="0" err="1"/>
              <a:t>menyadari</a:t>
            </a:r>
            <a:r>
              <a:rPr lang="en-ID" dirty="0"/>
              <a:t> </a:t>
            </a:r>
            <a:r>
              <a:rPr lang="en-ID" dirty="0" err="1"/>
              <a:t>bahwa</a:t>
            </a:r>
            <a:r>
              <a:rPr lang="en-ID" dirty="0"/>
              <a:t> </a:t>
            </a:r>
            <a:r>
              <a:rPr lang="en-ID" dirty="0" err="1"/>
              <a:t>anaknya</a:t>
            </a:r>
            <a:r>
              <a:rPr lang="en-ID" dirty="0"/>
              <a:t> </a:t>
            </a:r>
            <a:r>
              <a:rPr lang="en-ID" dirty="0" err="1"/>
              <a:t>berada</a:t>
            </a:r>
            <a:r>
              <a:rPr lang="en-ID" dirty="0"/>
              <a:t> </a:t>
            </a:r>
            <a:r>
              <a:rPr lang="en-ID" dirty="0" err="1"/>
              <a:t>dalam</a:t>
            </a:r>
            <a:r>
              <a:rPr lang="en-ID" dirty="0"/>
              <a:t> </a:t>
            </a:r>
            <a:r>
              <a:rPr lang="en-ID" dirty="0" err="1"/>
              <a:t>kendali</a:t>
            </a:r>
            <a:r>
              <a:rPr lang="en-ID" dirty="0"/>
              <a:t> </a:t>
            </a:r>
            <a:r>
              <a:rPr lang="en-ID" dirty="0" err="1"/>
              <a:t>kekuatan</a:t>
            </a:r>
            <a:r>
              <a:rPr lang="en-ID" dirty="0"/>
              <a:t> </a:t>
            </a:r>
            <a:r>
              <a:rPr lang="en-ID" dirty="0" err="1"/>
              <a:t>gelap</a:t>
            </a:r>
            <a:r>
              <a:rPr lang="en-ID" dirty="0"/>
              <a:t>.</a:t>
            </a:r>
          </a:p>
          <a:p>
            <a:pPr marL="158750" indent="0">
              <a:buNone/>
            </a:pPr>
            <a:endParaRPr lang="en-ID" dirty="0">
              <a:cs typeface="LilyUPC" panose="020B0502040204020203" pitchFamily="34" charset="-34"/>
            </a:endParaRPr>
          </a:p>
          <a:p>
            <a:pPr marL="158750" indent="0">
              <a:buNone/>
            </a:pPr>
            <a:r>
              <a:rPr lang="en-ID" dirty="0" err="1"/>
              <a:t>Seketika</a:t>
            </a:r>
            <a:r>
              <a:rPr lang="en-ID" dirty="0"/>
              <a:t> sang raja </a:t>
            </a:r>
            <a:r>
              <a:rPr lang="en-ID" dirty="0" err="1"/>
              <a:t>mencoba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menyadarkan</a:t>
            </a:r>
            <a:r>
              <a:rPr lang="en-ID" dirty="0"/>
              <a:t> </a:t>
            </a:r>
            <a:r>
              <a:rPr lang="en-ID" dirty="0" err="1"/>
              <a:t>putranya</a:t>
            </a:r>
            <a:r>
              <a:rPr lang="en-ID" dirty="0"/>
              <a:t> </a:t>
            </a:r>
            <a:r>
              <a:rPr lang="en-ID" dirty="0" err="1"/>
              <a:t>kembali</a:t>
            </a:r>
            <a:r>
              <a:rPr lang="en-ID" dirty="0"/>
              <a:t>, </a:t>
            </a:r>
            <a:r>
              <a:rPr lang="en-ID" dirty="0" err="1"/>
              <a:t>dia</a:t>
            </a:r>
            <a:r>
              <a:rPr lang="en-ID" dirty="0"/>
              <a:t> pun </a:t>
            </a:r>
            <a:r>
              <a:rPr lang="en-ID" dirty="0" err="1"/>
              <a:t>ikut</a:t>
            </a:r>
            <a:r>
              <a:rPr lang="en-ID" dirty="0"/>
              <a:t> </a:t>
            </a:r>
            <a:r>
              <a:rPr lang="en-ID" dirty="0" err="1"/>
              <a:t>dirasuki</a:t>
            </a:r>
            <a:r>
              <a:rPr lang="en-ID" dirty="0"/>
              <a:t> </a:t>
            </a:r>
            <a:r>
              <a:rPr lang="en-ID" dirty="0" err="1"/>
              <a:t>dalam</a:t>
            </a:r>
            <a:r>
              <a:rPr lang="en-ID" dirty="0"/>
              <a:t> </a:t>
            </a:r>
            <a:r>
              <a:rPr lang="en-ID" dirty="0" err="1"/>
              <a:t>percobaannya</a:t>
            </a:r>
            <a:r>
              <a:rPr lang="en-ID" dirty="0"/>
              <a:t>. Roh </a:t>
            </a:r>
            <a:r>
              <a:rPr lang="en-ID" dirty="0" err="1"/>
              <a:t>jahat</a:t>
            </a:r>
            <a:r>
              <a:rPr lang="en-ID" dirty="0"/>
              <a:t> </a:t>
            </a:r>
            <a:r>
              <a:rPr lang="en-ID" dirty="0" err="1"/>
              <a:t>itu</a:t>
            </a:r>
            <a:r>
              <a:rPr lang="en-ID" dirty="0"/>
              <a:t> </a:t>
            </a:r>
            <a:r>
              <a:rPr lang="en-ID" dirty="0" err="1"/>
              <a:t>lalu</a:t>
            </a:r>
            <a:r>
              <a:rPr lang="en-ID" dirty="0"/>
              <a:t> </a:t>
            </a:r>
            <a:r>
              <a:rPr lang="en-ID" dirty="0" err="1"/>
              <a:t>mengungkapkan</a:t>
            </a:r>
            <a:r>
              <a:rPr lang="en-ID" dirty="0"/>
              <a:t> </a:t>
            </a:r>
            <a:r>
              <a:rPr lang="en-ID" dirty="0" err="1"/>
              <a:t>niatnya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menguasai</a:t>
            </a:r>
            <a:r>
              <a:rPr lang="en-ID" dirty="0"/>
              <a:t> dunia </a:t>
            </a:r>
            <a:r>
              <a:rPr lang="en-ID" dirty="0" err="1"/>
              <a:t>Crystallia</a:t>
            </a:r>
            <a:r>
              <a:rPr lang="en-ID" dirty="0"/>
              <a:t> </a:t>
            </a:r>
            <a:r>
              <a:rPr lang="en-ID" dirty="0" err="1"/>
              <a:t>dengan</a:t>
            </a:r>
            <a:r>
              <a:rPr lang="en-ID" dirty="0"/>
              <a:t> </a:t>
            </a:r>
            <a:r>
              <a:rPr lang="en-ID" dirty="0" err="1"/>
              <a:t>membuka</a:t>
            </a:r>
            <a:r>
              <a:rPr lang="en-ID" dirty="0"/>
              <a:t> portal dan </a:t>
            </a:r>
            <a:r>
              <a:rPr lang="en-ID" dirty="0" err="1"/>
              <a:t>memanggil</a:t>
            </a:r>
            <a:r>
              <a:rPr lang="en-ID" dirty="0"/>
              <a:t> </a:t>
            </a:r>
            <a:r>
              <a:rPr lang="en-ID" dirty="0" err="1"/>
              <a:t>pasukan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dunia lain.</a:t>
            </a:r>
          </a:p>
          <a:p>
            <a:pPr marL="158750" indent="0">
              <a:buNone/>
            </a:pPr>
            <a:endParaRPr lang="en-ID" dirty="0">
              <a:cs typeface="LilyUPC" panose="020B0502040204020203" pitchFamily="34" charset="-34"/>
            </a:endParaRPr>
          </a:p>
          <a:p>
            <a:pPr marL="158750" indent="0">
              <a:buNone/>
            </a:pPr>
            <a:r>
              <a:rPr lang="en-ID" dirty="0"/>
              <a:t>Perang </a:t>
            </a:r>
            <a:r>
              <a:rPr lang="en-ID" dirty="0" err="1"/>
              <a:t>besar</a:t>
            </a:r>
            <a:r>
              <a:rPr lang="en-ID" dirty="0"/>
              <a:t> pun </a:t>
            </a:r>
            <a:r>
              <a:rPr lang="en-ID" dirty="0" err="1"/>
              <a:t>pecah</a:t>
            </a:r>
            <a:r>
              <a:rPr lang="en-ID" dirty="0"/>
              <a:t>, </a:t>
            </a:r>
            <a:r>
              <a:rPr lang="en-ID" dirty="0" err="1"/>
              <a:t>dipicu</a:t>
            </a:r>
            <a:r>
              <a:rPr lang="en-ID" dirty="0"/>
              <a:t> oleh </a:t>
            </a:r>
            <a:r>
              <a:rPr lang="en-ID" dirty="0" err="1"/>
              <a:t>serangan</a:t>
            </a:r>
            <a:r>
              <a:rPr lang="en-ID" dirty="0"/>
              <a:t> Obsidian Kingdom </a:t>
            </a:r>
            <a:r>
              <a:rPr lang="en-ID" dirty="0" err="1"/>
              <a:t>terhadap</a:t>
            </a:r>
            <a:r>
              <a:rPr lang="en-ID" dirty="0"/>
              <a:t> </a:t>
            </a:r>
            <a:r>
              <a:rPr lang="en-ID" dirty="0" err="1"/>
              <a:t>tiga</a:t>
            </a:r>
            <a:r>
              <a:rPr lang="en-ID" dirty="0"/>
              <a:t> </a:t>
            </a:r>
            <a:r>
              <a:rPr lang="en-ID" dirty="0" err="1"/>
              <a:t>kerajaan</a:t>
            </a:r>
            <a:r>
              <a:rPr lang="en-ID" dirty="0"/>
              <a:t> </a:t>
            </a:r>
            <a:r>
              <a:rPr lang="en-ID" dirty="0" err="1"/>
              <a:t>lainnya</a:t>
            </a:r>
            <a:r>
              <a:rPr lang="en-ID" dirty="0"/>
              <a:t>. </a:t>
            </a:r>
            <a:r>
              <a:rPr lang="en-ID" dirty="0" err="1"/>
              <a:t>Sebagai</a:t>
            </a:r>
            <a:r>
              <a:rPr lang="en-ID" dirty="0"/>
              <a:t> </a:t>
            </a:r>
            <a:r>
              <a:rPr lang="en-ID" dirty="0" err="1"/>
              <a:t>tanggapan</a:t>
            </a:r>
            <a:r>
              <a:rPr lang="en-ID" dirty="0"/>
              <a:t>, </a:t>
            </a:r>
            <a:r>
              <a:rPr lang="en-ID" dirty="0" err="1"/>
              <a:t>ketiga</a:t>
            </a:r>
            <a:r>
              <a:rPr lang="en-ID" dirty="0"/>
              <a:t> </a:t>
            </a:r>
            <a:r>
              <a:rPr lang="en-ID" dirty="0" err="1"/>
              <a:t>kerajaan</a:t>
            </a:r>
            <a:r>
              <a:rPr lang="en-ID" dirty="0"/>
              <a:t> </a:t>
            </a:r>
            <a:r>
              <a:rPr lang="en-ID" dirty="0" err="1"/>
              <a:t>itu</a:t>
            </a:r>
            <a:r>
              <a:rPr lang="en-ID" dirty="0"/>
              <a:t> </a:t>
            </a:r>
            <a:r>
              <a:rPr lang="en-ID" dirty="0" err="1"/>
              <a:t>mengirim</a:t>
            </a:r>
            <a:r>
              <a:rPr lang="en-ID" dirty="0"/>
              <a:t> masing – masing </a:t>
            </a:r>
            <a:r>
              <a:rPr lang="en-ID" dirty="0" err="1"/>
              <a:t>satu</a:t>
            </a:r>
            <a:r>
              <a:rPr lang="en-ID" dirty="0"/>
              <a:t> </a:t>
            </a:r>
            <a:r>
              <a:rPr lang="en-ID" dirty="0" err="1"/>
              <a:t>pahlawan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menghentikan</a:t>
            </a:r>
            <a:r>
              <a:rPr lang="en-ID" dirty="0"/>
              <a:t> </a:t>
            </a:r>
            <a:r>
              <a:rPr lang="en-ID" dirty="0" err="1"/>
              <a:t>invasi</a:t>
            </a:r>
            <a:r>
              <a:rPr lang="en-ID" dirty="0"/>
              <a:t> </a:t>
            </a:r>
            <a:r>
              <a:rPr lang="en-ID" dirty="0" err="1"/>
              <a:t>gelap</a:t>
            </a:r>
            <a:r>
              <a:rPr lang="en-ID" dirty="0"/>
              <a:t>.</a:t>
            </a:r>
          </a:p>
          <a:p>
            <a:pPr marL="158750" indent="0">
              <a:buNone/>
            </a:pPr>
            <a:endParaRPr lang="en-ID" dirty="0">
              <a:cs typeface="LilyUPC" panose="020B0502040204020203" pitchFamily="34" charset="-34"/>
            </a:endParaRPr>
          </a:p>
          <a:p>
            <a:pPr marL="158750" indent="0" algn="just">
              <a:buNone/>
            </a:pPr>
            <a:r>
              <a:rPr lang="en-ID" dirty="0" err="1"/>
              <a:t>Ketigaa</a:t>
            </a:r>
            <a:r>
              <a:rPr lang="en-ID" dirty="0"/>
              <a:t> </a:t>
            </a:r>
            <a:r>
              <a:rPr lang="en-ID" dirty="0" err="1"/>
              <a:t>pahlawan</a:t>
            </a:r>
            <a:r>
              <a:rPr lang="en-ID" dirty="0"/>
              <a:t> </a:t>
            </a:r>
            <a:r>
              <a:rPr lang="en-ID" dirty="0" err="1"/>
              <a:t>ini</a:t>
            </a:r>
            <a:r>
              <a:rPr lang="en-ID" dirty="0"/>
              <a:t> </a:t>
            </a:r>
            <a:r>
              <a:rPr lang="en-ID" dirty="0" err="1"/>
              <a:t>akan</a:t>
            </a:r>
            <a:r>
              <a:rPr lang="en-ID" dirty="0"/>
              <a:t> </a:t>
            </a:r>
            <a:r>
              <a:rPr lang="en-ID" dirty="0" err="1"/>
              <a:t>ditugaskan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menghentikan</a:t>
            </a:r>
            <a:r>
              <a:rPr lang="en-ID" dirty="0"/>
              <a:t> </a:t>
            </a:r>
            <a:r>
              <a:rPr lang="en-ID" dirty="0" err="1"/>
              <a:t>penguasaan</a:t>
            </a:r>
            <a:r>
              <a:rPr lang="en-ID" dirty="0"/>
              <a:t> Obsidian Kingdom dan </a:t>
            </a:r>
            <a:r>
              <a:rPr lang="en-ID" dirty="0" err="1"/>
              <a:t>pasukan</a:t>
            </a:r>
            <a:r>
              <a:rPr lang="en-ID" dirty="0"/>
              <a:t> </a:t>
            </a:r>
            <a:r>
              <a:rPr lang="en-ID" dirty="0" err="1"/>
              <a:t>gelap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dunia lain. </a:t>
            </a:r>
            <a:r>
              <a:rPr lang="en-ID" dirty="0" err="1"/>
              <a:t>Meski</a:t>
            </a:r>
            <a:r>
              <a:rPr lang="en-ID" dirty="0"/>
              <a:t> </a:t>
            </a:r>
            <a:r>
              <a:rPr lang="en-ID" dirty="0" err="1"/>
              <a:t>belum</a:t>
            </a:r>
            <a:r>
              <a:rPr lang="en-ID" dirty="0"/>
              <a:t> </a:t>
            </a:r>
            <a:r>
              <a:rPr lang="en-ID" dirty="0" err="1"/>
              <a:t>saling</a:t>
            </a:r>
            <a:r>
              <a:rPr lang="en-ID" dirty="0"/>
              <a:t> </a:t>
            </a:r>
            <a:r>
              <a:rPr lang="en-ID" dirty="0" err="1"/>
              <a:t>mengenal</a:t>
            </a:r>
            <a:r>
              <a:rPr lang="en-ID" dirty="0"/>
              <a:t>, </a:t>
            </a:r>
            <a:r>
              <a:rPr lang="en-ID" dirty="0" err="1"/>
              <a:t>ketiga</a:t>
            </a:r>
            <a:r>
              <a:rPr lang="en-ID" dirty="0"/>
              <a:t> </a:t>
            </a:r>
            <a:r>
              <a:rPr lang="en-ID" dirty="0" err="1"/>
              <a:t>pahlawan</a:t>
            </a:r>
            <a:r>
              <a:rPr lang="en-ID" dirty="0"/>
              <a:t> </a:t>
            </a:r>
            <a:r>
              <a:rPr lang="en-ID" dirty="0" err="1"/>
              <a:t>ini</a:t>
            </a:r>
            <a:r>
              <a:rPr lang="en-ID" dirty="0"/>
              <a:t> </a:t>
            </a:r>
            <a:r>
              <a:rPr lang="en-ID" dirty="0" err="1"/>
              <a:t>harus</a:t>
            </a:r>
            <a:r>
              <a:rPr lang="en-ID" dirty="0"/>
              <a:t> </a:t>
            </a:r>
            <a:r>
              <a:rPr lang="en-ID" dirty="0" err="1"/>
              <a:t>belajar</a:t>
            </a:r>
            <a:r>
              <a:rPr lang="en-ID" dirty="0"/>
              <a:t> </a:t>
            </a:r>
            <a:r>
              <a:rPr lang="en-ID" dirty="0" err="1"/>
              <a:t>bekerja</a:t>
            </a:r>
            <a:r>
              <a:rPr lang="en-ID" dirty="0"/>
              <a:t> </a:t>
            </a:r>
            <a:r>
              <a:rPr lang="en-ID" dirty="0" err="1"/>
              <a:t>sama</a:t>
            </a:r>
            <a:r>
              <a:rPr lang="en-ID" dirty="0"/>
              <a:t> demi </a:t>
            </a:r>
            <a:r>
              <a:rPr lang="en-ID" dirty="0" err="1"/>
              <a:t>menghentikan</a:t>
            </a:r>
            <a:r>
              <a:rPr lang="en-ID" dirty="0"/>
              <a:t> </a:t>
            </a:r>
            <a:r>
              <a:rPr lang="en-ID" dirty="0" err="1"/>
              <a:t>kekuatan</a:t>
            </a:r>
            <a:r>
              <a:rPr lang="en-ID" dirty="0"/>
              <a:t> </a:t>
            </a:r>
            <a:r>
              <a:rPr lang="en-ID" dirty="0" err="1"/>
              <a:t>jahat</a:t>
            </a:r>
            <a:r>
              <a:rPr lang="en-ID" dirty="0"/>
              <a:t> dan </a:t>
            </a:r>
            <a:r>
              <a:rPr lang="en-ID" dirty="0" err="1"/>
              <a:t>menyelamatkan</a:t>
            </a:r>
            <a:r>
              <a:rPr lang="en-ID" dirty="0"/>
              <a:t> </a:t>
            </a:r>
            <a:r>
              <a:rPr lang="en-ID" dirty="0" err="1"/>
              <a:t>Crystallia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</a:t>
            </a:r>
            <a:r>
              <a:rPr lang="en-ID" dirty="0" err="1"/>
              <a:t>kehancuran</a:t>
            </a:r>
            <a:r>
              <a:rPr lang="en-ID" dirty="0"/>
              <a:t>.</a:t>
            </a:r>
            <a:endParaRPr lang="en-ID" dirty="0">
              <a:cs typeface="LilyUPC" panose="020B0502040204020203" pitchFamily="34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29744441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Google Shape;1005;p38"/>
          <p:cNvSpPr txBox="1">
            <a:spLocks noGrp="1"/>
          </p:cNvSpPr>
          <p:nvPr>
            <p:ph type="title"/>
          </p:nvPr>
        </p:nvSpPr>
        <p:spPr>
          <a:xfrm>
            <a:off x="1315130" y="220808"/>
            <a:ext cx="4964641" cy="82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3600" b="1" dirty="0"/>
              <a:t>Game Endings</a:t>
            </a:r>
            <a:endParaRPr sz="3600" b="1" dirty="0"/>
          </a:p>
        </p:txBody>
      </p:sp>
      <p:sp>
        <p:nvSpPr>
          <p:cNvPr id="1008" name="Google Shape;1008;p38"/>
          <p:cNvSpPr txBox="1">
            <a:spLocks noGrp="1"/>
          </p:cNvSpPr>
          <p:nvPr>
            <p:ph type="body" idx="1"/>
          </p:nvPr>
        </p:nvSpPr>
        <p:spPr>
          <a:xfrm>
            <a:off x="223942" y="1990769"/>
            <a:ext cx="2182374" cy="223059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1000"/>
              </a:spcAft>
              <a:buNone/>
            </a:pPr>
            <a:r>
              <a:rPr lang="en-ID" dirty="0" err="1"/>
              <a:t>Ketiga</a:t>
            </a:r>
            <a:r>
              <a:rPr lang="en-ID" dirty="0"/>
              <a:t> </a:t>
            </a:r>
            <a:r>
              <a:rPr lang="en-ID" dirty="0" err="1"/>
              <a:t>kerajaan</a:t>
            </a:r>
            <a:r>
              <a:rPr lang="en-ID" dirty="0"/>
              <a:t> - Sapphire, Emerald, dan Ruby, </a:t>
            </a:r>
            <a:r>
              <a:rPr lang="en-ID" dirty="0" err="1"/>
              <a:t>berhasil</a:t>
            </a:r>
            <a:r>
              <a:rPr lang="en-ID" dirty="0"/>
              <a:t> </a:t>
            </a:r>
            <a:r>
              <a:rPr lang="en-ID" dirty="0" err="1"/>
              <a:t>diselamatkan</a:t>
            </a:r>
            <a:r>
              <a:rPr lang="en-ID" dirty="0"/>
              <a:t> </a:t>
            </a:r>
            <a:r>
              <a:rPr lang="en-ID" dirty="0" err="1"/>
              <a:t>sepenuhnya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</a:t>
            </a:r>
            <a:r>
              <a:rPr lang="en-ID" dirty="0" err="1"/>
              <a:t>ancaman</a:t>
            </a:r>
            <a:r>
              <a:rPr lang="en-ID" dirty="0"/>
              <a:t> yang </a:t>
            </a:r>
            <a:r>
              <a:rPr lang="en-ID" dirty="0" err="1"/>
              <a:t>mengintai</a:t>
            </a:r>
            <a:r>
              <a:rPr lang="en-ID" dirty="0"/>
              <a:t>. </a:t>
            </a:r>
            <a:r>
              <a:rPr lang="en-ID" dirty="0" err="1"/>
              <a:t>Perdamaian</a:t>
            </a:r>
            <a:r>
              <a:rPr lang="en-ID" dirty="0"/>
              <a:t> pun </a:t>
            </a:r>
            <a:r>
              <a:rPr lang="en-ID" dirty="0" err="1"/>
              <a:t>kembali</a:t>
            </a:r>
            <a:r>
              <a:rPr lang="en-ID" dirty="0"/>
              <a:t> </a:t>
            </a:r>
            <a:r>
              <a:rPr lang="en-ID" dirty="0" err="1"/>
              <a:t>tercipta</a:t>
            </a:r>
            <a:r>
              <a:rPr lang="en-ID" dirty="0"/>
              <a:t> di </a:t>
            </a:r>
            <a:r>
              <a:rPr lang="en-ID" dirty="0" err="1"/>
              <a:t>seluruh</a:t>
            </a:r>
            <a:r>
              <a:rPr lang="en-ID" dirty="0"/>
              <a:t> wilayah.</a:t>
            </a:r>
            <a:endParaRPr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377623E-D226-31D0-6461-748977E178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76647" y="204073"/>
            <a:ext cx="1594297" cy="15942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05;p38">
            <a:extLst>
              <a:ext uri="{FF2B5EF4-FFF2-40B4-BE49-F238E27FC236}">
                <a16:creationId xmlns:a16="http://schemas.microsoft.com/office/drawing/2014/main" id="{0A6C559F-A931-6990-DADD-C580BDF974AC}"/>
              </a:ext>
            </a:extLst>
          </p:cNvPr>
          <p:cNvSpPr txBox="1">
            <a:spLocks/>
          </p:cNvSpPr>
          <p:nvPr/>
        </p:nvSpPr>
        <p:spPr>
          <a:xfrm>
            <a:off x="677295" y="1184478"/>
            <a:ext cx="1275669" cy="7543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35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ID" sz="2400" b="1" dirty="0"/>
              <a:t>Good Ending</a:t>
            </a:r>
          </a:p>
        </p:txBody>
      </p:sp>
      <p:sp>
        <p:nvSpPr>
          <p:cNvPr id="3" name="Google Shape;1005;p38">
            <a:extLst>
              <a:ext uri="{FF2B5EF4-FFF2-40B4-BE49-F238E27FC236}">
                <a16:creationId xmlns:a16="http://schemas.microsoft.com/office/drawing/2014/main" id="{3882F86E-79B1-6319-3D76-6BAE126AFCA7}"/>
              </a:ext>
            </a:extLst>
          </p:cNvPr>
          <p:cNvSpPr txBox="1">
            <a:spLocks/>
          </p:cNvSpPr>
          <p:nvPr/>
        </p:nvSpPr>
        <p:spPr>
          <a:xfrm>
            <a:off x="3102885" y="1179548"/>
            <a:ext cx="1275669" cy="7543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35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ID" sz="2400" b="1" dirty="0"/>
              <a:t>Neutral Ending</a:t>
            </a:r>
          </a:p>
        </p:txBody>
      </p:sp>
      <p:sp>
        <p:nvSpPr>
          <p:cNvPr id="4" name="Google Shape;1005;p38">
            <a:extLst>
              <a:ext uri="{FF2B5EF4-FFF2-40B4-BE49-F238E27FC236}">
                <a16:creationId xmlns:a16="http://schemas.microsoft.com/office/drawing/2014/main" id="{3F8D61F0-2187-CD6C-9968-7F968C161EA6}"/>
              </a:ext>
            </a:extLst>
          </p:cNvPr>
          <p:cNvSpPr txBox="1">
            <a:spLocks/>
          </p:cNvSpPr>
          <p:nvPr/>
        </p:nvSpPr>
        <p:spPr>
          <a:xfrm>
            <a:off x="5770097" y="1003887"/>
            <a:ext cx="1275669" cy="7543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35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ID" sz="2400" b="1" dirty="0"/>
              <a:t>Bad Ending</a:t>
            </a:r>
          </a:p>
        </p:txBody>
      </p:sp>
      <p:sp>
        <p:nvSpPr>
          <p:cNvPr id="5" name="Google Shape;1008;p38">
            <a:extLst>
              <a:ext uri="{FF2B5EF4-FFF2-40B4-BE49-F238E27FC236}">
                <a16:creationId xmlns:a16="http://schemas.microsoft.com/office/drawing/2014/main" id="{C52AE4D2-3C66-2B39-03AB-15757963E7D9}"/>
              </a:ext>
            </a:extLst>
          </p:cNvPr>
          <p:cNvSpPr txBox="1">
            <a:spLocks/>
          </p:cNvSpPr>
          <p:nvPr/>
        </p:nvSpPr>
        <p:spPr>
          <a:xfrm>
            <a:off x="2572554" y="1990768"/>
            <a:ext cx="2336330" cy="22305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spcAft>
                <a:spcPts val="1000"/>
              </a:spcAft>
              <a:buFont typeface="Maven Pro"/>
              <a:buNone/>
            </a:pPr>
            <a:r>
              <a:rPr lang="en-ID" dirty="0"/>
              <a:t>Hanya </a:t>
            </a:r>
            <a:r>
              <a:rPr lang="en-ID" dirty="0" err="1"/>
              <a:t>sebagian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</a:t>
            </a:r>
            <a:r>
              <a:rPr lang="en-ID" dirty="0" err="1"/>
              <a:t>ketiga</a:t>
            </a:r>
            <a:r>
              <a:rPr lang="en-ID" dirty="0"/>
              <a:t> </a:t>
            </a:r>
            <a:r>
              <a:rPr lang="en-ID" dirty="0" err="1"/>
              <a:t>kerajaan</a:t>
            </a:r>
            <a:r>
              <a:rPr lang="en-ID" dirty="0"/>
              <a:t> - Sapphire, Emerald, dan Ruby, yang </a:t>
            </a:r>
            <a:r>
              <a:rPr lang="en-ID" dirty="0" err="1"/>
              <a:t>berhasil</a:t>
            </a:r>
            <a:r>
              <a:rPr lang="en-ID" dirty="0"/>
              <a:t> </a:t>
            </a:r>
            <a:r>
              <a:rPr lang="en-ID" dirty="0" err="1"/>
              <a:t>diselamatkan</a:t>
            </a:r>
            <a:r>
              <a:rPr lang="en-ID" dirty="0"/>
              <a:t>. </a:t>
            </a:r>
            <a:r>
              <a:rPr lang="en-ID" dirty="0" err="1"/>
              <a:t>Meski</a:t>
            </a:r>
            <a:r>
              <a:rPr lang="en-ID" dirty="0"/>
              <a:t> </a:t>
            </a:r>
            <a:r>
              <a:rPr lang="en-ID" dirty="0" err="1"/>
              <a:t>ancaman</a:t>
            </a:r>
            <a:r>
              <a:rPr lang="en-ID" dirty="0"/>
              <a:t> </a:t>
            </a:r>
            <a:r>
              <a:rPr lang="en-ID" dirty="0" err="1"/>
              <a:t>berhasil</a:t>
            </a:r>
            <a:r>
              <a:rPr lang="en-ID" dirty="0"/>
              <a:t> </a:t>
            </a:r>
            <a:r>
              <a:rPr lang="en-ID" dirty="0" err="1"/>
              <a:t>diatasi</a:t>
            </a:r>
            <a:r>
              <a:rPr lang="en-ID" dirty="0"/>
              <a:t>, </a:t>
            </a:r>
            <a:r>
              <a:rPr lang="en-ID" dirty="0" err="1"/>
              <a:t>kehancuran</a:t>
            </a:r>
            <a:r>
              <a:rPr lang="en-ID" dirty="0"/>
              <a:t> </a:t>
            </a:r>
            <a:r>
              <a:rPr lang="en-ID" dirty="0" err="1"/>
              <a:t>tetap</a:t>
            </a:r>
            <a:r>
              <a:rPr lang="en-ID" dirty="0"/>
              <a:t> </a:t>
            </a:r>
            <a:r>
              <a:rPr lang="en-ID" dirty="0" err="1"/>
              <a:t>menyisakan</a:t>
            </a:r>
            <a:r>
              <a:rPr lang="en-ID" dirty="0"/>
              <a:t> </a:t>
            </a:r>
            <a:r>
              <a:rPr lang="en-ID" dirty="0" err="1"/>
              <a:t>luka</a:t>
            </a:r>
            <a:r>
              <a:rPr lang="en-ID" dirty="0"/>
              <a:t> yang </a:t>
            </a:r>
            <a:r>
              <a:rPr lang="en-ID" dirty="0" err="1"/>
              <a:t>dalam</a:t>
            </a:r>
            <a:r>
              <a:rPr lang="en-ID" dirty="0"/>
              <a:t>.</a:t>
            </a:r>
            <a:endParaRPr lang="en-US" dirty="0"/>
          </a:p>
        </p:txBody>
      </p:sp>
      <p:sp>
        <p:nvSpPr>
          <p:cNvPr id="6" name="Google Shape;1008;p38">
            <a:extLst>
              <a:ext uri="{FF2B5EF4-FFF2-40B4-BE49-F238E27FC236}">
                <a16:creationId xmlns:a16="http://schemas.microsoft.com/office/drawing/2014/main" id="{E35BA8FB-FE2B-1146-79E0-34E23A6809E3}"/>
              </a:ext>
            </a:extLst>
          </p:cNvPr>
          <p:cNvSpPr txBox="1">
            <a:spLocks/>
          </p:cNvSpPr>
          <p:nvPr/>
        </p:nvSpPr>
        <p:spPr>
          <a:xfrm>
            <a:off x="5334666" y="1798370"/>
            <a:ext cx="2146528" cy="2043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spcAft>
                <a:spcPts val="1000"/>
              </a:spcAft>
              <a:buFont typeface="Maven Pro"/>
              <a:buNone/>
            </a:pPr>
            <a:r>
              <a:rPr lang="en-ID" dirty="0" err="1"/>
              <a:t>Semua</a:t>
            </a:r>
            <a:r>
              <a:rPr lang="en-ID" dirty="0"/>
              <a:t> </a:t>
            </a:r>
            <a:r>
              <a:rPr lang="en-ID" dirty="0" err="1"/>
              <a:t>kerajaan</a:t>
            </a:r>
            <a:r>
              <a:rPr lang="en-ID" dirty="0"/>
              <a:t> - Sapphire, Emerald, dan Ruby, </a:t>
            </a:r>
            <a:r>
              <a:rPr lang="en-ID" dirty="0" err="1"/>
              <a:t>telah</a:t>
            </a:r>
            <a:r>
              <a:rPr lang="en-ID" dirty="0"/>
              <a:t> </a:t>
            </a:r>
            <a:r>
              <a:rPr lang="en-ID" dirty="0" err="1"/>
              <a:t>hancur</a:t>
            </a:r>
            <a:r>
              <a:rPr lang="en-ID" dirty="0"/>
              <a:t> </a:t>
            </a:r>
            <a:r>
              <a:rPr lang="en-ID" dirty="0" err="1"/>
              <a:t>tanpa</a:t>
            </a:r>
            <a:r>
              <a:rPr lang="en-ID" dirty="0"/>
              <a:t> </a:t>
            </a:r>
            <a:r>
              <a:rPr lang="en-ID" dirty="0" err="1"/>
              <a:t>tersisa</a:t>
            </a:r>
            <a:r>
              <a:rPr lang="en-ID" dirty="0"/>
              <a:t>. Sang </a:t>
            </a:r>
            <a:r>
              <a:rPr lang="en-ID" dirty="0" err="1"/>
              <a:t>pahlawan</a:t>
            </a:r>
            <a:r>
              <a:rPr lang="en-ID" dirty="0"/>
              <a:t> </a:t>
            </a:r>
            <a:r>
              <a:rPr lang="en-ID" dirty="0" err="1"/>
              <a:t>menjadi</a:t>
            </a:r>
            <a:r>
              <a:rPr lang="en-ID" dirty="0"/>
              <a:t> </a:t>
            </a:r>
            <a:r>
              <a:rPr lang="en-ID" dirty="0" err="1"/>
              <a:t>satu</a:t>
            </a:r>
            <a:r>
              <a:rPr lang="en-ID" dirty="0"/>
              <a:t> – </a:t>
            </a:r>
            <a:r>
              <a:rPr lang="en-ID" dirty="0" err="1"/>
              <a:t>satunya</a:t>
            </a:r>
            <a:r>
              <a:rPr lang="en-ID" dirty="0"/>
              <a:t> yang </a:t>
            </a:r>
            <a:r>
              <a:rPr lang="en-ID" dirty="0" err="1"/>
              <a:t>selamat</a:t>
            </a:r>
            <a:r>
              <a:rPr lang="en-ID" dirty="0"/>
              <a:t>, </a:t>
            </a:r>
            <a:r>
              <a:rPr lang="en-ID" dirty="0" err="1"/>
              <a:t>berjalan</a:t>
            </a:r>
            <a:r>
              <a:rPr lang="en-ID" dirty="0"/>
              <a:t> </a:t>
            </a:r>
            <a:r>
              <a:rPr lang="en-ID" dirty="0" err="1"/>
              <a:t>seorang</a:t>
            </a:r>
            <a:r>
              <a:rPr lang="en-ID" dirty="0"/>
              <a:t> </a:t>
            </a:r>
            <a:r>
              <a:rPr lang="en-ID" dirty="0" err="1"/>
              <a:t>diri</a:t>
            </a:r>
            <a:r>
              <a:rPr lang="en-ID" dirty="0"/>
              <a:t> di dunia yang </a:t>
            </a:r>
            <a:r>
              <a:rPr lang="en-ID" dirty="0" err="1"/>
              <a:t>telah</a:t>
            </a:r>
            <a:r>
              <a:rPr lang="en-ID" dirty="0"/>
              <a:t> </a:t>
            </a:r>
            <a:r>
              <a:rPr lang="en-ID" dirty="0" err="1"/>
              <a:t>runtuh</a:t>
            </a:r>
            <a:r>
              <a:rPr lang="en-ID" dirty="0"/>
              <a:t>.</a:t>
            </a:r>
            <a:endParaRPr 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6" name="Google Shape;976;p35"/>
          <p:cNvSpPr txBox="1">
            <a:spLocks noGrp="1"/>
          </p:cNvSpPr>
          <p:nvPr>
            <p:ph type="title" idx="15"/>
          </p:nvPr>
        </p:nvSpPr>
        <p:spPr>
          <a:xfrm>
            <a:off x="685219" y="301822"/>
            <a:ext cx="7773562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ID" sz="3600" b="1" dirty="0"/>
              <a:t> Emerald Kingdom</a:t>
            </a:r>
          </a:p>
        </p:txBody>
      </p:sp>
      <p:sp>
        <p:nvSpPr>
          <p:cNvPr id="977" name="Google Shape;977;p35"/>
          <p:cNvSpPr txBox="1">
            <a:spLocks noGrp="1"/>
          </p:cNvSpPr>
          <p:nvPr>
            <p:ph type="subTitle" idx="6"/>
          </p:nvPr>
        </p:nvSpPr>
        <p:spPr>
          <a:xfrm>
            <a:off x="379809" y="1795691"/>
            <a:ext cx="1320930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ID" sz="2000" dirty="0"/>
              <a:t>Emerald Kingdom</a:t>
            </a:r>
            <a:endParaRPr sz="2000" dirty="0"/>
          </a:p>
        </p:txBody>
      </p:sp>
      <p:sp>
        <p:nvSpPr>
          <p:cNvPr id="980" name="Google Shape;980;p35"/>
          <p:cNvSpPr txBox="1">
            <a:spLocks noGrp="1"/>
          </p:cNvSpPr>
          <p:nvPr>
            <p:ph type="title"/>
          </p:nvPr>
        </p:nvSpPr>
        <p:spPr>
          <a:xfrm>
            <a:off x="394575" y="1121466"/>
            <a:ext cx="645699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01</a:t>
            </a:r>
            <a:endParaRPr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2C872DAA-5686-ED3A-AAAB-311743CC7D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0633" y="2915080"/>
            <a:ext cx="2042339" cy="20423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971;p34">
            <a:extLst>
              <a:ext uri="{FF2B5EF4-FFF2-40B4-BE49-F238E27FC236}">
                <a16:creationId xmlns:a16="http://schemas.microsoft.com/office/drawing/2014/main" id="{F1AFDAF8-D1FE-1AF0-B0D7-4B2F6D4C2611}"/>
              </a:ext>
            </a:extLst>
          </p:cNvPr>
          <p:cNvSpPr txBox="1">
            <a:spLocks/>
          </p:cNvSpPr>
          <p:nvPr/>
        </p:nvSpPr>
        <p:spPr>
          <a:xfrm>
            <a:off x="1850413" y="1026278"/>
            <a:ext cx="6667945" cy="153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58750" indent="0" algn="l"/>
            <a:r>
              <a:rPr lang="en-ID" dirty="0">
                <a:cs typeface="LilyUPC" panose="020B0502040204020203" pitchFamily="34" charset="-34"/>
              </a:rPr>
              <a:t>Emerald Kingdom </a:t>
            </a:r>
            <a:r>
              <a:rPr lang="en-ID" dirty="0" err="1">
                <a:cs typeface="LilyUPC" panose="020B0502040204020203" pitchFamily="34" charset="-34"/>
              </a:rPr>
              <a:t>adalah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kerajaan</a:t>
            </a:r>
            <a:r>
              <a:rPr lang="en-ID" dirty="0">
                <a:cs typeface="LilyUPC" panose="020B0502040204020203" pitchFamily="34" charset="-34"/>
              </a:rPr>
              <a:t> yang </a:t>
            </a:r>
            <a:r>
              <a:rPr lang="en-ID" dirty="0" err="1">
                <a:cs typeface="LilyUPC" panose="020B0502040204020203" pitchFamily="34" charset="-34"/>
              </a:rPr>
              <a:t>subur</a:t>
            </a:r>
            <a:r>
              <a:rPr lang="en-ID" dirty="0">
                <a:cs typeface="LilyUPC" panose="020B0502040204020203" pitchFamily="34" charset="-34"/>
              </a:rPr>
              <a:t> dan </a:t>
            </a:r>
            <a:r>
              <a:rPr lang="en-ID" dirty="0" err="1">
                <a:cs typeface="LilyUPC" panose="020B0502040204020203" pitchFamily="34" charset="-34"/>
              </a:rPr>
              <a:t>hijau</a:t>
            </a:r>
            <a:r>
              <a:rPr lang="en-ID" dirty="0">
                <a:cs typeface="LilyUPC" panose="020B0502040204020203" pitchFamily="34" charset="-34"/>
              </a:rPr>
              <a:t>, </a:t>
            </a:r>
            <a:r>
              <a:rPr lang="en-ID" dirty="0" err="1">
                <a:cs typeface="LilyUPC" panose="020B0502040204020203" pitchFamily="34" charset="-34"/>
              </a:rPr>
              <a:t>dikenal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karena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keharmonisan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dengan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alam</a:t>
            </a:r>
            <a:r>
              <a:rPr lang="en-ID" dirty="0">
                <a:cs typeface="LilyUPC" panose="020B0502040204020203" pitchFamily="34" charset="-34"/>
              </a:rPr>
              <a:t>, </a:t>
            </a:r>
            <a:r>
              <a:rPr lang="en-ID" dirty="0" err="1">
                <a:cs typeface="LilyUPC" panose="020B0502040204020203" pitchFamily="34" charset="-34"/>
              </a:rPr>
              <a:t>keberanian</a:t>
            </a:r>
            <a:r>
              <a:rPr lang="en-ID" dirty="0">
                <a:cs typeface="LilyUPC" panose="020B0502040204020203" pitchFamily="34" charset="-34"/>
              </a:rPr>
              <a:t>, dan </a:t>
            </a:r>
            <a:r>
              <a:rPr lang="en-ID" dirty="0" err="1">
                <a:cs typeface="LilyUPC" panose="020B0502040204020203" pitchFamily="34" charset="-34"/>
              </a:rPr>
              <a:t>nilai-nilai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kehormatan</a:t>
            </a:r>
            <a:r>
              <a:rPr lang="en-ID" dirty="0">
                <a:cs typeface="LilyUPC" panose="020B0502040204020203" pitchFamily="34" charset="-34"/>
              </a:rPr>
              <a:t>. </a:t>
            </a:r>
            <a:r>
              <a:rPr lang="en-ID" dirty="0" err="1">
                <a:cs typeface="LilyUPC" panose="020B0502040204020203" pitchFamily="34" charset="-34"/>
              </a:rPr>
              <a:t>Dipimpin</a:t>
            </a:r>
            <a:r>
              <a:rPr lang="en-ID" dirty="0">
                <a:cs typeface="LilyUPC" panose="020B0502040204020203" pitchFamily="34" charset="-34"/>
              </a:rPr>
              <a:t> oleh </a:t>
            </a:r>
            <a:r>
              <a:rPr lang="en-ID" dirty="0" err="1">
                <a:cs typeface="LilyUPC" panose="020B0502040204020203" pitchFamily="34" charset="-34"/>
              </a:rPr>
              <a:t>pemimpin</a:t>
            </a:r>
            <a:r>
              <a:rPr lang="en-ID" dirty="0">
                <a:cs typeface="LilyUPC" panose="020B0502040204020203" pitchFamily="34" charset="-34"/>
              </a:rPr>
              <a:t> yang </a:t>
            </a:r>
            <a:r>
              <a:rPr lang="en-ID" dirty="0" err="1">
                <a:cs typeface="LilyUPC" panose="020B0502040204020203" pitchFamily="34" charset="-34"/>
              </a:rPr>
              <a:t>bijak</a:t>
            </a:r>
            <a:r>
              <a:rPr lang="en-ID" dirty="0">
                <a:cs typeface="LilyUPC" panose="020B0502040204020203" pitchFamily="34" charset="-34"/>
              </a:rPr>
              <a:t>, </a:t>
            </a:r>
            <a:r>
              <a:rPr lang="en-ID" dirty="0" err="1">
                <a:cs typeface="LilyUPC" panose="020B0502040204020203" pitchFamily="34" charset="-34"/>
              </a:rPr>
              <a:t>kerajaan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ini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menjadi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tempat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lahirnya</a:t>
            </a:r>
            <a:r>
              <a:rPr lang="en-ID" dirty="0">
                <a:cs typeface="LilyUPC" panose="020B0502040204020203" pitchFamily="34" charset="-34"/>
              </a:rPr>
              <a:t> para </a:t>
            </a:r>
            <a:r>
              <a:rPr lang="en-ID" dirty="0" err="1">
                <a:cs typeface="LilyUPC" panose="020B0502040204020203" pitchFamily="34" charset="-34"/>
              </a:rPr>
              <a:t>pahlawan</a:t>
            </a:r>
            <a:r>
              <a:rPr lang="en-ID" dirty="0">
                <a:cs typeface="LilyUPC" panose="020B0502040204020203" pitchFamily="34" charset="-34"/>
              </a:rPr>
              <a:t> dan </a:t>
            </a:r>
            <a:r>
              <a:rPr lang="en-ID" dirty="0" err="1">
                <a:cs typeface="LilyUPC" panose="020B0502040204020203" pitchFamily="34" charset="-34"/>
              </a:rPr>
              <a:t>benteng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terakhir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melawan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kegelapan</a:t>
            </a:r>
            <a:r>
              <a:rPr lang="en-ID" dirty="0">
                <a:cs typeface="LilyUPC" panose="020B0502040204020203" pitchFamily="34" charset="-34"/>
              </a:rPr>
              <a:t>. Istana dan </a:t>
            </a:r>
            <a:r>
              <a:rPr lang="en-ID" dirty="0" err="1">
                <a:cs typeface="LilyUPC" panose="020B0502040204020203" pitchFamily="34" charset="-34"/>
              </a:rPr>
              <a:t>bentengnya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terbuat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dari</a:t>
            </a:r>
            <a:r>
              <a:rPr lang="en-ID" dirty="0">
                <a:cs typeface="LilyUPC" panose="020B0502040204020203" pitchFamily="34" charset="-34"/>
              </a:rPr>
              <a:t> batu </a:t>
            </a:r>
            <a:r>
              <a:rPr lang="en-ID" dirty="0" err="1">
                <a:cs typeface="LilyUPC" panose="020B0502040204020203" pitchFamily="34" charset="-34"/>
              </a:rPr>
              <a:t>zamrud</a:t>
            </a:r>
            <a:r>
              <a:rPr lang="en-ID" dirty="0">
                <a:cs typeface="LilyUPC" panose="020B0502040204020203" pitchFamily="34" charset="-34"/>
              </a:rPr>
              <a:t>, </a:t>
            </a:r>
            <a:r>
              <a:rPr lang="en-ID" dirty="0" err="1">
                <a:cs typeface="LilyUPC" panose="020B0502040204020203" pitchFamily="34" charset="-34"/>
              </a:rPr>
              <a:t>simbol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kekuatan</a:t>
            </a:r>
            <a:r>
              <a:rPr lang="en-ID" dirty="0">
                <a:cs typeface="LilyUPC" panose="020B0502040204020203" pitchFamily="34" charset="-34"/>
              </a:rPr>
              <a:t> dan </a:t>
            </a:r>
            <a:r>
              <a:rPr lang="en-ID" dirty="0" err="1">
                <a:cs typeface="LilyUPC" panose="020B0502040204020203" pitchFamily="34" charset="-34"/>
              </a:rPr>
              <a:t>perlindungan</a:t>
            </a:r>
            <a:r>
              <a:rPr lang="en-ID" dirty="0">
                <a:cs typeface="LilyUPC" panose="020B0502040204020203" pitchFamily="34" charset="-34"/>
              </a:rPr>
              <a:t>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5">
          <a:extLst>
            <a:ext uri="{FF2B5EF4-FFF2-40B4-BE49-F238E27FC236}">
              <a16:creationId xmlns:a16="http://schemas.microsoft.com/office/drawing/2014/main" id="{8BD09B8E-EAE5-6C4B-8939-D13349FA9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6" name="Google Shape;976;p35">
            <a:extLst>
              <a:ext uri="{FF2B5EF4-FFF2-40B4-BE49-F238E27FC236}">
                <a16:creationId xmlns:a16="http://schemas.microsoft.com/office/drawing/2014/main" id="{8F8BE982-B7CF-3736-A60B-558C31FCD525}"/>
              </a:ext>
            </a:extLst>
          </p:cNvPr>
          <p:cNvSpPr txBox="1">
            <a:spLocks noGrp="1"/>
          </p:cNvSpPr>
          <p:nvPr>
            <p:ph type="title" idx="15"/>
          </p:nvPr>
        </p:nvSpPr>
        <p:spPr>
          <a:xfrm>
            <a:off x="685219" y="301822"/>
            <a:ext cx="7773562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ID" sz="3600" b="1" dirty="0"/>
              <a:t>Ruby Kingdom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349FC32-4380-75BF-0109-FC279C516B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1772" y="2915080"/>
            <a:ext cx="2041200" cy="2041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77" name="Google Shape;977;p35">
            <a:extLst>
              <a:ext uri="{FF2B5EF4-FFF2-40B4-BE49-F238E27FC236}">
                <a16:creationId xmlns:a16="http://schemas.microsoft.com/office/drawing/2014/main" id="{CE4A54F7-F2D5-35EE-34A6-0D556B321C6B}"/>
              </a:ext>
            </a:extLst>
          </p:cNvPr>
          <p:cNvSpPr txBox="1">
            <a:spLocks noGrp="1"/>
          </p:cNvSpPr>
          <p:nvPr>
            <p:ph type="subTitle" idx="6"/>
          </p:nvPr>
        </p:nvSpPr>
        <p:spPr>
          <a:xfrm>
            <a:off x="379809" y="1795691"/>
            <a:ext cx="1320930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ID" sz="2000" dirty="0"/>
              <a:t>Ruby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ID" sz="2000" dirty="0"/>
              <a:t>Kingdom</a:t>
            </a:r>
            <a:endParaRPr sz="2000" dirty="0"/>
          </a:p>
        </p:txBody>
      </p:sp>
      <p:sp>
        <p:nvSpPr>
          <p:cNvPr id="980" name="Google Shape;980;p35">
            <a:extLst>
              <a:ext uri="{FF2B5EF4-FFF2-40B4-BE49-F238E27FC236}">
                <a16:creationId xmlns:a16="http://schemas.microsoft.com/office/drawing/2014/main" id="{969E3F49-F966-3E63-0C96-B4F4EF20932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94575" y="1121466"/>
            <a:ext cx="645699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  <p:sp>
        <p:nvSpPr>
          <p:cNvPr id="2" name="Google Shape;971;p34">
            <a:extLst>
              <a:ext uri="{FF2B5EF4-FFF2-40B4-BE49-F238E27FC236}">
                <a16:creationId xmlns:a16="http://schemas.microsoft.com/office/drawing/2014/main" id="{70387071-A7F7-9166-0DD7-5BD236E9F542}"/>
              </a:ext>
            </a:extLst>
          </p:cNvPr>
          <p:cNvSpPr txBox="1">
            <a:spLocks/>
          </p:cNvSpPr>
          <p:nvPr/>
        </p:nvSpPr>
        <p:spPr>
          <a:xfrm>
            <a:off x="1850413" y="1026278"/>
            <a:ext cx="6667945" cy="153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58750" indent="0" algn="l"/>
            <a:r>
              <a:rPr lang="en-ID" dirty="0"/>
              <a:t>Ruby Kingdom </a:t>
            </a:r>
            <a:r>
              <a:rPr lang="en-ID" dirty="0" err="1"/>
              <a:t>adalah</a:t>
            </a:r>
            <a:r>
              <a:rPr lang="en-ID" dirty="0"/>
              <a:t> </a:t>
            </a:r>
            <a:r>
              <a:rPr lang="en-ID" dirty="0" err="1"/>
              <a:t>kerajaan</a:t>
            </a:r>
            <a:r>
              <a:rPr lang="en-ID" dirty="0"/>
              <a:t> yang </a:t>
            </a:r>
            <a:r>
              <a:rPr lang="en-ID" dirty="0" err="1"/>
              <a:t>berapi</a:t>
            </a:r>
            <a:r>
              <a:rPr lang="en-ID" dirty="0"/>
              <a:t> – </a:t>
            </a:r>
            <a:r>
              <a:rPr lang="en-ID" dirty="0" err="1"/>
              <a:t>api</a:t>
            </a:r>
            <a:r>
              <a:rPr lang="en-ID" dirty="0"/>
              <a:t> dan </a:t>
            </a:r>
            <a:r>
              <a:rPr lang="en-ID" dirty="0" err="1"/>
              <a:t>penuh</a:t>
            </a:r>
            <a:r>
              <a:rPr lang="en-ID" dirty="0"/>
              <a:t> </a:t>
            </a:r>
            <a:r>
              <a:rPr lang="en-ID" dirty="0" err="1"/>
              <a:t>semangat</a:t>
            </a:r>
            <a:r>
              <a:rPr lang="en-ID" dirty="0"/>
              <a:t>, </a:t>
            </a:r>
            <a:r>
              <a:rPr lang="en-ID" dirty="0" err="1"/>
              <a:t>terletak</a:t>
            </a:r>
            <a:r>
              <a:rPr lang="en-ID" dirty="0"/>
              <a:t> di </a:t>
            </a:r>
            <a:r>
              <a:rPr lang="en-ID" dirty="0" err="1"/>
              <a:t>daerah</a:t>
            </a:r>
            <a:r>
              <a:rPr lang="en-ID" dirty="0"/>
              <a:t> </a:t>
            </a:r>
            <a:r>
              <a:rPr lang="en-ID" dirty="0" err="1"/>
              <a:t>pegunungan</a:t>
            </a:r>
            <a:r>
              <a:rPr lang="en-ID" dirty="0"/>
              <a:t> </a:t>
            </a:r>
            <a:r>
              <a:rPr lang="en-ID" dirty="0" err="1"/>
              <a:t>vulkanik</a:t>
            </a:r>
            <a:r>
              <a:rPr lang="en-ID" dirty="0"/>
              <a:t> yang </a:t>
            </a:r>
            <a:r>
              <a:rPr lang="en-ID" dirty="0" err="1"/>
              <a:t>keras</a:t>
            </a:r>
            <a:r>
              <a:rPr lang="en-ID" dirty="0"/>
              <a:t> </a:t>
            </a:r>
            <a:r>
              <a:rPr lang="en-ID" dirty="0" err="1"/>
              <a:t>namun</a:t>
            </a:r>
            <a:r>
              <a:rPr lang="en-ID" dirty="0"/>
              <a:t> </a:t>
            </a:r>
            <a:r>
              <a:rPr lang="en-ID" dirty="0" err="1"/>
              <a:t>indah</a:t>
            </a:r>
            <a:r>
              <a:rPr lang="en-ID" dirty="0"/>
              <a:t>. </a:t>
            </a:r>
            <a:r>
              <a:rPr lang="en-ID" dirty="0" err="1"/>
              <a:t>Dikenal</a:t>
            </a:r>
            <a:r>
              <a:rPr lang="en-ID" dirty="0"/>
              <a:t> </a:t>
            </a:r>
            <a:r>
              <a:rPr lang="en-ID" dirty="0" err="1"/>
              <a:t>karena</a:t>
            </a:r>
            <a:r>
              <a:rPr lang="en-ID" dirty="0"/>
              <a:t> </a:t>
            </a:r>
            <a:r>
              <a:rPr lang="en-ID" dirty="0" err="1"/>
              <a:t>keteguhan</a:t>
            </a:r>
            <a:r>
              <a:rPr lang="en-ID" dirty="0"/>
              <a:t> dan </a:t>
            </a:r>
            <a:r>
              <a:rPr lang="en-ID" dirty="0" err="1"/>
              <a:t>tekad</a:t>
            </a:r>
            <a:r>
              <a:rPr lang="en-ID" dirty="0"/>
              <a:t> </a:t>
            </a:r>
            <a:r>
              <a:rPr lang="en-ID" dirty="0" err="1"/>
              <a:t>rakyatnya</a:t>
            </a:r>
            <a:r>
              <a:rPr lang="en-ID" dirty="0"/>
              <a:t>, </a:t>
            </a:r>
            <a:r>
              <a:rPr lang="en-ID" dirty="0" err="1"/>
              <a:t>kerajaan</a:t>
            </a:r>
            <a:r>
              <a:rPr lang="en-ID" dirty="0"/>
              <a:t> </a:t>
            </a:r>
            <a:r>
              <a:rPr lang="en-ID" dirty="0" err="1"/>
              <a:t>ini</a:t>
            </a:r>
            <a:r>
              <a:rPr lang="en-ID" dirty="0"/>
              <a:t> </a:t>
            </a:r>
            <a:r>
              <a:rPr lang="en-ID" dirty="0" err="1"/>
              <a:t>melatih</a:t>
            </a:r>
            <a:r>
              <a:rPr lang="en-ID" dirty="0"/>
              <a:t> para </a:t>
            </a:r>
            <a:r>
              <a:rPr lang="en-ID" dirty="0" err="1"/>
              <a:t>prajuritnya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menjadi</a:t>
            </a:r>
            <a:r>
              <a:rPr lang="en-ID" dirty="0"/>
              <a:t> </a:t>
            </a:r>
            <a:r>
              <a:rPr lang="en-ID" dirty="0" err="1"/>
              <a:t>tahan</a:t>
            </a:r>
            <a:r>
              <a:rPr lang="en-ID" dirty="0"/>
              <a:t> banting, </a:t>
            </a:r>
            <a:r>
              <a:rPr lang="en-ID" dirty="0" err="1"/>
              <a:t>fokus</a:t>
            </a:r>
            <a:r>
              <a:rPr lang="en-ID" dirty="0"/>
              <a:t>, dan </a:t>
            </a:r>
            <a:r>
              <a:rPr lang="en-ID" dirty="0" err="1"/>
              <a:t>disiplin</a:t>
            </a:r>
            <a:r>
              <a:rPr lang="en-ID" dirty="0"/>
              <a:t>. </a:t>
            </a:r>
            <a:r>
              <a:rPr lang="en-ID" dirty="0" err="1"/>
              <a:t>Semangat</a:t>
            </a:r>
            <a:r>
              <a:rPr lang="en-ID" dirty="0"/>
              <a:t> </a:t>
            </a:r>
            <a:r>
              <a:rPr lang="en-ID" dirty="0" err="1"/>
              <a:t>juang</a:t>
            </a:r>
            <a:r>
              <a:rPr lang="en-ID" dirty="0"/>
              <a:t> dan </a:t>
            </a:r>
            <a:r>
              <a:rPr lang="en-ID" dirty="0" err="1"/>
              <a:t>kehormatan</a:t>
            </a:r>
            <a:r>
              <a:rPr lang="en-ID" dirty="0"/>
              <a:t> </a:t>
            </a:r>
            <a:r>
              <a:rPr lang="en-ID" dirty="0" err="1"/>
              <a:t>adalah</a:t>
            </a:r>
            <a:r>
              <a:rPr lang="en-ID" dirty="0"/>
              <a:t> </a:t>
            </a:r>
            <a:r>
              <a:rPr lang="en-ID" dirty="0" err="1"/>
              <a:t>fondasi</a:t>
            </a:r>
            <a:r>
              <a:rPr lang="en-ID" dirty="0"/>
              <a:t> </a:t>
            </a:r>
            <a:r>
              <a:rPr lang="en-ID" dirty="0" err="1"/>
              <a:t>utama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</a:t>
            </a:r>
            <a:r>
              <a:rPr lang="en-ID" dirty="0" err="1"/>
              <a:t>budaya</a:t>
            </a:r>
            <a:r>
              <a:rPr lang="en-ID" dirty="0"/>
              <a:t> Ruby Kingdom.</a:t>
            </a:r>
            <a:endParaRPr lang="en-ID" dirty="0">
              <a:cs typeface="LilyUPC" panose="020B0502040204020203" pitchFamily="34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14644531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5">
          <a:extLst>
            <a:ext uri="{FF2B5EF4-FFF2-40B4-BE49-F238E27FC236}">
              <a16:creationId xmlns:a16="http://schemas.microsoft.com/office/drawing/2014/main" id="{12D9A166-B67B-6723-31B9-D8D543C90C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castle on a hill surrounded by water&#10;&#10;AI-generated content may be incorrect.">
            <a:extLst>
              <a:ext uri="{FF2B5EF4-FFF2-40B4-BE49-F238E27FC236}">
                <a16:creationId xmlns:a16="http://schemas.microsoft.com/office/drawing/2014/main" id="{BBA5D95F-A530-DDE2-3659-849647F975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771" y="2915081"/>
            <a:ext cx="2041199" cy="2041199"/>
          </a:xfrm>
          <a:prstGeom prst="rect">
            <a:avLst/>
          </a:prstGeom>
        </p:spPr>
      </p:pic>
      <p:sp>
        <p:nvSpPr>
          <p:cNvPr id="976" name="Google Shape;976;p35">
            <a:extLst>
              <a:ext uri="{FF2B5EF4-FFF2-40B4-BE49-F238E27FC236}">
                <a16:creationId xmlns:a16="http://schemas.microsoft.com/office/drawing/2014/main" id="{186A5D79-7CC3-88AD-39CB-7B5CB1DF1871}"/>
              </a:ext>
            </a:extLst>
          </p:cNvPr>
          <p:cNvSpPr txBox="1">
            <a:spLocks noGrp="1"/>
          </p:cNvSpPr>
          <p:nvPr>
            <p:ph type="title" idx="15"/>
          </p:nvPr>
        </p:nvSpPr>
        <p:spPr>
          <a:xfrm>
            <a:off x="685219" y="301822"/>
            <a:ext cx="7773562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ID" sz="3600" b="1" dirty="0"/>
              <a:t>Sapphire Kingdom</a:t>
            </a:r>
          </a:p>
        </p:txBody>
      </p:sp>
      <p:sp>
        <p:nvSpPr>
          <p:cNvPr id="977" name="Google Shape;977;p35">
            <a:extLst>
              <a:ext uri="{FF2B5EF4-FFF2-40B4-BE49-F238E27FC236}">
                <a16:creationId xmlns:a16="http://schemas.microsoft.com/office/drawing/2014/main" id="{B49A9221-DB05-BE52-F654-7A83E2BE71E8}"/>
              </a:ext>
            </a:extLst>
          </p:cNvPr>
          <p:cNvSpPr txBox="1">
            <a:spLocks noGrp="1"/>
          </p:cNvSpPr>
          <p:nvPr>
            <p:ph type="subTitle" idx="6"/>
          </p:nvPr>
        </p:nvSpPr>
        <p:spPr>
          <a:xfrm>
            <a:off x="379809" y="1795691"/>
            <a:ext cx="1320930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ID" sz="2000" dirty="0"/>
              <a:t>Sapphire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ID" sz="2000" dirty="0"/>
              <a:t>Kingdom</a:t>
            </a:r>
            <a:endParaRPr sz="2000" dirty="0"/>
          </a:p>
        </p:txBody>
      </p:sp>
      <p:sp>
        <p:nvSpPr>
          <p:cNvPr id="980" name="Google Shape;980;p35">
            <a:extLst>
              <a:ext uri="{FF2B5EF4-FFF2-40B4-BE49-F238E27FC236}">
                <a16:creationId xmlns:a16="http://schemas.microsoft.com/office/drawing/2014/main" id="{B89E3DED-2173-BB9D-CCED-BE13468492D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94575" y="1121466"/>
            <a:ext cx="645699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  <p:sp>
        <p:nvSpPr>
          <p:cNvPr id="2" name="Google Shape;971;p34">
            <a:extLst>
              <a:ext uri="{FF2B5EF4-FFF2-40B4-BE49-F238E27FC236}">
                <a16:creationId xmlns:a16="http://schemas.microsoft.com/office/drawing/2014/main" id="{97EC57F1-F342-F628-0444-1E9A8ED95E23}"/>
              </a:ext>
            </a:extLst>
          </p:cNvPr>
          <p:cNvSpPr txBox="1">
            <a:spLocks/>
          </p:cNvSpPr>
          <p:nvPr/>
        </p:nvSpPr>
        <p:spPr>
          <a:xfrm>
            <a:off x="1850413" y="1026278"/>
            <a:ext cx="6667945" cy="153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58750" indent="0" algn="l"/>
            <a:r>
              <a:rPr lang="en-ID" dirty="0"/>
              <a:t>Sapphire Kingdom </a:t>
            </a:r>
            <a:r>
              <a:rPr lang="en-ID" dirty="0" err="1"/>
              <a:t>adalah</a:t>
            </a:r>
            <a:r>
              <a:rPr lang="en-ID" dirty="0"/>
              <a:t> </a:t>
            </a:r>
            <a:r>
              <a:rPr lang="en-ID" dirty="0" err="1"/>
              <a:t>kerajaan</a:t>
            </a:r>
            <a:r>
              <a:rPr lang="en-ID" dirty="0"/>
              <a:t> yang </a:t>
            </a:r>
            <a:r>
              <a:rPr lang="en-ID" dirty="0" err="1"/>
              <a:t>damai</a:t>
            </a:r>
            <a:r>
              <a:rPr lang="en-ID" dirty="0"/>
              <a:t> dan </a:t>
            </a:r>
            <a:r>
              <a:rPr lang="en-ID" dirty="0" err="1"/>
              <a:t>elegan</a:t>
            </a:r>
            <a:r>
              <a:rPr lang="en-ID" dirty="0"/>
              <a:t>, </a:t>
            </a:r>
            <a:r>
              <a:rPr lang="en-ID" dirty="0" err="1"/>
              <a:t>terletak</a:t>
            </a:r>
            <a:r>
              <a:rPr lang="en-ID" dirty="0"/>
              <a:t> di </a:t>
            </a:r>
            <a:r>
              <a:rPr lang="en-ID" dirty="0" err="1"/>
              <a:t>tepian</a:t>
            </a:r>
            <a:r>
              <a:rPr lang="en-ID" dirty="0"/>
              <a:t> </a:t>
            </a:r>
            <a:r>
              <a:rPr lang="en-ID" dirty="0" err="1"/>
              <a:t>danau</a:t>
            </a:r>
            <a:r>
              <a:rPr lang="en-ID" dirty="0"/>
              <a:t> dan wilayah </a:t>
            </a:r>
            <a:r>
              <a:rPr lang="en-ID" dirty="0" err="1"/>
              <a:t>pesisir</a:t>
            </a:r>
            <a:r>
              <a:rPr lang="en-ID" dirty="0"/>
              <a:t> yang </a:t>
            </a:r>
            <a:r>
              <a:rPr lang="en-ID" dirty="0" err="1"/>
              <a:t>dipenuhi</a:t>
            </a:r>
            <a:r>
              <a:rPr lang="en-ID" dirty="0"/>
              <a:t> </a:t>
            </a:r>
            <a:r>
              <a:rPr lang="en-ID" dirty="0" err="1"/>
              <a:t>kristal</a:t>
            </a:r>
            <a:r>
              <a:rPr lang="en-ID" dirty="0"/>
              <a:t> </a:t>
            </a:r>
            <a:r>
              <a:rPr lang="en-ID" dirty="0" err="1"/>
              <a:t>biru</a:t>
            </a:r>
            <a:r>
              <a:rPr lang="en-ID" dirty="0"/>
              <a:t> </a:t>
            </a:r>
            <a:r>
              <a:rPr lang="en-ID" dirty="0" err="1"/>
              <a:t>alami</a:t>
            </a:r>
            <a:r>
              <a:rPr lang="en-ID" dirty="0"/>
              <a:t>. </a:t>
            </a:r>
            <a:r>
              <a:rPr lang="en-ID" dirty="0" err="1"/>
              <a:t>Dikenal</a:t>
            </a:r>
            <a:r>
              <a:rPr lang="en-ID" dirty="0"/>
              <a:t> </a:t>
            </a:r>
            <a:r>
              <a:rPr lang="en-ID" dirty="0" err="1"/>
              <a:t>sebagai</a:t>
            </a:r>
            <a:r>
              <a:rPr lang="en-ID" dirty="0"/>
              <a:t> </a:t>
            </a:r>
            <a:r>
              <a:rPr lang="en-ID" dirty="0" err="1"/>
              <a:t>pusat</a:t>
            </a:r>
            <a:r>
              <a:rPr lang="en-ID" dirty="0"/>
              <a:t> </a:t>
            </a:r>
            <a:r>
              <a:rPr lang="en-ID" dirty="0" err="1"/>
              <a:t>pengetahuan</a:t>
            </a:r>
            <a:r>
              <a:rPr lang="en-ID" dirty="0"/>
              <a:t> dan </a:t>
            </a:r>
            <a:r>
              <a:rPr lang="en-ID" dirty="0" err="1"/>
              <a:t>seni</a:t>
            </a:r>
            <a:r>
              <a:rPr lang="en-ID" dirty="0"/>
              <a:t> </a:t>
            </a:r>
            <a:r>
              <a:rPr lang="en-ID" dirty="0" err="1"/>
              <a:t>sihir</a:t>
            </a:r>
            <a:r>
              <a:rPr lang="en-ID" dirty="0"/>
              <a:t>, </a:t>
            </a:r>
            <a:r>
              <a:rPr lang="en-ID" dirty="0" err="1"/>
              <a:t>kerajaan</a:t>
            </a:r>
            <a:r>
              <a:rPr lang="en-ID" dirty="0"/>
              <a:t> </a:t>
            </a:r>
            <a:r>
              <a:rPr lang="en-ID" dirty="0" err="1"/>
              <a:t>ini</a:t>
            </a:r>
            <a:r>
              <a:rPr lang="en-ID" dirty="0"/>
              <a:t> </a:t>
            </a:r>
            <a:r>
              <a:rPr lang="en-ID" dirty="0" err="1"/>
              <a:t>dihuni</a:t>
            </a:r>
            <a:r>
              <a:rPr lang="en-ID" dirty="0"/>
              <a:t> oleh para </a:t>
            </a:r>
            <a:r>
              <a:rPr lang="en-ID" dirty="0" err="1"/>
              <a:t>cendekiawan</a:t>
            </a:r>
            <a:r>
              <a:rPr lang="en-ID" dirty="0"/>
              <a:t>, </a:t>
            </a:r>
            <a:r>
              <a:rPr lang="en-ID" dirty="0" err="1"/>
              <a:t>penyihir</a:t>
            </a:r>
            <a:r>
              <a:rPr lang="en-ID" dirty="0"/>
              <a:t>, dan </a:t>
            </a:r>
            <a:r>
              <a:rPr lang="en-ID" dirty="0" err="1"/>
              <a:t>penjaga</a:t>
            </a:r>
            <a:r>
              <a:rPr lang="en-ID" dirty="0"/>
              <a:t> </a:t>
            </a:r>
            <a:r>
              <a:rPr lang="en-ID" dirty="0" err="1"/>
              <a:t>rahasia</a:t>
            </a:r>
            <a:r>
              <a:rPr lang="en-ID" dirty="0"/>
              <a:t> dunia. </a:t>
            </a:r>
            <a:r>
              <a:rPr lang="en-ID" dirty="0" err="1"/>
              <a:t>Masyarakatnya</a:t>
            </a:r>
            <a:r>
              <a:rPr lang="en-ID" dirty="0"/>
              <a:t> </a:t>
            </a:r>
            <a:r>
              <a:rPr lang="en-ID" dirty="0" err="1"/>
              <a:t>menjunjung</a:t>
            </a:r>
            <a:r>
              <a:rPr lang="en-ID" dirty="0"/>
              <a:t> </a:t>
            </a:r>
            <a:r>
              <a:rPr lang="en-ID" dirty="0" err="1"/>
              <a:t>tinggi</a:t>
            </a:r>
            <a:r>
              <a:rPr lang="en-ID" dirty="0"/>
              <a:t> </a:t>
            </a:r>
            <a:r>
              <a:rPr lang="en-ID" dirty="0" err="1"/>
              <a:t>kebijaksanaan</a:t>
            </a:r>
            <a:r>
              <a:rPr lang="en-ID" dirty="0"/>
              <a:t>, </a:t>
            </a:r>
            <a:r>
              <a:rPr lang="en-ID" dirty="0" err="1"/>
              <a:t>ketenangan</a:t>
            </a:r>
            <a:r>
              <a:rPr lang="en-ID" dirty="0"/>
              <a:t>, dan </a:t>
            </a:r>
            <a:r>
              <a:rPr lang="en-ID" dirty="0" err="1"/>
              <a:t>pemahaman</a:t>
            </a:r>
            <a:r>
              <a:rPr lang="en-ID" dirty="0"/>
              <a:t> </a:t>
            </a:r>
            <a:r>
              <a:rPr lang="en-ID" dirty="0" err="1"/>
              <a:t>mendalam</a:t>
            </a:r>
            <a:r>
              <a:rPr lang="en-ID" dirty="0"/>
              <a:t> </a:t>
            </a:r>
            <a:r>
              <a:rPr lang="en-ID" dirty="0" err="1"/>
              <a:t>terhadap</a:t>
            </a:r>
            <a:r>
              <a:rPr lang="en-ID" dirty="0"/>
              <a:t> </a:t>
            </a:r>
            <a:r>
              <a:rPr lang="en-ID" dirty="0" err="1"/>
              <a:t>kekuatan</a:t>
            </a:r>
            <a:r>
              <a:rPr lang="en-ID" dirty="0"/>
              <a:t> </a:t>
            </a:r>
            <a:r>
              <a:rPr lang="en-ID" dirty="0" err="1"/>
              <a:t>magis</a:t>
            </a:r>
            <a:r>
              <a:rPr lang="en-ID" dirty="0"/>
              <a:t>.</a:t>
            </a:r>
            <a:endParaRPr lang="en-ID" dirty="0">
              <a:cs typeface="LilyUPC" panose="020B0502040204020203" pitchFamily="34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3725281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5">
          <a:extLst>
            <a:ext uri="{FF2B5EF4-FFF2-40B4-BE49-F238E27FC236}">
              <a16:creationId xmlns:a16="http://schemas.microsoft.com/office/drawing/2014/main" id="{EE31AD11-3B64-5AD9-C52A-16C295C27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4">
            <a:extLst>
              <a:ext uri="{FF2B5EF4-FFF2-40B4-BE49-F238E27FC236}">
                <a16:creationId xmlns:a16="http://schemas.microsoft.com/office/drawing/2014/main" id="{DA8A89B7-213E-31D5-5FEE-02CAFE2715B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956" t="1805" r="29826" b="20035"/>
          <a:stretch/>
        </p:blipFill>
        <p:spPr bwMode="auto">
          <a:xfrm>
            <a:off x="201770" y="2915080"/>
            <a:ext cx="2041199" cy="20411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76" name="Google Shape;976;p35">
            <a:extLst>
              <a:ext uri="{FF2B5EF4-FFF2-40B4-BE49-F238E27FC236}">
                <a16:creationId xmlns:a16="http://schemas.microsoft.com/office/drawing/2014/main" id="{984039AB-0E34-0F63-F209-6D421CB3E17D}"/>
              </a:ext>
            </a:extLst>
          </p:cNvPr>
          <p:cNvSpPr txBox="1">
            <a:spLocks noGrp="1"/>
          </p:cNvSpPr>
          <p:nvPr>
            <p:ph type="title" idx="15"/>
          </p:nvPr>
        </p:nvSpPr>
        <p:spPr>
          <a:xfrm>
            <a:off x="685219" y="301822"/>
            <a:ext cx="7773562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ID" sz="3600" b="1" dirty="0"/>
              <a:t>Brave Knight</a:t>
            </a:r>
          </a:p>
        </p:txBody>
      </p:sp>
      <p:sp>
        <p:nvSpPr>
          <p:cNvPr id="977" name="Google Shape;977;p35">
            <a:extLst>
              <a:ext uri="{FF2B5EF4-FFF2-40B4-BE49-F238E27FC236}">
                <a16:creationId xmlns:a16="http://schemas.microsoft.com/office/drawing/2014/main" id="{A51C6CCB-4951-22E0-CD59-8F4BE205CE22}"/>
              </a:ext>
            </a:extLst>
          </p:cNvPr>
          <p:cNvSpPr txBox="1">
            <a:spLocks noGrp="1"/>
          </p:cNvSpPr>
          <p:nvPr>
            <p:ph type="subTitle" idx="6"/>
          </p:nvPr>
        </p:nvSpPr>
        <p:spPr>
          <a:xfrm>
            <a:off x="379809" y="1795691"/>
            <a:ext cx="1320930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ID" sz="2000" dirty="0"/>
              <a:t>Brave</a:t>
            </a:r>
            <a:br>
              <a:rPr lang="en-ID" sz="2000" dirty="0"/>
            </a:br>
            <a:r>
              <a:rPr lang="en-ID" sz="2000" dirty="0"/>
              <a:t>Knight</a:t>
            </a:r>
            <a:endParaRPr sz="2000" dirty="0"/>
          </a:p>
        </p:txBody>
      </p:sp>
      <p:sp>
        <p:nvSpPr>
          <p:cNvPr id="980" name="Google Shape;980;p35">
            <a:extLst>
              <a:ext uri="{FF2B5EF4-FFF2-40B4-BE49-F238E27FC236}">
                <a16:creationId xmlns:a16="http://schemas.microsoft.com/office/drawing/2014/main" id="{9AE5B5B1-7F3E-D6EE-0BD9-E80CA8E9316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94575" y="1121466"/>
            <a:ext cx="645699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01</a:t>
            </a:r>
            <a:endParaRPr dirty="0"/>
          </a:p>
        </p:txBody>
      </p:sp>
      <p:sp>
        <p:nvSpPr>
          <p:cNvPr id="5" name="Google Shape;971;p34">
            <a:extLst>
              <a:ext uri="{FF2B5EF4-FFF2-40B4-BE49-F238E27FC236}">
                <a16:creationId xmlns:a16="http://schemas.microsoft.com/office/drawing/2014/main" id="{F2B24E39-F509-0F1C-00B6-A66925A190C4}"/>
              </a:ext>
            </a:extLst>
          </p:cNvPr>
          <p:cNvSpPr txBox="1">
            <a:spLocks/>
          </p:cNvSpPr>
          <p:nvPr/>
        </p:nvSpPr>
        <p:spPr>
          <a:xfrm>
            <a:off x="1831894" y="968168"/>
            <a:ext cx="5480211" cy="16550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58750" indent="0" algn="l"/>
            <a:r>
              <a:rPr lang="en-ID" dirty="0" err="1"/>
              <a:t>Ksatria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Emerald Kingdom </a:t>
            </a:r>
            <a:r>
              <a:rPr lang="en-ID" dirty="0" err="1"/>
              <a:t>adalah</a:t>
            </a:r>
            <a:r>
              <a:rPr lang="en-ID" dirty="0"/>
              <a:t> </a:t>
            </a:r>
            <a:r>
              <a:rPr lang="en-ID" dirty="0" err="1"/>
              <a:t>penjaga</a:t>
            </a:r>
            <a:r>
              <a:rPr lang="en-ID" dirty="0"/>
              <a:t> </a:t>
            </a:r>
            <a:r>
              <a:rPr lang="en-ID" dirty="0" err="1"/>
              <a:t>pribadi</a:t>
            </a:r>
            <a:r>
              <a:rPr lang="en-ID" dirty="0"/>
              <a:t> </a:t>
            </a:r>
            <a:r>
              <a:rPr lang="en-ID" dirty="0" err="1"/>
              <a:t>kerajaan</a:t>
            </a:r>
            <a:r>
              <a:rPr lang="en-ID" dirty="0"/>
              <a:t> yang </a:t>
            </a:r>
            <a:r>
              <a:rPr lang="en-ID" dirty="0" err="1"/>
              <a:t>dipilih</a:t>
            </a:r>
            <a:r>
              <a:rPr lang="en-ID" dirty="0"/>
              <a:t> </a:t>
            </a:r>
            <a:r>
              <a:rPr lang="en-ID" dirty="0" err="1"/>
              <a:t>sebagai</a:t>
            </a:r>
            <a:r>
              <a:rPr lang="en-ID" dirty="0"/>
              <a:t> </a:t>
            </a:r>
            <a:r>
              <a:rPr lang="en-ID" dirty="0" err="1"/>
              <a:t>perwakilan</a:t>
            </a:r>
            <a:r>
              <a:rPr lang="en-ID" dirty="0"/>
              <a:t> </a:t>
            </a:r>
            <a:r>
              <a:rPr lang="en-ID" dirty="0" err="1"/>
              <a:t>pahlawan</a:t>
            </a:r>
            <a:r>
              <a:rPr lang="en-ID" dirty="0"/>
              <a:t> </a:t>
            </a:r>
            <a:r>
              <a:rPr lang="en-ID" dirty="0" err="1"/>
              <a:t>karena</a:t>
            </a:r>
            <a:r>
              <a:rPr lang="en-ID" dirty="0"/>
              <a:t> </a:t>
            </a:r>
            <a:r>
              <a:rPr lang="en-ID" dirty="0" err="1"/>
              <a:t>keberanian</a:t>
            </a:r>
            <a:r>
              <a:rPr lang="en-ID" dirty="0"/>
              <a:t> dan </a:t>
            </a:r>
            <a:r>
              <a:rPr lang="en-ID" dirty="0" err="1"/>
              <a:t>kemampuannya</a:t>
            </a:r>
            <a:r>
              <a:rPr lang="en-ID" dirty="0"/>
              <a:t>. Dia </a:t>
            </a:r>
            <a:r>
              <a:rPr lang="en-ID" dirty="0" err="1"/>
              <a:t>sosok</a:t>
            </a:r>
            <a:r>
              <a:rPr lang="en-ID" dirty="0"/>
              <a:t> yang </a:t>
            </a:r>
            <a:r>
              <a:rPr lang="en-ID" dirty="0" err="1"/>
              <a:t>tepat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memimpin</a:t>
            </a:r>
            <a:r>
              <a:rPr lang="en-ID" dirty="0"/>
              <a:t> </a:t>
            </a:r>
            <a:r>
              <a:rPr lang="en-ID" dirty="0" err="1"/>
              <a:t>petualangan</a:t>
            </a:r>
            <a:r>
              <a:rPr lang="en-ID" dirty="0"/>
              <a:t> </a:t>
            </a:r>
            <a:r>
              <a:rPr lang="en-ID" dirty="0" err="1"/>
              <a:t>ini</a:t>
            </a:r>
            <a:r>
              <a:rPr lang="en-ID" dirty="0"/>
              <a:t>, </a:t>
            </a:r>
            <a:r>
              <a:rPr lang="en-ID" dirty="0" err="1"/>
              <a:t>menggunakan</a:t>
            </a:r>
            <a:r>
              <a:rPr lang="en-ID" dirty="0"/>
              <a:t> </a:t>
            </a:r>
            <a:r>
              <a:rPr lang="en-ID" dirty="0" err="1"/>
              <a:t>pedang</a:t>
            </a:r>
            <a:r>
              <a:rPr lang="en-ID" dirty="0"/>
              <a:t> dan </a:t>
            </a:r>
            <a:r>
              <a:rPr lang="en-ID" dirty="0" err="1"/>
              <a:t>tameng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melindungi</a:t>
            </a:r>
            <a:r>
              <a:rPr lang="en-ID" dirty="0"/>
              <a:t> </a:t>
            </a:r>
            <a:r>
              <a:rPr lang="en-ID" dirty="0" err="1"/>
              <a:t>diri</a:t>
            </a:r>
            <a:r>
              <a:rPr lang="en-ID" dirty="0"/>
              <a:t> </a:t>
            </a:r>
            <a:r>
              <a:rPr lang="en-ID" dirty="0" err="1"/>
              <a:t>serta</a:t>
            </a:r>
            <a:r>
              <a:rPr lang="en-ID" dirty="0"/>
              <a:t> </a:t>
            </a:r>
            <a:r>
              <a:rPr lang="en-ID" dirty="0" err="1"/>
              <a:t>rekan</a:t>
            </a:r>
            <a:r>
              <a:rPr lang="en-ID" dirty="0"/>
              <a:t> –</a:t>
            </a:r>
            <a:r>
              <a:rPr lang="en-ID" dirty="0" err="1"/>
              <a:t>rekannya</a:t>
            </a:r>
            <a:r>
              <a:rPr lang="en-ID" dirty="0"/>
              <a:t>.</a:t>
            </a:r>
            <a:endParaRPr lang="en-ID" dirty="0">
              <a:cs typeface="LilyUPC" panose="020B0502040204020203" pitchFamily="34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1729192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5">
          <a:extLst>
            <a:ext uri="{FF2B5EF4-FFF2-40B4-BE49-F238E27FC236}">
              <a16:creationId xmlns:a16="http://schemas.microsoft.com/office/drawing/2014/main" id="{261A94A1-710A-98E9-D593-AB371B30B3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4448C2D1-F372-A6DD-C3A2-66AE7FE81AF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660" t="3973" r="37236" b="21970"/>
          <a:stretch/>
        </p:blipFill>
        <p:spPr bwMode="auto">
          <a:xfrm>
            <a:off x="201769" y="2927069"/>
            <a:ext cx="2041199" cy="20411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76" name="Google Shape;976;p35">
            <a:extLst>
              <a:ext uri="{FF2B5EF4-FFF2-40B4-BE49-F238E27FC236}">
                <a16:creationId xmlns:a16="http://schemas.microsoft.com/office/drawing/2014/main" id="{DD1F8366-8739-F78B-3C88-51C5459CB424}"/>
              </a:ext>
            </a:extLst>
          </p:cNvPr>
          <p:cNvSpPr txBox="1">
            <a:spLocks noGrp="1"/>
          </p:cNvSpPr>
          <p:nvPr>
            <p:ph type="title" idx="15"/>
          </p:nvPr>
        </p:nvSpPr>
        <p:spPr>
          <a:xfrm>
            <a:off x="685219" y="301822"/>
            <a:ext cx="7773562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600" b="1" dirty="0"/>
              <a:t>Persistent Samurai</a:t>
            </a:r>
            <a:endParaRPr lang="en-US" sz="3600" dirty="0"/>
          </a:p>
        </p:txBody>
      </p:sp>
      <p:sp>
        <p:nvSpPr>
          <p:cNvPr id="977" name="Google Shape;977;p35">
            <a:extLst>
              <a:ext uri="{FF2B5EF4-FFF2-40B4-BE49-F238E27FC236}">
                <a16:creationId xmlns:a16="http://schemas.microsoft.com/office/drawing/2014/main" id="{C37796A3-E58B-A2BA-59E7-4D8F3155C9BA}"/>
              </a:ext>
            </a:extLst>
          </p:cNvPr>
          <p:cNvSpPr txBox="1">
            <a:spLocks noGrp="1"/>
          </p:cNvSpPr>
          <p:nvPr>
            <p:ph type="subTitle" idx="6"/>
          </p:nvPr>
        </p:nvSpPr>
        <p:spPr>
          <a:xfrm>
            <a:off x="379809" y="1795691"/>
            <a:ext cx="1320930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000" b="1" dirty="0"/>
              <a:t>Persistent Samurai</a:t>
            </a:r>
            <a:endParaRPr lang="en-US" sz="2000" dirty="0"/>
          </a:p>
        </p:txBody>
      </p:sp>
      <p:sp>
        <p:nvSpPr>
          <p:cNvPr id="980" name="Google Shape;980;p35">
            <a:extLst>
              <a:ext uri="{FF2B5EF4-FFF2-40B4-BE49-F238E27FC236}">
                <a16:creationId xmlns:a16="http://schemas.microsoft.com/office/drawing/2014/main" id="{E88C0C7E-B7D4-012E-5140-21C9C1DA74E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94575" y="1121466"/>
            <a:ext cx="645699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  <p:sp>
        <p:nvSpPr>
          <p:cNvPr id="5" name="Google Shape;971;p34">
            <a:extLst>
              <a:ext uri="{FF2B5EF4-FFF2-40B4-BE49-F238E27FC236}">
                <a16:creationId xmlns:a16="http://schemas.microsoft.com/office/drawing/2014/main" id="{DA6EB296-9520-3A55-8DC1-8499B86F8B05}"/>
              </a:ext>
            </a:extLst>
          </p:cNvPr>
          <p:cNvSpPr txBox="1">
            <a:spLocks/>
          </p:cNvSpPr>
          <p:nvPr/>
        </p:nvSpPr>
        <p:spPr>
          <a:xfrm>
            <a:off x="1831894" y="968168"/>
            <a:ext cx="5480211" cy="16550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58750" indent="0" algn="l"/>
            <a:r>
              <a:rPr lang="en-ID" dirty="0"/>
              <a:t>Samurai </a:t>
            </a:r>
            <a:r>
              <a:rPr lang="en-ID" dirty="0" err="1"/>
              <a:t>dari</a:t>
            </a:r>
            <a:r>
              <a:rPr lang="en-ID" dirty="0"/>
              <a:t> Ruby Kingdom </a:t>
            </a:r>
            <a:r>
              <a:rPr lang="en-ID" dirty="0" err="1"/>
              <a:t>dikenal</a:t>
            </a:r>
            <a:r>
              <a:rPr lang="en-ID" dirty="0"/>
              <a:t> </a:t>
            </a:r>
            <a:r>
              <a:rPr lang="en-ID" dirty="0" err="1"/>
              <a:t>karena</a:t>
            </a:r>
            <a:r>
              <a:rPr lang="en-ID" dirty="0"/>
              <a:t> </a:t>
            </a:r>
            <a:r>
              <a:rPr lang="en-ID" dirty="0" err="1"/>
              <a:t>kegigihan</a:t>
            </a:r>
            <a:r>
              <a:rPr lang="en-ID" dirty="0"/>
              <a:t> dan </a:t>
            </a:r>
            <a:r>
              <a:rPr lang="en-ID" dirty="0" err="1"/>
              <a:t>keteguhan</a:t>
            </a:r>
            <a:r>
              <a:rPr lang="en-ID" dirty="0"/>
              <a:t> </a:t>
            </a:r>
            <a:r>
              <a:rPr lang="en-ID" dirty="0" err="1"/>
              <a:t>hatinya</a:t>
            </a:r>
            <a:r>
              <a:rPr lang="en-ID" dirty="0"/>
              <a:t>. </a:t>
            </a:r>
            <a:r>
              <a:rPr lang="en-ID" dirty="0" err="1"/>
              <a:t>Ia</a:t>
            </a:r>
            <a:r>
              <a:rPr lang="en-ID" dirty="0"/>
              <a:t> </a:t>
            </a:r>
            <a:r>
              <a:rPr lang="en-ID" dirty="0" err="1"/>
              <a:t>sulit</a:t>
            </a:r>
            <a:r>
              <a:rPr lang="en-ID" dirty="0"/>
              <a:t> </a:t>
            </a:r>
            <a:r>
              <a:rPr lang="en-ID" dirty="0" err="1"/>
              <a:t>menyerah</a:t>
            </a:r>
            <a:r>
              <a:rPr lang="en-ID" dirty="0"/>
              <a:t> dan </a:t>
            </a:r>
            <a:r>
              <a:rPr lang="en-ID" dirty="0" err="1"/>
              <a:t>terkenal</a:t>
            </a:r>
            <a:r>
              <a:rPr lang="en-ID" dirty="0"/>
              <a:t> </a:t>
            </a:r>
            <a:r>
              <a:rPr lang="en-ID" dirty="0" err="1"/>
              <a:t>keras</a:t>
            </a:r>
            <a:r>
              <a:rPr lang="en-ID" dirty="0"/>
              <a:t> </a:t>
            </a:r>
            <a:r>
              <a:rPr lang="en-ID" dirty="0" err="1"/>
              <a:t>kepala</a:t>
            </a:r>
            <a:r>
              <a:rPr lang="en-ID" dirty="0"/>
              <a:t> di </a:t>
            </a:r>
            <a:r>
              <a:rPr lang="en-ID" dirty="0" err="1"/>
              <a:t>antara</a:t>
            </a:r>
            <a:r>
              <a:rPr lang="en-ID" dirty="0"/>
              <a:t> </a:t>
            </a:r>
            <a:r>
              <a:rPr lang="en-ID" dirty="0" err="1"/>
              <a:t>rekan</a:t>
            </a:r>
            <a:r>
              <a:rPr lang="en-ID" dirty="0"/>
              <a:t> –</a:t>
            </a:r>
            <a:r>
              <a:rPr lang="en-ID" dirty="0" err="1"/>
              <a:t>rekannya</a:t>
            </a:r>
            <a:r>
              <a:rPr lang="en-ID" dirty="0"/>
              <a:t>. </a:t>
            </a:r>
            <a:r>
              <a:rPr lang="en-ID" dirty="0" err="1"/>
              <a:t>Menggunakan</a:t>
            </a:r>
            <a:r>
              <a:rPr lang="en-ID" dirty="0"/>
              <a:t> </a:t>
            </a:r>
            <a:r>
              <a:rPr lang="en-ID" dirty="0" err="1"/>
              <a:t>busur</a:t>
            </a:r>
            <a:r>
              <a:rPr lang="en-ID" dirty="0"/>
              <a:t> dan </a:t>
            </a:r>
            <a:r>
              <a:rPr lang="en-ID" dirty="0" err="1"/>
              <a:t>panah</a:t>
            </a:r>
            <a:r>
              <a:rPr lang="en-ID" dirty="0"/>
              <a:t>, </a:t>
            </a:r>
            <a:r>
              <a:rPr lang="en-ID" dirty="0" err="1"/>
              <a:t>dia</a:t>
            </a:r>
            <a:r>
              <a:rPr lang="en-ID" dirty="0"/>
              <a:t> </a:t>
            </a:r>
            <a:r>
              <a:rPr lang="en-ID" dirty="0" err="1"/>
              <a:t>unggul</a:t>
            </a:r>
            <a:r>
              <a:rPr lang="en-ID" dirty="0"/>
              <a:t> </a:t>
            </a:r>
            <a:r>
              <a:rPr lang="en-ID" dirty="0" err="1"/>
              <a:t>dalam</a:t>
            </a:r>
            <a:r>
              <a:rPr lang="en-ID" dirty="0"/>
              <a:t> </a:t>
            </a:r>
            <a:r>
              <a:rPr lang="en-ID" dirty="0" err="1"/>
              <a:t>menghadapi</a:t>
            </a:r>
            <a:r>
              <a:rPr lang="en-ID" dirty="0"/>
              <a:t> </a:t>
            </a:r>
            <a:r>
              <a:rPr lang="en-ID" dirty="0" err="1"/>
              <a:t>musuh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</a:t>
            </a:r>
            <a:r>
              <a:rPr lang="en-ID" dirty="0" err="1"/>
              <a:t>jarak</a:t>
            </a:r>
            <a:r>
              <a:rPr lang="en-ID" dirty="0"/>
              <a:t> </a:t>
            </a:r>
            <a:r>
              <a:rPr lang="en-ID" dirty="0" err="1"/>
              <a:t>jauh</a:t>
            </a:r>
            <a:r>
              <a:rPr lang="en-ID" dirty="0"/>
              <a:t>.</a:t>
            </a:r>
            <a:endParaRPr lang="en-ID" dirty="0">
              <a:cs typeface="LilyUPC" panose="020B0502040204020203" pitchFamily="34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42309495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5">
          <a:extLst>
            <a:ext uri="{FF2B5EF4-FFF2-40B4-BE49-F238E27FC236}">
              <a16:creationId xmlns:a16="http://schemas.microsoft.com/office/drawing/2014/main" id="{E63AA22D-2D34-0C4D-755D-C82FF2A6F1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2BA73D6-DFB4-47AB-BD29-5799D421288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762" t="5934" r="34953" b="21304"/>
          <a:stretch/>
        </p:blipFill>
        <p:spPr bwMode="auto">
          <a:xfrm>
            <a:off x="201768" y="2922957"/>
            <a:ext cx="2041199" cy="20453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76" name="Google Shape;976;p35">
            <a:extLst>
              <a:ext uri="{FF2B5EF4-FFF2-40B4-BE49-F238E27FC236}">
                <a16:creationId xmlns:a16="http://schemas.microsoft.com/office/drawing/2014/main" id="{C0D41EC7-5F37-8F33-084F-EA94EAE9F8A5}"/>
              </a:ext>
            </a:extLst>
          </p:cNvPr>
          <p:cNvSpPr txBox="1">
            <a:spLocks noGrp="1"/>
          </p:cNvSpPr>
          <p:nvPr>
            <p:ph type="title" idx="15"/>
          </p:nvPr>
        </p:nvSpPr>
        <p:spPr>
          <a:xfrm>
            <a:off x="685219" y="301822"/>
            <a:ext cx="7773562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ID" sz="2800" b="1" dirty="0"/>
              <a:t>Wise Mage</a:t>
            </a:r>
            <a:endParaRPr lang="en-ID" sz="2800" dirty="0"/>
          </a:p>
        </p:txBody>
      </p:sp>
      <p:sp>
        <p:nvSpPr>
          <p:cNvPr id="977" name="Google Shape;977;p35">
            <a:extLst>
              <a:ext uri="{FF2B5EF4-FFF2-40B4-BE49-F238E27FC236}">
                <a16:creationId xmlns:a16="http://schemas.microsoft.com/office/drawing/2014/main" id="{B30291CD-1DD9-10FB-E74D-BD3D1A823D70}"/>
              </a:ext>
            </a:extLst>
          </p:cNvPr>
          <p:cNvSpPr txBox="1">
            <a:spLocks noGrp="1"/>
          </p:cNvSpPr>
          <p:nvPr>
            <p:ph type="subTitle" idx="6"/>
          </p:nvPr>
        </p:nvSpPr>
        <p:spPr>
          <a:xfrm>
            <a:off x="379809" y="1795691"/>
            <a:ext cx="1320930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ID" sz="2000" b="1" dirty="0"/>
              <a:t>Wise Mage</a:t>
            </a:r>
            <a:endParaRPr lang="en-ID" sz="2000" dirty="0"/>
          </a:p>
        </p:txBody>
      </p:sp>
      <p:sp>
        <p:nvSpPr>
          <p:cNvPr id="980" name="Google Shape;980;p35">
            <a:extLst>
              <a:ext uri="{FF2B5EF4-FFF2-40B4-BE49-F238E27FC236}">
                <a16:creationId xmlns:a16="http://schemas.microsoft.com/office/drawing/2014/main" id="{192D2F78-D840-CABD-0555-01626E63EA8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94575" y="1121466"/>
            <a:ext cx="645699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  <p:sp>
        <p:nvSpPr>
          <p:cNvPr id="5" name="Google Shape;971;p34">
            <a:extLst>
              <a:ext uri="{FF2B5EF4-FFF2-40B4-BE49-F238E27FC236}">
                <a16:creationId xmlns:a16="http://schemas.microsoft.com/office/drawing/2014/main" id="{9CEB9F49-B163-5D5E-B08F-00F7B5EE9A3A}"/>
              </a:ext>
            </a:extLst>
          </p:cNvPr>
          <p:cNvSpPr txBox="1">
            <a:spLocks/>
          </p:cNvSpPr>
          <p:nvPr/>
        </p:nvSpPr>
        <p:spPr>
          <a:xfrm>
            <a:off x="1831894" y="968168"/>
            <a:ext cx="5480211" cy="16550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58750" indent="0" algn="l"/>
            <a:r>
              <a:rPr lang="en-ID" dirty="0"/>
              <a:t>Mage </a:t>
            </a:r>
            <a:r>
              <a:rPr lang="en-ID" dirty="0" err="1"/>
              <a:t>misterius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Sapphire Kingdom </a:t>
            </a:r>
            <a:r>
              <a:rPr lang="en-ID" dirty="0" err="1"/>
              <a:t>ini</a:t>
            </a:r>
            <a:r>
              <a:rPr lang="en-ID" dirty="0"/>
              <a:t> </a:t>
            </a:r>
            <a:r>
              <a:rPr lang="en-ID" dirty="0" err="1"/>
              <a:t>adalah</a:t>
            </a:r>
            <a:r>
              <a:rPr lang="en-ID" dirty="0"/>
              <a:t> </a:t>
            </a:r>
            <a:r>
              <a:rPr lang="en-ID" dirty="0" err="1"/>
              <a:t>penyihir</a:t>
            </a:r>
            <a:r>
              <a:rPr lang="en-ID" dirty="0"/>
              <a:t> </a:t>
            </a:r>
            <a:r>
              <a:rPr lang="en-ID" dirty="0" err="1"/>
              <a:t>berprestasi</a:t>
            </a:r>
            <a:r>
              <a:rPr lang="en-ID" dirty="0"/>
              <a:t> yang </a:t>
            </a:r>
            <a:r>
              <a:rPr lang="en-ID" dirty="0" err="1"/>
              <a:t>penuh</a:t>
            </a:r>
            <a:r>
              <a:rPr lang="en-ID" dirty="0"/>
              <a:t> </a:t>
            </a:r>
            <a:r>
              <a:rPr lang="en-ID" dirty="0" err="1"/>
              <a:t>pengetahuan</a:t>
            </a:r>
            <a:r>
              <a:rPr lang="en-ID" dirty="0"/>
              <a:t> </a:t>
            </a:r>
            <a:r>
              <a:rPr lang="en-ID" dirty="0" err="1"/>
              <a:t>meski</a:t>
            </a:r>
            <a:r>
              <a:rPr lang="en-ID" dirty="0"/>
              <a:t> </a:t>
            </a:r>
            <a:r>
              <a:rPr lang="en-ID" dirty="0" err="1"/>
              <a:t>jarang</a:t>
            </a:r>
            <a:r>
              <a:rPr lang="en-ID" dirty="0"/>
              <a:t> </a:t>
            </a:r>
            <a:r>
              <a:rPr lang="en-ID" dirty="0" err="1"/>
              <a:t>berbicara</a:t>
            </a:r>
            <a:r>
              <a:rPr lang="en-ID" dirty="0"/>
              <a:t>. Dia </a:t>
            </a:r>
            <a:r>
              <a:rPr lang="en-ID" dirty="0" err="1"/>
              <a:t>menggunakan</a:t>
            </a:r>
            <a:r>
              <a:rPr lang="en-ID" dirty="0"/>
              <a:t> </a:t>
            </a:r>
            <a:r>
              <a:rPr lang="en-ID" dirty="0" err="1"/>
              <a:t>sihir</a:t>
            </a:r>
            <a:r>
              <a:rPr lang="en-ID" dirty="0"/>
              <a:t> </a:t>
            </a:r>
            <a:r>
              <a:rPr lang="en-ID" dirty="0" err="1"/>
              <a:t>sebagai</a:t>
            </a:r>
            <a:r>
              <a:rPr lang="en-ID" dirty="0"/>
              <a:t> </a:t>
            </a:r>
            <a:r>
              <a:rPr lang="en-ID" dirty="0" err="1"/>
              <a:t>senjata</a:t>
            </a:r>
            <a:r>
              <a:rPr lang="en-ID" dirty="0"/>
              <a:t> </a:t>
            </a:r>
            <a:r>
              <a:rPr lang="en-ID" dirty="0" err="1"/>
              <a:t>utamanya</a:t>
            </a:r>
            <a:r>
              <a:rPr lang="en-ID" dirty="0"/>
              <a:t>, </a:t>
            </a:r>
            <a:r>
              <a:rPr lang="en-ID" dirty="0" err="1"/>
              <a:t>sejalan</a:t>
            </a:r>
            <a:r>
              <a:rPr lang="en-ID" dirty="0"/>
              <a:t> </a:t>
            </a:r>
            <a:r>
              <a:rPr lang="en-ID" dirty="0" err="1"/>
              <a:t>dengan</a:t>
            </a:r>
            <a:r>
              <a:rPr lang="en-ID" dirty="0"/>
              <a:t> </a:t>
            </a:r>
            <a:r>
              <a:rPr lang="en-ID" dirty="0" err="1"/>
              <a:t>sifatnya</a:t>
            </a:r>
            <a:r>
              <a:rPr lang="en-ID" dirty="0"/>
              <a:t> yang </a:t>
            </a:r>
            <a:r>
              <a:rPr lang="en-ID" dirty="0" err="1"/>
              <a:t>bijak</a:t>
            </a:r>
            <a:r>
              <a:rPr lang="en-ID" dirty="0"/>
              <a:t>. </a:t>
            </a:r>
            <a:r>
              <a:rPr lang="en-ID" dirty="0" err="1"/>
              <a:t>Namun</a:t>
            </a:r>
            <a:r>
              <a:rPr lang="en-ID" dirty="0"/>
              <a:t>, </a:t>
            </a:r>
            <a:r>
              <a:rPr lang="en-ID" dirty="0" err="1"/>
              <a:t>karena</a:t>
            </a:r>
            <a:r>
              <a:rPr lang="en-ID" dirty="0"/>
              <a:t> </a:t>
            </a:r>
            <a:r>
              <a:rPr lang="en-ID" dirty="0" err="1"/>
              <a:t>penggunaan</a:t>
            </a:r>
            <a:r>
              <a:rPr lang="en-ID" dirty="0"/>
              <a:t> </a:t>
            </a:r>
            <a:r>
              <a:rPr lang="en-ID" dirty="0" err="1"/>
              <a:t>sihir</a:t>
            </a:r>
            <a:r>
              <a:rPr lang="en-ID" dirty="0"/>
              <a:t> </a:t>
            </a:r>
            <a:r>
              <a:rPr lang="en-ID" dirty="0" err="1"/>
              <a:t>menguras</a:t>
            </a:r>
            <a:r>
              <a:rPr lang="en-ID" dirty="0"/>
              <a:t> </a:t>
            </a:r>
            <a:r>
              <a:rPr lang="en-ID" dirty="0" err="1"/>
              <a:t>banyak</a:t>
            </a:r>
            <a:r>
              <a:rPr lang="en-ID" dirty="0"/>
              <a:t> </a:t>
            </a:r>
            <a:r>
              <a:rPr lang="en-ID" dirty="0" err="1"/>
              <a:t>energi</a:t>
            </a:r>
            <a:r>
              <a:rPr lang="en-ID" dirty="0"/>
              <a:t>, </a:t>
            </a:r>
            <a:r>
              <a:rPr lang="en-ID" dirty="0" err="1"/>
              <a:t>ia</a:t>
            </a:r>
            <a:r>
              <a:rPr lang="en-ID" dirty="0"/>
              <a:t> </a:t>
            </a:r>
            <a:r>
              <a:rPr lang="en-ID" dirty="0" err="1"/>
              <a:t>tidak</a:t>
            </a:r>
            <a:r>
              <a:rPr lang="en-ID" dirty="0"/>
              <a:t> </a:t>
            </a:r>
            <a:r>
              <a:rPr lang="en-ID" dirty="0" err="1"/>
              <a:t>dapat</a:t>
            </a:r>
            <a:r>
              <a:rPr lang="en-ID" dirty="0"/>
              <a:t> </a:t>
            </a:r>
            <a:r>
              <a:rPr lang="en-ID" dirty="0" err="1"/>
              <a:t>mengeluarkannya</a:t>
            </a:r>
            <a:r>
              <a:rPr lang="en-ID" dirty="0"/>
              <a:t> </a:t>
            </a:r>
            <a:r>
              <a:rPr lang="en-ID" dirty="0" err="1"/>
              <a:t>secara</a:t>
            </a:r>
            <a:r>
              <a:rPr lang="en-ID" dirty="0"/>
              <a:t> </a:t>
            </a:r>
            <a:r>
              <a:rPr lang="en-ID" dirty="0" err="1"/>
              <a:t>terus</a:t>
            </a:r>
            <a:r>
              <a:rPr lang="en-ID" dirty="0"/>
              <a:t> – </a:t>
            </a:r>
            <a:r>
              <a:rPr lang="en-ID" dirty="0" err="1"/>
              <a:t>menerus</a:t>
            </a:r>
            <a:r>
              <a:rPr lang="en-ID" dirty="0"/>
              <a:t>.</a:t>
            </a:r>
            <a:endParaRPr lang="en-ID" dirty="0">
              <a:cs typeface="LilyUPC" panose="020B0502040204020203" pitchFamily="34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40542948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1" name="Google Shape;1181;p45"/>
          <p:cNvSpPr txBox="1">
            <a:spLocks noGrp="1"/>
          </p:cNvSpPr>
          <p:nvPr>
            <p:ph type="subTitle" idx="1"/>
          </p:nvPr>
        </p:nvSpPr>
        <p:spPr>
          <a:xfrm>
            <a:off x="2159874" y="1743855"/>
            <a:ext cx="6200889" cy="186242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ID" b="1" dirty="0" err="1"/>
              <a:t>Musuh</a:t>
            </a:r>
            <a:r>
              <a:rPr lang="en-ID" dirty="0"/>
              <a:t>: Werewolf, Goblin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Mini Boss</a:t>
            </a:r>
            <a:r>
              <a:rPr lang="en-ID" dirty="0"/>
              <a:t>: Orc Chief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Boss</a:t>
            </a:r>
            <a:r>
              <a:rPr lang="en-ID" dirty="0"/>
              <a:t>: Golem(</a:t>
            </a:r>
            <a:r>
              <a:rPr lang="en-ID" dirty="0" err="1"/>
              <a:t>hijau</a:t>
            </a:r>
            <a:r>
              <a:rPr lang="en-ID" dirty="0"/>
              <a:t>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 err="1"/>
              <a:t>NPC</a:t>
            </a:r>
            <a:r>
              <a:rPr lang="en-ID" dirty="0" err="1"/>
              <a:t>:Villager</a:t>
            </a:r>
            <a:r>
              <a:rPr lang="en-ID" dirty="0"/>
              <a:t>(info </a:t>
            </a:r>
            <a:r>
              <a:rPr lang="en-ID" dirty="0" err="1"/>
              <a:t>senjata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mengalahkan</a:t>
            </a:r>
            <a:r>
              <a:rPr lang="en-ID" dirty="0"/>
              <a:t> dark magic)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 err="1"/>
              <a:t>Deskripsi</a:t>
            </a:r>
            <a:r>
              <a:rPr lang="en-ID" dirty="0"/>
              <a:t>: Plains </a:t>
            </a:r>
            <a:r>
              <a:rPr lang="en-ID" dirty="0" err="1"/>
              <a:t>adalah</a:t>
            </a:r>
            <a:r>
              <a:rPr lang="en-ID" dirty="0"/>
              <a:t> </a:t>
            </a:r>
            <a:r>
              <a:rPr lang="en-ID" dirty="0" err="1"/>
              <a:t>tempat</a:t>
            </a:r>
            <a:r>
              <a:rPr lang="en-ID" dirty="0"/>
              <a:t> yang </a:t>
            </a:r>
            <a:r>
              <a:rPr lang="en-ID" dirty="0" err="1"/>
              <a:t>begitu</a:t>
            </a:r>
            <a:r>
              <a:rPr lang="en-ID" dirty="0"/>
              <a:t> </a:t>
            </a:r>
            <a:r>
              <a:rPr lang="en-ID" dirty="0" err="1"/>
              <a:t>luas</a:t>
            </a:r>
            <a:r>
              <a:rPr lang="en-ID" dirty="0"/>
              <a:t> dan </a:t>
            </a:r>
            <a:r>
              <a:rPr lang="en-ID" dirty="0" err="1"/>
              <a:t>indah</a:t>
            </a:r>
            <a:r>
              <a:rPr lang="en-ID" dirty="0"/>
              <a:t> </a:t>
            </a:r>
            <a:r>
              <a:rPr lang="en-ID" dirty="0" err="1"/>
              <a:t>tetapi</a:t>
            </a:r>
            <a:r>
              <a:rPr lang="en-ID" dirty="0"/>
              <a:t> </a:t>
            </a:r>
            <a:r>
              <a:rPr lang="en-ID" dirty="0" err="1"/>
              <a:t>seketika</a:t>
            </a:r>
            <a:r>
              <a:rPr lang="en-ID" dirty="0"/>
              <a:t> dark magic </a:t>
            </a:r>
            <a:r>
              <a:rPr lang="en-ID" dirty="0" err="1"/>
              <a:t>mulai</a:t>
            </a:r>
            <a:r>
              <a:rPr lang="en-ID" dirty="0"/>
              <a:t> </a:t>
            </a:r>
            <a:r>
              <a:rPr lang="en-ID" dirty="0" err="1"/>
              <a:t>menyebar</a:t>
            </a:r>
            <a:r>
              <a:rPr lang="en-ID" dirty="0"/>
              <a:t>, Plains </a:t>
            </a:r>
            <a:r>
              <a:rPr lang="en-ID" dirty="0" err="1"/>
              <a:t>menjadi</a:t>
            </a:r>
            <a:r>
              <a:rPr lang="en-ID" dirty="0"/>
              <a:t> </a:t>
            </a:r>
            <a:r>
              <a:rPr lang="en-ID" dirty="0" err="1"/>
              <a:t>tempat</a:t>
            </a:r>
            <a:r>
              <a:rPr lang="en-ID" dirty="0"/>
              <a:t> yang </a:t>
            </a:r>
            <a:r>
              <a:rPr lang="en-ID" dirty="0" err="1"/>
              <a:t>aggresif</a:t>
            </a:r>
            <a:r>
              <a:rPr lang="en-ID" dirty="0"/>
              <a:t>. </a:t>
            </a:r>
          </a:p>
        </p:txBody>
      </p:sp>
      <p:sp>
        <p:nvSpPr>
          <p:cNvPr id="1184" name="Google Shape;1184;p45"/>
          <p:cNvSpPr txBox="1">
            <a:spLocks noGrp="1"/>
          </p:cNvSpPr>
          <p:nvPr>
            <p:ph type="title"/>
          </p:nvPr>
        </p:nvSpPr>
        <p:spPr>
          <a:xfrm>
            <a:off x="2225636" y="1291755"/>
            <a:ext cx="6776123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/>
              <a:t>Plains Wilderness</a:t>
            </a:r>
            <a:endParaRPr lang="en-ID" dirty="0"/>
          </a:p>
        </p:txBody>
      </p:sp>
      <p:sp>
        <p:nvSpPr>
          <p:cNvPr id="1189" name="Google Shape;1189;p45"/>
          <p:cNvSpPr txBox="1">
            <a:spLocks noGrp="1"/>
          </p:cNvSpPr>
          <p:nvPr>
            <p:ph type="title" idx="8"/>
          </p:nvPr>
        </p:nvSpPr>
        <p:spPr>
          <a:xfrm>
            <a:off x="3256604" y="313875"/>
            <a:ext cx="2630792" cy="751830"/>
          </a:xfrm>
          <a:prstGeom prst="rect">
            <a:avLst/>
          </a:prstGeom>
        </p:spPr>
        <p:txBody>
          <a:bodyPr spcFirstLastPara="1" wrap="square" lIns="45700" tIns="91425" rIns="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b="1" dirty="0"/>
              <a:t>Stage 1 Story</a:t>
            </a:r>
            <a:endParaRPr sz="3600" b="1" dirty="0"/>
          </a:p>
        </p:txBody>
      </p:sp>
      <p:pic>
        <p:nvPicPr>
          <p:cNvPr id="2050" name="Picture 2" descr="Pixilart - Grassy hill by anthony1290f">
            <a:extLst>
              <a:ext uri="{FF2B5EF4-FFF2-40B4-BE49-F238E27FC236}">
                <a16:creationId xmlns:a16="http://schemas.microsoft.com/office/drawing/2014/main" id="{8FFF3783-3E12-4FE6-237F-E49EF721EF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6259" y="1739591"/>
            <a:ext cx="1664318" cy="16643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6">
          <a:extLst>
            <a:ext uri="{FF2B5EF4-FFF2-40B4-BE49-F238E27FC236}">
              <a16:creationId xmlns:a16="http://schemas.microsoft.com/office/drawing/2014/main" id="{F292952C-130D-83BC-6447-19EECCF4EE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8" descr="pixel art | &quot;trees&quot; [100x100 pixel] by stls">
            <a:extLst>
              <a:ext uri="{FF2B5EF4-FFF2-40B4-BE49-F238E27FC236}">
                <a16:creationId xmlns:a16="http://schemas.microsoft.com/office/drawing/2014/main" id="{71AB7292-28FB-CDBB-1D7C-CBFAF11604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6259" y="1739592"/>
            <a:ext cx="1664318" cy="16643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81" name="Google Shape;1181;p45">
            <a:extLst>
              <a:ext uri="{FF2B5EF4-FFF2-40B4-BE49-F238E27FC236}">
                <a16:creationId xmlns:a16="http://schemas.microsoft.com/office/drawing/2014/main" id="{EBD39346-2606-FFD7-AF78-2CEFA7EB24D6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159874" y="1743855"/>
            <a:ext cx="6200889" cy="186242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ID" b="1" dirty="0" err="1"/>
              <a:t>Musuh</a:t>
            </a:r>
            <a:r>
              <a:rPr lang="en-ID" dirty="0"/>
              <a:t>: Goblin, Skeleton, Satyr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Mini Boss</a:t>
            </a:r>
            <a:r>
              <a:rPr lang="en-ID" dirty="0"/>
              <a:t>: Amazon Girl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Boss</a:t>
            </a:r>
            <a:r>
              <a:rPr lang="en-ID" dirty="0"/>
              <a:t>: Gorgon (Medusa)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NPC</a:t>
            </a:r>
            <a:r>
              <a:rPr lang="en-ID" dirty="0"/>
              <a:t>: Peasants(</a:t>
            </a:r>
            <a:r>
              <a:rPr lang="en-ID" dirty="0" err="1"/>
              <a:t>mungkin</a:t>
            </a:r>
            <a:r>
              <a:rPr lang="en-ID" dirty="0"/>
              <a:t> </a:t>
            </a:r>
            <a:r>
              <a:rPr lang="en-ID" dirty="0" err="1"/>
              <a:t>memberikan</a:t>
            </a:r>
            <a:r>
              <a:rPr lang="en-ID" dirty="0"/>
              <a:t> info)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 err="1"/>
              <a:t>Deskripsi</a:t>
            </a:r>
            <a:r>
              <a:rPr lang="en-ID" dirty="0"/>
              <a:t>: Forest </a:t>
            </a:r>
            <a:r>
              <a:rPr lang="en-ID" dirty="0" err="1"/>
              <a:t>merupakan</a:t>
            </a:r>
            <a:r>
              <a:rPr lang="en-ID" dirty="0"/>
              <a:t> </a:t>
            </a:r>
            <a:r>
              <a:rPr lang="en-ID" dirty="0" err="1"/>
              <a:t>tempat</a:t>
            </a:r>
            <a:r>
              <a:rPr lang="en-ID" dirty="0"/>
              <a:t> yang </a:t>
            </a:r>
            <a:r>
              <a:rPr lang="en-ID" dirty="0" err="1"/>
              <a:t>begitu</a:t>
            </a:r>
            <a:r>
              <a:rPr lang="en-ID" dirty="0"/>
              <a:t> </a:t>
            </a:r>
            <a:r>
              <a:rPr lang="en-ID" dirty="0" err="1"/>
              <a:t>misterius</a:t>
            </a:r>
            <a:r>
              <a:rPr lang="en-ID" dirty="0"/>
              <a:t>, Dimana </a:t>
            </a:r>
            <a:r>
              <a:rPr lang="en-ID" dirty="0" err="1"/>
              <a:t>konon</a:t>
            </a:r>
            <a:r>
              <a:rPr lang="en-ID" dirty="0"/>
              <a:t> </a:t>
            </a:r>
            <a:r>
              <a:rPr lang="en-ID" dirty="0" err="1"/>
              <a:t>siapapun</a:t>
            </a:r>
            <a:r>
              <a:rPr lang="en-ID" dirty="0"/>
              <a:t> yang </a:t>
            </a:r>
            <a:r>
              <a:rPr lang="en-ID" dirty="0" err="1"/>
              <a:t>memasuki</a:t>
            </a:r>
            <a:r>
              <a:rPr lang="en-ID" dirty="0"/>
              <a:t> the forest </a:t>
            </a:r>
            <a:r>
              <a:rPr lang="en-ID" dirty="0" err="1"/>
              <a:t>ini</a:t>
            </a:r>
            <a:r>
              <a:rPr lang="en-ID" dirty="0"/>
              <a:t> </a:t>
            </a:r>
            <a:r>
              <a:rPr lang="en-ID" dirty="0" err="1"/>
              <a:t>tidak</a:t>
            </a:r>
            <a:r>
              <a:rPr lang="en-ID" dirty="0"/>
              <a:t> </a:t>
            </a:r>
            <a:r>
              <a:rPr lang="en-ID" dirty="0" err="1"/>
              <a:t>dapat</a:t>
            </a:r>
            <a:r>
              <a:rPr lang="en-ID" dirty="0"/>
              <a:t> </a:t>
            </a:r>
            <a:r>
              <a:rPr lang="en-ID" dirty="0" err="1"/>
              <a:t>keluar</a:t>
            </a:r>
            <a:r>
              <a:rPr lang="en-ID" dirty="0"/>
              <a:t>…</a:t>
            </a:r>
          </a:p>
        </p:txBody>
      </p:sp>
      <p:sp>
        <p:nvSpPr>
          <p:cNvPr id="1184" name="Google Shape;1184;p45">
            <a:extLst>
              <a:ext uri="{FF2B5EF4-FFF2-40B4-BE49-F238E27FC236}">
                <a16:creationId xmlns:a16="http://schemas.microsoft.com/office/drawing/2014/main" id="{CA2BE8D3-FB8C-5D49-7531-17DB63C9896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25636" y="1291755"/>
            <a:ext cx="6776123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/>
              <a:t>Forest</a:t>
            </a:r>
            <a:endParaRPr lang="en-ID" dirty="0"/>
          </a:p>
        </p:txBody>
      </p:sp>
      <p:sp>
        <p:nvSpPr>
          <p:cNvPr id="1189" name="Google Shape;1189;p45">
            <a:extLst>
              <a:ext uri="{FF2B5EF4-FFF2-40B4-BE49-F238E27FC236}">
                <a16:creationId xmlns:a16="http://schemas.microsoft.com/office/drawing/2014/main" id="{8B17D1AB-E851-D753-E94E-8457AC50E178}"/>
              </a:ext>
            </a:extLst>
          </p:cNvPr>
          <p:cNvSpPr txBox="1">
            <a:spLocks noGrp="1"/>
          </p:cNvSpPr>
          <p:nvPr>
            <p:ph type="title" idx="8"/>
          </p:nvPr>
        </p:nvSpPr>
        <p:spPr>
          <a:xfrm>
            <a:off x="3256604" y="313875"/>
            <a:ext cx="2630792" cy="751830"/>
          </a:xfrm>
          <a:prstGeom prst="rect">
            <a:avLst/>
          </a:prstGeom>
        </p:spPr>
        <p:txBody>
          <a:bodyPr spcFirstLastPara="1" wrap="square" lIns="45700" tIns="91425" rIns="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b="1" dirty="0"/>
              <a:t>Stage 1 Story</a:t>
            </a:r>
            <a:endParaRPr sz="3600" b="1" dirty="0"/>
          </a:p>
        </p:txBody>
      </p:sp>
    </p:spTree>
    <p:extLst>
      <p:ext uri="{BB962C8B-B14F-4D97-AF65-F5344CB8AC3E}">
        <p14:creationId xmlns:p14="http://schemas.microsoft.com/office/powerpoint/2010/main" val="66882865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6">
          <a:extLst>
            <a:ext uri="{FF2B5EF4-FFF2-40B4-BE49-F238E27FC236}">
              <a16:creationId xmlns:a16="http://schemas.microsoft.com/office/drawing/2014/main" id="{13AF9C93-4A95-44E1-26CF-CE50350FDC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Top free game assets tagged cave - Page 2 - itch.io">
            <a:extLst>
              <a:ext uri="{FF2B5EF4-FFF2-40B4-BE49-F238E27FC236}">
                <a16:creationId xmlns:a16="http://schemas.microsoft.com/office/drawing/2014/main" id="{3BB1E0E6-CFB9-EF50-73A8-CB211C52E46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110" t="109" r="14120" b="-109"/>
          <a:stretch/>
        </p:blipFill>
        <p:spPr bwMode="auto">
          <a:xfrm>
            <a:off x="316260" y="1735816"/>
            <a:ext cx="1664318" cy="17666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81" name="Google Shape;1181;p45">
            <a:extLst>
              <a:ext uri="{FF2B5EF4-FFF2-40B4-BE49-F238E27FC236}">
                <a16:creationId xmlns:a16="http://schemas.microsoft.com/office/drawing/2014/main" id="{C22672A9-C2E7-F66C-7197-A240CD2ED8A5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159874" y="1743855"/>
            <a:ext cx="6200889" cy="186242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ID" b="1" dirty="0" err="1"/>
              <a:t>Musuh</a:t>
            </a:r>
            <a:r>
              <a:rPr lang="en-ID" dirty="0"/>
              <a:t>: </a:t>
            </a:r>
            <a:r>
              <a:rPr lang="en-ID" dirty="0" err="1"/>
              <a:t>Gladiator,Demon</a:t>
            </a:r>
            <a:endParaRPr lang="en-ID" dirty="0"/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Mini Boss</a:t>
            </a:r>
            <a:r>
              <a:rPr lang="en-ID" dirty="0"/>
              <a:t>: Pyromancer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Boss</a:t>
            </a:r>
            <a:r>
              <a:rPr lang="en-ID" dirty="0"/>
              <a:t>: Golem(</a:t>
            </a:r>
            <a:r>
              <a:rPr lang="en-ID" dirty="0" err="1"/>
              <a:t>api</a:t>
            </a:r>
            <a:r>
              <a:rPr lang="en-ID" dirty="0"/>
              <a:t>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NPC</a:t>
            </a:r>
            <a:r>
              <a:rPr lang="en-ID" dirty="0"/>
              <a:t>: Dwarf </a:t>
            </a:r>
            <a:r>
              <a:rPr lang="en-ID" dirty="0" err="1"/>
              <a:t>pengungsi</a:t>
            </a:r>
            <a:r>
              <a:rPr lang="en-ID" dirty="0"/>
              <a:t> </a:t>
            </a:r>
            <a:r>
              <a:rPr lang="en-ID" dirty="0" err="1"/>
              <a:t>tambang</a:t>
            </a:r>
            <a:endParaRPr lang="en-ID" dirty="0"/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 err="1"/>
              <a:t>Deskripsi</a:t>
            </a:r>
            <a:r>
              <a:rPr lang="en-ID" b="1" dirty="0"/>
              <a:t> </a:t>
            </a:r>
            <a:r>
              <a:rPr lang="en-ID" dirty="0"/>
              <a:t>: Molten cave </a:t>
            </a:r>
            <a:r>
              <a:rPr lang="en-ID" dirty="0" err="1"/>
              <a:t>ini</a:t>
            </a:r>
            <a:r>
              <a:rPr lang="en-ID" dirty="0"/>
              <a:t> </a:t>
            </a:r>
            <a:r>
              <a:rPr lang="en-ID" dirty="0" err="1"/>
              <a:t>sudah</a:t>
            </a:r>
            <a:r>
              <a:rPr lang="en-ID" dirty="0"/>
              <a:t> </a:t>
            </a:r>
            <a:r>
              <a:rPr lang="en-ID" dirty="0" err="1"/>
              <a:t>menjadi</a:t>
            </a:r>
            <a:r>
              <a:rPr lang="en-ID" dirty="0"/>
              <a:t> </a:t>
            </a:r>
            <a:r>
              <a:rPr lang="en-ID" dirty="0" err="1"/>
              <a:t>lebih</a:t>
            </a:r>
            <a:r>
              <a:rPr lang="en-ID" dirty="0"/>
              <a:t> </a:t>
            </a:r>
            <a:r>
              <a:rPr lang="en-ID" dirty="0" err="1"/>
              <a:t>aktif</a:t>
            </a:r>
            <a:r>
              <a:rPr lang="en-ID" dirty="0"/>
              <a:t> </a:t>
            </a:r>
            <a:r>
              <a:rPr lang="en-ID" dirty="0" err="1"/>
              <a:t>dikarenakan</a:t>
            </a:r>
            <a:r>
              <a:rPr lang="en-ID" dirty="0"/>
              <a:t> dark magic dan juga </a:t>
            </a:r>
            <a:r>
              <a:rPr lang="en-ID" dirty="0" err="1"/>
              <a:t>memperlambat</a:t>
            </a:r>
            <a:r>
              <a:rPr lang="en-ID" dirty="0"/>
              <a:t> </a:t>
            </a:r>
            <a:r>
              <a:rPr lang="en-ID" dirty="0" err="1"/>
              <a:t>pergerakan</a:t>
            </a:r>
            <a:r>
              <a:rPr lang="en-ID" dirty="0"/>
              <a:t> </a:t>
            </a:r>
            <a:r>
              <a:rPr lang="en-ID" dirty="0" err="1"/>
              <a:t>karakter</a:t>
            </a:r>
            <a:r>
              <a:rPr lang="en-ID" dirty="0"/>
              <a:t> </a:t>
            </a:r>
            <a:r>
              <a:rPr lang="en-ID" dirty="0" err="1"/>
              <a:t>dikarenakan</a:t>
            </a:r>
            <a:r>
              <a:rPr lang="en-ID" dirty="0"/>
              <a:t> </a:t>
            </a:r>
            <a:r>
              <a:rPr lang="en-ID" dirty="0" err="1"/>
              <a:t>suhu</a:t>
            </a:r>
            <a:r>
              <a:rPr lang="en-ID" dirty="0"/>
              <a:t> </a:t>
            </a:r>
            <a:r>
              <a:rPr lang="en-ID" dirty="0" err="1"/>
              <a:t>nya</a:t>
            </a:r>
            <a:r>
              <a:rPr lang="en-ID" dirty="0"/>
              <a:t> yang </a:t>
            </a:r>
            <a:r>
              <a:rPr lang="en-ID" dirty="0" err="1"/>
              <a:t>begitu</a:t>
            </a:r>
            <a:r>
              <a:rPr lang="en-ID" dirty="0"/>
              <a:t> </a:t>
            </a:r>
            <a:r>
              <a:rPr lang="en-ID" dirty="0" err="1"/>
              <a:t>panas</a:t>
            </a:r>
            <a:r>
              <a:rPr lang="en-ID" dirty="0"/>
              <a:t>. </a:t>
            </a:r>
            <a:r>
              <a:rPr lang="en-ID" dirty="0" err="1"/>
              <a:t>tetapi</a:t>
            </a:r>
            <a:r>
              <a:rPr lang="en-ID" dirty="0"/>
              <a:t> </a:t>
            </a:r>
            <a:r>
              <a:rPr lang="en-ID" dirty="0" err="1"/>
              <a:t>ada</a:t>
            </a:r>
            <a:r>
              <a:rPr lang="en-ID" dirty="0"/>
              <a:t> material yang sangat Langkah yang </a:t>
            </a:r>
            <a:r>
              <a:rPr lang="en-ID" dirty="0" err="1"/>
              <a:t>mungkin</a:t>
            </a:r>
            <a:r>
              <a:rPr lang="en-ID" dirty="0"/>
              <a:t> </a:t>
            </a:r>
            <a:r>
              <a:rPr lang="en-ID" dirty="0" err="1"/>
              <a:t>dapat</a:t>
            </a:r>
            <a:r>
              <a:rPr lang="en-ID" dirty="0"/>
              <a:t> </a:t>
            </a:r>
            <a:r>
              <a:rPr lang="en-ID" dirty="0" err="1"/>
              <a:t>membantu</a:t>
            </a:r>
            <a:r>
              <a:rPr lang="en-ID" dirty="0"/>
              <a:t> </a:t>
            </a:r>
            <a:r>
              <a:rPr lang="en-ID" dirty="0" err="1"/>
              <a:t>karakter</a:t>
            </a:r>
            <a:r>
              <a:rPr lang="en-ID" dirty="0"/>
              <a:t> </a:t>
            </a:r>
            <a:r>
              <a:rPr lang="en-ID" dirty="0" err="1"/>
              <a:t>berkembang</a:t>
            </a:r>
            <a:endParaRPr lang="en-ID" dirty="0"/>
          </a:p>
        </p:txBody>
      </p:sp>
      <p:sp>
        <p:nvSpPr>
          <p:cNvPr id="1184" name="Google Shape;1184;p45">
            <a:extLst>
              <a:ext uri="{FF2B5EF4-FFF2-40B4-BE49-F238E27FC236}">
                <a16:creationId xmlns:a16="http://schemas.microsoft.com/office/drawing/2014/main" id="{69458E80-F901-B0D4-32C2-FBB58872263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25636" y="1291755"/>
            <a:ext cx="6776123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/>
              <a:t>Molten Cave </a:t>
            </a:r>
            <a:endParaRPr lang="en-ID" dirty="0"/>
          </a:p>
        </p:txBody>
      </p:sp>
      <p:sp>
        <p:nvSpPr>
          <p:cNvPr id="1189" name="Google Shape;1189;p45">
            <a:extLst>
              <a:ext uri="{FF2B5EF4-FFF2-40B4-BE49-F238E27FC236}">
                <a16:creationId xmlns:a16="http://schemas.microsoft.com/office/drawing/2014/main" id="{BB09B3A5-E0CA-9452-4DDA-548C20509F06}"/>
              </a:ext>
            </a:extLst>
          </p:cNvPr>
          <p:cNvSpPr txBox="1">
            <a:spLocks noGrp="1"/>
          </p:cNvSpPr>
          <p:nvPr>
            <p:ph type="title" idx="8"/>
          </p:nvPr>
        </p:nvSpPr>
        <p:spPr>
          <a:xfrm>
            <a:off x="3256604" y="313875"/>
            <a:ext cx="2630792" cy="751830"/>
          </a:xfrm>
          <a:prstGeom prst="rect">
            <a:avLst/>
          </a:prstGeom>
        </p:spPr>
        <p:txBody>
          <a:bodyPr spcFirstLastPara="1" wrap="square" lIns="45700" tIns="91425" rIns="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b="1" dirty="0"/>
              <a:t>Stage 2 Story</a:t>
            </a:r>
            <a:endParaRPr sz="3600" b="1" dirty="0"/>
          </a:p>
        </p:txBody>
      </p:sp>
    </p:spTree>
    <p:extLst>
      <p:ext uri="{BB962C8B-B14F-4D97-AF65-F5344CB8AC3E}">
        <p14:creationId xmlns:p14="http://schemas.microsoft.com/office/powerpoint/2010/main" val="257448153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6">
          <a:extLst>
            <a:ext uri="{FF2B5EF4-FFF2-40B4-BE49-F238E27FC236}">
              <a16:creationId xmlns:a16="http://schemas.microsoft.com/office/drawing/2014/main" id="{5EA44229-3161-5A0B-6A7A-C3CE42E9FE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ABF2E15-260E-B0A4-CFEF-3FF09ADB202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8943" t="1086" r="27836" b="-1086"/>
          <a:stretch/>
        </p:blipFill>
        <p:spPr>
          <a:xfrm>
            <a:off x="316260" y="1743855"/>
            <a:ext cx="1664318" cy="1786956"/>
          </a:xfrm>
          <a:prstGeom prst="rect">
            <a:avLst/>
          </a:prstGeom>
        </p:spPr>
      </p:pic>
      <p:sp>
        <p:nvSpPr>
          <p:cNvPr id="1181" name="Google Shape;1181;p45">
            <a:extLst>
              <a:ext uri="{FF2B5EF4-FFF2-40B4-BE49-F238E27FC236}">
                <a16:creationId xmlns:a16="http://schemas.microsoft.com/office/drawing/2014/main" id="{9A33C4E1-0E4C-93B2-2203-CDA1ED07B78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159874" y="1743855"/>
            <a:ext cx="6200889" cy="186242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ID" b="1" dirty="0" err="1"/>
              <a:t>Musuh</a:t>
            </a:r>
            <a:r>
              <a:rPr lang="en-ID" dirty="0"/>
              <a:t>: Demon Elite, Frost Yokai, Bone Dwarf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Mini Boss</a:t>
            </a:r>
            <a:r>
              <a:rPr lang="en-ID" dirty="0"/>
              <a:t>: Berserker Dwarf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Boss</a:t>
            </a:r>
            <a:r>
              <a:rPr lang="en-ID" dirty="0"/>
              <a:t>: Golem(es)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NPC</a:t>
            </a:r>
            <a:r>
              <a:rPr lang="en-ID" dirty="0"/>
              <a:t>: </a:t>
            </a:r>
            <a:r>
              <a:rPr lang="en-ID" dirty="0" err="1"/>
              <a:t>Penjaga</a:t>
            </a:r>
            <a:r>
              <a:rPr lang="en-ID" dirty="0"/>
              <a:t> </a:t>
            </a:r>
            <a:r>
              <a:rPr lang="en-ID" dirty="0" err="1"/>
              <a:t>Relik</a:t>
            </a:r>
            <a:r>
              <a:rPr lang="en-ID" dirty="0"/>
              <a:t> 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 err="1"/>
              <a:t>Deskripsi</a:t>
            </a:r>
            <a:r>
              <a:rPr lang="en-ID" dirty="0"/>
              <a:t>: Frozen Core </a:t>
            </a:r>
            <a:r>
              <a:rPr lang="en-ID" dirty="0" err="1"/>
              <a:t>adalah</a:t>
            </a:r>
            <a:r>
              <a:rPr lang="en-ID" dirty="0"/>
              <a:t> </a:t>
            </a:r>
            <a:r>
              <a:rPr lang="en-ID" dirty="0" err="1"/>
              <a:t>tempat</a:t>
            </a:r>
            <a:r>
              <a:rPr lang="en-ID" dirty="0"/>
              <a:t> yang </a:t>
            </a:r>
            <a:r>
              <a:rPr lang="en-ID" dirty="0" err="1"/>
              <a:t>begitu</a:t>
            </a:r>
            <a:r>
              <a:rPr lang="en-ID" dirty="0"/>
              <a:t> </a:t>
            </a:r>
            <a:r>
              <a:rPr lang="en-ID" dirty="0" err="1"/>
              <a:t>berbahaya</a:t>
            </a:r>
            <a:r>
              <a:rPr lang="en-ID" dirty="0"/>
              <a:t> </a:t>
            </a:r>
            <a:r>
              <a:rPr lang="en-ID" dirty="0" err="1"/>
              <a:t>dikarenakan</a:t>
            </a:r>
            <a:r>
              <a:rPr lang="en-ID" dirty="0"/>
              <a:t> </a:t>
            </a:r>
            <a:r>
              <a:rPr lang="en-ID" dirty="0" err="1"/>
              <a:t>badai</a:t>
            </a:r>
            <a:r>
              <a:rPr lang="en-ID" dirty="0"/>
              <a:t> dan </a:t>
            </a:r>
            <a:r>
              <a:rPr lang="en-ID" dirty="0" err="1"/>
              <a:t>musuh-musuh</a:t>
            </a:r>
            <a:r>
              <a:rPr lang="en-ID" dirty="0"/>
              <a:t> yang </a:t>
            </a:r>
            <a:r>
              <a:rPr lang="en-ID" dirty="0" err="1"/>
              <a:t>dapat</a:t>
            </a:r>
            <a:r>
              <a:rPr lang="en-ID" dirty="0"/>
              <a:t> </a:t>
            </a:r>
            <a:r>
              <a:rPr lang="en-ID" dirty="0" err="1"/>
              <a:t>beradaptasi</a:t>
            </a:r>
            <a:r>
              <a:rPr lang="en-ID" dirty="0"/>
              <a:t> </a:t>
            </a:r>
            <a:r>
              <a:rPr lang="en-ID" dirty="0" err="1"/>
              <a:t>sama</a:t>
            </a:r>
            <a:r>
              <a:rPr lang="en-ID" dirty="0"/>
              <a:t> </a:t>
            </a:r>
            <a:r>
              <a:rPr lang="en-ID" dirty="0" err="1"/>
              <a:t>suhu</a:t>
            </a:r>
            <a:r>
              <a:rPr lang="en-ID" dirty="0"/>
              <a:t> </a:t>
            </a:r>
            <a:r>
              <a:rPr lang="en-ID" dirty="0" err="1"/>
              <a:t>dingin</a:t>
            </a:r>
            <a:r>
              <a:rPr lang="en-ID" dirty="0"/>
              <a:t> yang </a:t>
            </a:r>
            <a:r>
              <a:rPr lang="en-ID" dirty="0" err="1"/>
              <a:t>membuat</a:t>
            </a:r>
            <a:r>
              <a:rPr lang="en-ID" dirty="0"/>
              <a:t> </a:t>
            </a:r>
            <a:r>
              <a:rPr lang="en-ID" dirty="0" err="1"/>
              <a:t>karakter</a:t>
            </a:r>
            <a:r>
              <a:rPr lang="en-ID" dirty="0"/>
              <a:t> </a:t>
            </a:r>
            <a:r>
              <a:rPr lang="en-ID" dirty="0" err="1"/>
              <a:t>kita</a:t>
            </a:r>
            <a:r>
              <a:rPr lang="en-ID" dirty="0"/>
              <a:t> </a:t>
            </a:r>
            <a:r>
              <a:rPr lang="en-ID" dirty="0" err="1"/>
              <a:t>susah</a:t>
            </a:r>
            <a:r>
              <a:rPr lang="en-ID" dirty="0"/>
              <a:t> </a:t>
            </a:r>
            <a:r>
              <a:rPr lang="en-ID" dirty="0" err="1"/>
              <a:t>melewatinya</a:t>
            </a:r>
            <a:r>
              <a:rPr lang="en-ID" dirty="0"/>
              <a:t>. </a:t>
            </a:r>
            <a:r>
              <a:rPr lang="en-ID" dirty="0" err="1"/>
              <a:t>Tetapi</a:t>
            </a:r>
            <a:r>
              <a:rPr lang="en-ID" dirty="0"/>
              <a:t> </a:t>
            </a:r>
            <a:r>
              <a:rPr lang="en-ID" dirty="0" err="1"/>
              <a:t>ada</a:t>
            </a:r>
            <a:r>
              <a:rPr lang="en-ID" dirty="0"/>
              <a:t> material yang sangat Langkah yang </a:t>
            </a:r>
            <a:r>
              <a:rPr lang="en-ID" dirty="0" err="1"/>
              <a:t>mungkin</a:t>
            </a:r>
            <a:r>
              <a:rPr lang="en-ID" dirty="0"/>
              <a:t> </a:t>
            </a:r>
            <a:r>
              <a:rPr lang="en-ID" dirty="0" err="1"/>
              <a:t>dapat</a:t>
            </a:r>
            <a:r>
              <a:rPr lang="en-ID" dirty="0"/>
              <a:t> </a:t>
            </a:r>
            <a:r>
              <a:rPr lang="en-ID" dirty="0" err="1"/>
              <a:t>membantu</a:t>
            </a:r>
            <a:r>
              <a:rPr lang="en-ID" dirty="0"/>
              <a:t> </a:t>
            </a:r>
            <a:r>
              <a:rPr lang="en-ID" dirty="0" err="1"/>
              <a:t>karakter</a:t>
            </a:r>
            <a:r>
              <a:rPr lang="en-ID" dirty="0"/>
              <a:t> </a:t>
            </a:r>
            <a:r>
              <a:rPr lang="en-ID" dirty="0" err="1"/>
              <a:t>berkembang</a:t>
            </a:r>
            <a:endParaRPr lang="en-ID" dirty="0"/>
          </a:p>
        </p:txBody>
      </p:sp>
      <p:sp>
        <p:nvSpPr>
          <p:cNvPr id="1184" name="Google Shape;1184;p45">
            <a:extLst>
              <a:ext uri="{FF2B5EF4-FFF2-40B4-BE49-F238E27FC236}">
                <a16:creationId xmlns:a16="http://schemas.microsoft.com/office/drawing/2014/main" id="{5A9FB81C-C0DC-A4F4-6FB7-A49B6888790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25636" y="1291755"/>
            <a:ext cx="6776123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b="1" dirty="0"/>
              <a:t>Frozen Core</a:t>
            </a:r>
            <a:endParaRPr lang="en-ID" dirty="0"/>
          </a:p>
        </p:txBody>
      </p:sp>
      <p:sp>
        <p:nvSpPr>
          <p:cNvPr id="1189" name="Google Shape;1189;p45">
            <a:extLst>
              <a:ext uri="{FF2B5EF4-FFF2-40B4-BE49-F238E27FC236}">
                <a16:creationId xmlns:a16="http://schemas.microsoft.com/office/drawing/2014/main" id="{4EAD14D1-BA9B-641B-3B5D-C72F65ADC74E}"/>
              </a:ext>
            </a:extLst>
          </p:cNvPr>
          <p:cNvSpPr txBox="1">
            <a:spLocks noGrp="1"/>
          </p:cNvSpPr>
          <p:nvPr>
            <p:ph type="title" idx="8"/>
          </p:nvPr>
        </p:nvSpPr>
        <p:spPr>
          <a:xfrm>
            <a:off x="3256604" y="313875"/>
            <a:ext cx="2630792" cy="751830"/>
          </a:xfrm>
          <a:prstGeom prst="rect">
            <a:avLst/>
          </a:prstGeom>
        </p:spPr>
        <p:txBody>
          <a:bodyPr spcFirstLastPara="1" wrap="square" lIns="45700" tIns="91425" rIns="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b="1" dirty="0"/>
              <a:t>Stage 2 Story</a:t>
            </a:r>
            <a:endParaRPr sz="3600" b="1" dirty="0"/>
          </a:p>
        </p:txBody>
      </p:sp>
    </p:spTree>
    <p:extLst>
      <p:ext uri="{BB962C8B-B14F-4D97-AF65-F5344CB8AC3E}">
        <p14:creationId xmlns:p14="http://schemas.microsoft.com/office/powerpoint/2010/main" val="67849060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6">
          <a:extLst>
            <a:ext uri="{FF2B5EF4-FFF2-40B4-BE49-F238E27FC236}">
              <a16:creationId xmlns:a16="http://schemas.microsoft.com/office/drawing/2014/main" id="{702D0C1F-891D-37A8-B9D3-99F70884B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F9DFEDB-6A52-D880-1713-AF9E9024045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4623" r="10385"/>
          <a:stretch/>
        </p:blipFill>
        <p:spPr>
          <a:xfrm>
            <a:off x="316260" y="1736232"/>
            <a:ext cx="1664318" cy="1694842"/>
          </a:xfrm>
          <a:prstGeom prst="rect">
            <a:avLst/>
          </a:prstGeom>
        </p:spPr>
      </p:pic>
      <p:sp>
        <p:nvSpPr>
          <p:cNvPr id="1181" name="Google Shape;1181;p45">
            <a:extLst>
              <a:ext uri="{FF2B5EF4-FFF2-40B4-BE49-F238E27FC236}">
                <a16:creationId xmlns:a16="http://schemas.microsoft.com/office/drawing/2014/main" id="{2A8644B8-0990-2B62-91D2-19A1CF5FA206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159874" y="1743855"/>
            <a:ext cx="6200889" cy="262876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ID" b="1" dirty="0" err="1"/>
              <a:t>Musuh</a:t>
            </a:r>
            <a:r>
              <a:rPr lang="en-ID" dirty="0"/>
              <a:t>: Orc, Yokai, Satyr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D" b="1" dirty="0"/>
              <a:t>Mini Boss</a:t>
            </a:r>
            <a:r>
              <a:rPr lang="en-ID" dirty="0"/>
              <a:t>: Minotaur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ID" b="1" dirty="0"/>
              <a:t>Boss</a:t>
            </a:r>
            <a:r>
              <a:rPr lang="en-ID" dirty="0"/>
              <a:t>: </a:t>
            </a:r>
            <a:r>
              <a:rPr lang="en-ID" b="1" dirty="0"/>
              <a:t>Hellhound</a:t>
            </a:r>
            <a:r>
              <a:rPr lang="en-ID" dirty="0"/>
              <a:t> (3 Phase Battle)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ID" i="1" dirty="0"/>
              <a:t>Phase 1</a:t>
            </a:r>
            <a:r>
              <a:rPr lang="en-ID" dirty="0"/>
              <a:t>: </a:t>
            </a:r>
            <a:r>
              <a:rPr lang="en-ID" dirty="0" err="1"/>
              <a:t>Serangan</a:t>
            </a:r>
            <a:r>
              <a:rPr lang="en-ID" dirty="0"/>
              <a:t> </a:t>
            </a:r>
            <a:r>
              <a:rPr lang="en-ID" dirty="0" err="1"/>
              <a:t>fisik</a:t>
            </a:r>
            <a:r>
              <a:rPr lang="en-ID" dirty="0"/>
              <a:t> dan </a:t>
            </a:r>
            <a:r>
              <a:rPr lang="en-ID" dirty="0" err="1"/>
              <a:t>kecepatan</a:t>
            </a:r>
            <a:endParaRPr lang="en-ID" dirty="0"/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ID" i="1" dirty="0"/>
              <a:t>Phase 2</a:t>
            </a:r>
            <a:r>
              <a:rPr lang="en-ID" dirty="0"/>
              <a:t>: </a:t>
            </a:r>
            <a:r>
              <a:rPr lang="en-ID" dirty="0" err="1"/>
              <a:t>Berkepala</a:t>
            </a:r>
            <a:r>
              <a:rPr lang="en-ID" dirty="0"/>
              <a:t> 2 dan Damage Up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ID" i="1" dirty="0"/>
              <a:t>Phase 3</a:t>
            </a:r>
            <a:r>
              <a:rPr lang="en-ID" dirty="0"/>
              <a:t>: </a:t>
            </a:r>
            <a:r>
              <a:rPr lang="en-ID" dirty="0" err="1"/>
              <a:t>Bentuk</a:t>
            </a:r>
            <a:r>
              <a:rPr lang="en-ID" dirty="0"/>
              <a:t> </a:t>
            </a:r>
            <a:r>
              <a:rPr lang="en-ID" dirty="0" err="1"/>
              <a:t>iblis</a:t>
            </a:r>
            <a:r>
              <a:rPr lang="en-ID" dirty="0"/>
              <a:t> </a:t>
            </a:r>
            <a:r>
              <a:rPr lang="en-ID" dirty="0" err="1"/>
              <a:t>berkepala</a:t>
            </a:r>
            <a:r>
              <a:rPr lang="en-ID" dirty="0"/>
              <a:t> </a:t>
            </a:r>
            <a:r>
              <a:rPr lang="en-ID" dirty="0" err="1"/>
              <a:t>tiga</a:t>
            </a:r>
            <a:r>
              <a:rPr lang="en-ID" dirty="0"/>
              <a:t> </a:t>
            </a:r>
            <a:r>
              <a:rPr lang="en-ID" dirty="0" err="1"/>
              <a:t>Kecepatan</a:t>
            </a:r>
            <a:r>
              <a:rPr lang="en-ID" dirty="0"/>
              <a:t>?? Damage??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ID" b="1" dirty="0"/>
              <a:t>NPC</a:t>
            </a:r>
            <a:r>
              <a:rPr lang="en-ID" dirty="0"/>
              <a:t>: Dwarf </a:t>
            </a:r>
            <a:r>
              <a:rPr lang="en-ID" dirty="0" err="1"/>
              <a:t>penjaga</a:t>
            </a:r>
            <a:r>
              <a:rPr lang="en-ID" dirty="0"/>
              <a:t> </a:t>
            </a:r>
            <a:r>
              <a:rPr lang="en-ID" dirty="0" err="1"/>
              <a:t>kuil</a:t>
            </a:r>
            <a:r>
              <a:rPr lang="en-ID" dirty="0"/>
              <a:t> </a:t>
            </a:r>
            <a:r>
              <a:rPr lang="en-ID" dirty="0" err="1"/>
              <a:t>bawah</a:t>
            </a:r>
            <a:r>
              <a:rPr lang="en-ID" dirty="0"/>
              <a:t> </a:t>
            </a:r>
            <a:r>
              <a:rPr lang="en-ID" dirty="0" err="1"/>
              <a:t>tanah</a:t>
            </a:r>
            <a:r>
              <a:rPr lang="en-ID" dirty="0"/>
              <a:t> 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ID" b="1" dirty="0" err="1"/>
              <a:t>Deskripsi</a:t>
            </a:r>
            <a:r>
              <a:rPr lang="en-ID" b="1" dirty="0"/>
              <a:t> </a:t>
            </a:r>
            <a:r>
              <a:rPr lang="en-ID" dirty="0"/>
              <a:t>: </a:t>
            </a:r>
            <a:r>
              <a:rPr lang="en-ID" dirty="0" err="1"/>
              <a:t>Petunjuk</a:t>
            </a:r>
            <a:r>
              <a:rPr lang="en-ID" dirty="0"/>
              <a:t> </a:t>
            </a:r>
            <a:r>
              <a:rPr lang="en-ID" dirty="0" err="1"/>
              <a:t>awal</a:t>
            </a:r>
            <a:r>
              <a:rPr lang="en-ID" dirty="0"/>
              <a:t> </a:t>
            </a:r>
            <a:r>
              <a:rPr lang="en-ID" dirty="0" err="1"/>
              <a:t>tentang</a:t>
            </a:r>
            <a:r>
              <a:rPr lang="en-ID" dirty="0"/>
              <a:t> sang </a:t>
            </a:r>
            <a:r>
              <a:rPr lang="en-ID" dirty="0" err="1"/>
              <a:t>pangeran</a:t>
            </a:r>
            <a:r>
              <a:rPr lang="en-ID" dirty="0"/>
              <a:t> dan </a:t>
            </a:r>
            <a:r>
              <a:rPr lang="en-ID" dirty="0" err="1"/>
              <a:t>keinginannya</a:t>
            </a:r>
            <a:r>
              <a:rPr lang="en-ID" dirty="0"/>
              <a:t> </a:t>
            </a:r>
            <a:r>
              <a:rPr lang="en-ID" dirty="0" err="1"/>
              <a:t>membangkitkan</a:t>
            </a:r>
            <a:r>
              <a:rPr lang="en-ID" dirty="0"/>
              <a:t> yang </a:t>
            </a:r>
            <a:r>
              <a:rPr lang="en-ID" dirty="0" err="1"/>
              <a:t>telah</a:t>
            </a:r>
            <a:r>
              <a:rPr lang="en-ID" dirty="0"/>
              <a:t> </a:t>
            </a:r>
            <a:r>
              <a:rPr lang="en-ID" dirty="0" err="1"/>
              <a:t>mati</a:t>
            </a:r>
            <a:r>
              <a:rPr lang="en-ID" dirty="0"/>
              <a:t>.</a:t>
            </a:r>
          </a:p>
        </p:txBody>
      </p:sp>
      <p:sp>
        <p:nvSpPr>
          <p:cNvPr id="1184" name="Google Shape;1184;p45">
            <a:extLst>
              <a:ext uri="{FF2B5EF4-FFF2-40B4-BE49-F238E27FC236}">
                <a16:creationId xmlns:a16="http://schemas.microsoft.com/office/drawing/2014/main" id="{8AF37450-D909-9395-1E81-84E0C4BF57F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25636" y="1291755"/>
            <a:ext cx="6776123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b="1" dirty="0"/>
              <a:t>Illusive Desert</a:t>
            </a:r>
            <a:endParaRPr lang="en-ID" dirty="0"/>
          </a:p>
        </p:txBody>
      </p:sp>
      <p:sp>
        <p:nvSpPr>
          <p:cNvPr id="1189" name="Google Shape;1189;p45">
            <a:extLst>
              <a:ext uri="{FF2B5EF4-FFF2-40B4-BE49-F238E27FC236}">
                <a16:creationId xmlns:a16="http://schemas.microsoft.com/office/drawing/2014/main" id="{0EF7ADBD-7F8A-D46F-8A45-49E22E232848}"/>
              </a:ext>
            </a:extLst>
          </p:cNvPr>
          <p:cNvSpPr txBox="1">
            <a:spLocks noGrp="1"/>
          </p:cNvSpPr>
          <p:nvPr>
            <p:ph type="title" idx="8"/>
          </p:nvPr>
        </p:nvSpPr>
        <p:spPr>
          <a:xfrm>
            <a:off x="3256604" y="313875"/>
            <a:ext cx="2630792" cy="751830"/>
          </a:xfrm>
          <a:prstGeom prst="rect">
            <a:avLst/>
          </a:prstGeom>
        </p:spPr>
        <p:txBody>
          <a:bodyPr spcFirstLastPara="1" wrap="square" lIns="45700" tIns="91425" rIns="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b="1" dirty="0"/>
              <a:t>Stage 3 Story</a:t>
            </a:r>
            <a:endParaRPr sz="3600" b="1" dirty="0"/>
          </a:p>
        </p:txBody>
      </p:sp>
    </p:spTree>
    <p:extLst>
      <p:ext uri="{BB962C8B-B14F-4D97-AF65-F5344CB8AC3E}">
        <p14:creationId xmlns:p14="http://schemas.microsoft.com/office/powerpoint/2010/main" val="17065102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6">
          <a:extLst>
            <a:ext uri="{FF2B5EF4-FFF2-40B4-BE49-F238E27FC236}">
              <a16:creationId xmlns:a16="http://schemas.microsoft.com/office/drawing/2014/main" id="{C112AAAC-F4DC-306E-B015-B2AD73D7BF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1" name="Google Shape;1181;p45">
            <a:extLst>
              <a:ext uri="{FF2B5EF4-FFF2-40B4-BE49-F238E27FC236}">
                <a16:creationId xmlns:a16="http://schemas.microsoft.com/office/drawing/2014/main" id="{52459B85-7A6D-5E6A-B29A-E71CF44582A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159874" y="1743855"/>
            <a:ext cx="6200889" cy="186242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ID" b="1" dirty="0" err="1"/>
              <a:t>Musuh</a:t>
            </a:r>
            <a:r>
              <a:rPr lang="en-ID" dirty="0"/>
              <a:t>: Skeleton Knight, Demon, Corrupted Soldier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ID" b="1" dirty="0"/>
              <a:t>Mini</a:t>
            </a:r>
            <a:r>
              <a:rPr lang="en-ID" dirty="0"/>
              <a:t> Boss: Samurai Hitam (Clone)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D" b="1" dirty="0"/>
              <a:t>Boss</a:t>
            </a:r>
            <a:r>
              <a:rPr lang="en-ID" dirty="0"/>
              <a:t>: </a:t>
            </a:r>
            <a:r>
              <a:rPr lang="en-ID" sz="1400" b="1" dirty="0"/>
              <a:t>Corrupted Dragon</a:t>
            </a:r>
            <a:endParaRPr lang="en-ID" dirty="0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ID" b="1" dirty="0"/>
              <a:t>NPC</a:t>
            </a:r>
            <a:r>
              <a:rPr lang="en-ID" dirty="0"/>
              <a:t>: Roh </a:t>
            </a:r>
            <a:r>
              <a:rPr lang="en-ID" dirty="0" err="1"/>
              <a:t>kerajaan</a:t>
            </a:r>
            <a:endParaRPr lang="en-ID" dirty="0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ID" b="1" dirty="0" err="1"/>
              <a:t>Deskripsi</a:t>
            </a:r>
            <a:r>
              <a:rPr lang="en-ID" b="1" dirty="0"/>
              <a:t> </a:t>
            </a:r>
            <a:r>
              <a:rPr lang="en-ID" dirty="0"/>
              <a:t>: </a:t>
            </a:r>
            <a:r>
              <a:rPr lang="en-ID" dirty="0" err="1"/>
              <a:t>Kerjaan</a:t>
            </a:r>
            <a:r>
              <a:rPr lang="en-ID" dirty="0"/>
              <a:t> Obsidian </a:t>
            </a:r>
            <a:r>
              <a:rPr lang="en-ID" dirty="0" err="1"/>
              <a:t>adalah</a:t>
            </a:r>
            <a:r>
              <a:rPr lang="en-ID" dirty="0"/>
              <a:t> </a:t>
            </a:r>
            <a:r>
              <a:rPr lang="en-ID" dirty="0" err="1"/>
              <a:t>tempat</a:t>
            </a:r>
            <a:r>
              <a:rPr lang="en-ID" dirty="0"/>
              <a:t> yang </a:t>
            </a:r>
            <a:r>
              <a:rPr lang="en-ID" dirty="0" err="1"/>
              <a:t>sudah</a:t>
            </a:r>
            <a:r>
              <a:rPr lang="en-ID" dirty="0"/>
              <a:t> </a:t>
            </a:r>
            <a:r>
              <a:rPr lang="en-ID" dirty="0" err="1"/>
              <a:t>menjadi</a:t>
            </a:r>
            <a:r>
              <a:rPr lang="en-ID" dirty="0"/>
              <a:t> </a:t>
            </a:r>
            <a:r>
              <a:rPr lang="en-ID" dirty="0" err="1"/>
              <a:t>begitu</a:t>
            </a:r>
            <a:r>
              <a:rPr lang="en-ID" dirty="0"/>
              <a:t> </a:t>
            </a:r>
            <a:r>
              <a:rPr lang="en-ID" dirty="0" err="1"/>
              <a:t>kuat</a:t>
            </a:r>
            <a:r>
              <a:rPr lang="en-ID" dirty="0"/>
              <a:t> </a:t>
            </a:r>
            <a:r>
              <a:rPr lang="en-ID" dirty="0" err="1"/>
              <a:t>dengan</a:t>
            </a:r>
            <a:r>
              <a:rPr lang="en-ID" dirty="0"/>
              <a:t> dark magic, </a:t>
            </a:r>
            <a:r>
              <a:rPr lang="en-ID" dirty="0" err="1"/>
              <a:t>disini</a:t>
            </a:r>
            <a:r>
              <a:rPr lang="en-ID" dirty="0"/>
              <a:t> </a:t>
            </a:r>
            <a:r>
              <a:rPr lang="en-ID" dirty="0" err="1"/>
              <a:t>tujuan</a:t>
            </a:r>
            <a:r>
              <a:rPr lang="en-ID" dirty="0"/>
              <a:t> </a:t>
            </a:r>
            <a:r>
              <a:rPr lang="en-ID" dirty="0" err="1"/>
              <a:t>karaktermu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menyelamatkan</a:t>
            </a:r>
            <a:r>
              <a:rPr lang="en-ID" dirty="0"/>
              <a:t> </a:t>
            </a:r>
            <a:r>
              <a:rPr lang="en-ID" dirty="0" err="1"/>
              <a:t>atau</a:t>
            </a:r>
            <a:r>
              <a:rPr lang="en-ID" dirty="0"/>
              <a:t> </a:t>
            </a:r>
            <a:r>
              <a:rPr lang="en-ID" dirty="0" err="1"/>
              <a:t>mengalahkan</a:t>
            </a:r>
            <a:r>
              <a:rPr lang="en-ID" dirty="0"/>
              <a:t> Anak Raja. Itu </a:t>
            </a:r>
            <a:r>
              <a:rPr lang="en-ID" dirty="0" err="1"/>
              <a:t>adalah</a:t>
            </a:r>
            <a:r>
              <a:rPr lang="en-ID" dirty="0"/>
              <a:t> </a:t>
            </a:r>
            <a:r>
              <a:rPr lang="en-ID" dirty="0" err="1"/>
              <a:t>pilihan</a:t>
            </a:r>
            <a:r>
              <a:rPr lang="en-ID" dirty="0"/>
              <a:t> mu..</a:t>
            </a:r>
          </a:p>
        </p:txBody>
      </p:sp>
      <p:sp>
        <p:nvSpPr>
          <p:cNvPr id="1184" name="Google Shape;1184;p45">
            <a:extLst>
              <a:ext uri="{FF2B5EF4-FFF2-40B4-BE49-F238E27FC236}">
                <a16:creationId xmlns:a16="http://schemas.microsoft.com/office/drawing/2014/main" id="{72BCAE46-F622-B5DA-27B6-F15A7EA5204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25636" y="1291755"/>
            <a:ext cx="6776123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/>
              <a:t>Ruins of Obsidian Kingdom</a:t>
            </a:r>
            <a:endParaRPr lang="en-ID" dirty="0"/>
          </a:p>
        </p:txBody>
      </p:sp>
      <p:sp>
        <p:nvSpPr>
          <p:cNvPr id="1189" name="Google Shape;1189;p45">
            <a:extLst>
              <a:ext uri="{FF2B5EF4-FFF2-40B4-BE49-F238E27FC236}">
                <a16:creationId xmlns:a16="http://schemas.microsoft.com/office/drawing/2014/main" id="{E9918F6F-8E44-41DD-C19B-96212FC05307}"/>
              </a:ext>
            </a:extLst>
          </p:cNvPr>
          <p:cNvSpPr txBox="1">
            <a:spLocks noGrp="1"/>
          </p:cNvSpPr>
          <p:nvPr>
            <p:ph type="title" idx="8"/>
          </p:nvPr>
        </p:nvSpPr>
        <p:spPr>
          <a:xfrm>
            <a:off x="2860754" y="313875"/>
            <a:ext cx="3422492" cy="751830"/>
          </a:xfrm>
          <a:prstGeom prst="rect">
            <a:avLst/>
          </a:prstGeom>
        </p:spPr>
        <p:txBody>
          <a:bodyPr spcFirstLastPara="1" wrap="square" lIns="45700" tIns="91425" rIns="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b="1" dirty="0"/>
              <a:t>Final Stage Story</a:t>
            </a:r>
            <a:endParaRPr sz="3600" b="1" dirty="0"/>
          </a:p>
        </p:txBody>
      </p:sp>
      <p:pic>
        <p:nvPicPr>
          <p:cNvPr id="3" name="Picture 2" descr="Explore the Ruins: 2D Pixel Art Medieval Castle">
            <a:extLst>
              <a:ext uri="{FF2B5EF4-FFF2-40B4-BE49-F238E27FC236}">
                <a16:creationId xmlns:a16="http://schemas.microsoft.com/office/drawing/2014/main" id="{2B352433-B7A3-1E6D-55F4-444EA0CEC1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6260" y="1736232"/>
            <a:ext cx="1721085" cy="17210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215700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2">
          <a:extLst>
            <a:ext uri="{FF2B5EF4-FFF2-40B4-BE49-F238E27FC236}">
              <a16:creationId xmlns:a16="http://schemas.microsoft.com/office/drawing/2014/main" id="{E7255970-4F9E-912E-A9C3-4F2F9932AE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" name="Google Shape;993;p36">
            <a:extLst>
              <a:ext uri="{FF2B5EF4-FFF2-40B4-BE49-F238E27FC236}">
                <a16:creationId xmlns:a16="http://schemas.microsoft.com/office/drawing/2014/main" id="{2C11071D-C5C9-2F5D-670D-E39449E777F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46400" y="-17929"/>
            <a:ext cx="5697600" cy="44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NPC</a:t>
            </a:r>
            <a:br>
              <a:rPr lang="en-ID" dirty="0"/>
            </a:br>
            <a:endParaRPr dirty="0"/>
          </a:p>
        </p:txBody>
      </p:sp>
      <p:sp>
        <p:nvSpPr>
          <p:cNvPr id="994" name="Google Shape;994;p36">
            <a:extLst>
              <a:ext uri="{FF2B5EF4-FFF2-40B4-BE49-F238E27FC236}">
                <a16:creationId xmlns:a16="http://schemas.microsoft.com/office/drawing/2014/main" id="{B46B1096-ED01-256B-71B2-CD172C3AFE4F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69208" y="145471"/>
            <a:ext cx="4338188" cy="283265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None/>
            </a:pPr>
            <a:r>
              <a:rPr lang="en-ID" sz="1100" b="1" dirty="0"/>
              <a:t>Villager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Other Kingdom 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Penduduk</a:t>
            </a:r>
            <a:r>
              <a:rPr lang="en-ID" sz="1100" dirty="0"/>
              <a:t> yang </a:t>
            </a:r>
            <a:r>
              <a:rPr lang="en-ID" sz="1100" dirty="0" err="1"/>
              <a:t>akan</a:t>
            </a:r>
            <a:r>
              <a:rPr lang="en-ID" sz="1100" dirty="0"/>
              <a:t> </a:t>
            </a:r>
            <a:r>
              <a:rPr lang="en-ID" sz="1100" dirty="0" err="1"/>
              <a:t>membantu</a:t>
            </a:r>
            <a:r>
              <a:rPr lang="en-ID" sz="1100" dirty="0"/>
              <a:t> progress </a:t>
            </a:r>
            <a:r>
              <a:rPr lang="en-ID" sz="1100" dirty="0" err="1"/>
              <a:t>karakter</a:t>
            </a:r>
            <a:r>
              <a:rPr lang="en-ID" sz="1100" dirty="0"/>
              <a:t> pada </a:t>
            </a:r>
            <a:r>
              <a:rPr lang="en-ID" sz="1100" dirty="0" err="1"/>
              <a:t>petulangannya</a:t>
            </a:r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  <a:p>
            <a:pPr marL="127000" indent="0" algn="l"/>
            <a:endParaRPr lang="en-ID" sz="1100" dirty="0"/>
          </a:p>
          <a:p>
            <a:pPr algn="l">
              <a:buNone/>
            </a:pPr>
            <a:r>
              <a:rPr lang="en-ID" sz="1100" b="1" dirty="0"/>
              <a:t>Survivor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Obsidian Kingdom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seseorang</a:t>
            </a:r>
            <a:r>
              <a:rPr lang="en-ID" sz="1100" dirty="0"/>
              <a:t> yang </a:t>
            </a:r>
            <a:r>
              <a:rPr lang="en-ID" sz="1100" dirty="0" err="1"/>
              <a:t>akan</a:t>
            </a:r>
            <a:r>
              <a:rPr lang="en-ID" sz="1100" dirty="0"/>
              <a:t> </a:t>
            </a:r>
            <a:r>
              <a:rPr lang="en-ID" sz="1100" dirty="0" err="1"/>
              <a:t>kamu</a:t>
            </a:r>
            <a:r>
              <a:rPr lang="en-ID" sz="1100" dirty="0"/>
              <a:t> </a:t>
            </a:r>
            <a:r>
              <a:rPr lang="en-ID" sz="1100" dirty="0" err="1"/>
              <a:t>temukan</a:t>
            </a:r>
            <a:r>
              <a:rPr lang="en-ID" sz="1100" dirty="0"/>
              <a:t> </a:t>
            </a:r>
            <a:r>
              <a:rPr lang="en-ID" sz="1100" dirty="0" err="1"/>
              <a:t>dalam</a:t>
            </a:r>
            <a:r>
              <a:rPr lang="en-ID" sz="1100" dirty="0"/>
              <a:t> </a:t>
            </a:r>
            <a:r>
              <a:rPr lang="en-ID" sz="1100" dirty="0" err="1"/>
              <a:t>perjalananmu</a:t>
            </a:r>
            <a:r>
              <a:rPr lang="en-ID" sz="1100" dirty="0"/>
              <a:t> </a:t>
            </a:r>
            <a:r>
              <a:rPr lang="en-ID" sz="1100" dirty="0" err="1"/>
              <a:t>ke</a:t>
            </a:r>
            <a:r>
              <a:rPr lang="en-ID" sz="1100" dirty="0"/>
              <a:t> Obsidian Kingdom yang </a:t>
            </a:r>
            <a:r>
              <a:rPr lang="en-ID" sz="1100" dirty="0" err="1"/>
              <a:t>akan</a:t>
            </a:r>
            <a:r>
              <a:rPr lang="en-ID" sz="1100" dirty="0"/>
              <a:t> </a:t>
            </a:r>
            <a:r>
              <a:rPr lang="en-ID" sz="1100" dirty="0" err="1"/>
              <a:t>membantumu</a:t>
            </a:r>
            <a:r>
              <a:rPr lang="en-ID" sz="1100" dirty="0"/>
              <a:t> </a:t>
            </a:r>
            <a:r>
              <a:rPr lang="en-ID" sz="1100" dirty="0" err="1"/>
              <a:t>mencari</a:t>
            </a:r>
            <a:r>
              <a:rPr lang="en-ID" sz="1100" dirty="0"/>
              <a:t> </a:t>
            </a:r>
            <a:r>
              <a:rPr lang="en-ID" sz="1100" dirty="0" err="1"/>
              <a:t>tahu</a:t>
            </a:r>
            <a:r>
              <a:rPr lang="en-ID" sz="1100" dirty="0"/>
              <a:t> info di Obsidian Kingdom</a:t>
            </a:r>
          </a:p>
          <a:p>
            <a:pPr marL="127000" indent="0" algn="l"/>
            <a:endParaRPr lang="en-ID" sz="1100" dirty="0"/>
          </a:p>
          <a:p>
            <a:pPr algn="l">
              <a:buNone/>
            </a:pPr>
            <a:r>
              <a:rPr lang="en-ID" sz="1100" b="1" dirty="0"/>
              <a:t>Dwarf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Dwarf Kingdom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Salah </a:t>
            </a:r>
            <a:r>
              <a:rPr lang="en-ID" sz="1100" dirty="0" err="1"/>
              <a:t>satu</a:t>
            </a:r>
            <a:r>
              <a:rPr lang="en-ID" sz="1100" dirty="0"/>
              <a:t> Dwarf yang </a:t>
            </a:r>
            <a:r>
              <a:rPr lang="en-ID" sz="1100" dirty="0" err="1"/>
              <a:t>tidak</a:t>
            </a:r>
            <a:r>
              <a:rPr lang="en-ID" sz="1100" dirty="0"/>
              <a:t> di control oleh dark magic dan </a:t>
            </a:r>
            <a:r>
              <a:rPr lang="en-ID" sz="1100" dirty="0" err="1"/>
              <a:t>berhasil</a:t>
            </a:r>
            <a:r>
              <a:rPr lang="en-ID" sz="1100" dirty="0"/>
              <a:t> </a:t>
            </a:r>
            <a:r>
              <a:rPr lang="en-ID" sz="1100" dirty="0" err="1"/>
              <a:t>kabur</a:t>
            </a:r>
            <a:r>
              <a:rPr lang="en-ID" sz="1100" dirty="0"/>
              <a:t> </a:t>
            </a:r>
            <a:r>
              <a:rPr lang="en-ID" sz="1100" dirty="0" err="1"/>
              <a:t>dari</a:t>
            </a:r>
            <a:r>
              <a:rPr lang="en-ID" sz="1100" dirty="0"/>
              <a:t> </a:t>
            </a:r>
            <a:r>
              <a:rPr lang="en-ID" sz="1100" dirty="0" err="1"/>
              <a:t>ancaman</a:t>
            </a:r>
            <a:r>
              <a:rPr lang="en-ID" sz="1100" dirty="0"/>
              <a:t> Dark Magic, </a:t>
            </a:r>
            <a:r>
              <a:rPr lang="en-ID" sz="1100" dirty="0" err="1"/>
              <a:t>dia</a:t>
            </a:r>
            <a:r>
              <a:rPr lang="en-ID" sz="1100" dirty="0"/>
              <a:t> </a:t>
            </a:r>
            <a:r>
              <a:rPr lang="en-ID" sz="1100" dirty="0" err="1"/>
              <a:t>dapat</a:t>
            </a:r>
            <a:r>
              <a:rPr lang="en-ID" sz="1100" dirty="0"/>
              <a:t> </a:t>
            </a:r>
            <a:r>
              <a:rPr lang="en-ID" sz="1100" dirty="0" err="1"/>
              <a:t>menaikan</a:t>
            </a:r>
            <a:r>
              <a:rPr lang="en-ID" sz="1100" dirty="0"/>
              <a:t> </a:t>
            </a:r>
            <a:r>
              <a:rPr lang="en-ID" sz="1100" dirty="0" err="1"/>
              <a:t>kualitas</a:t>
            </a:r>
            <a:r>
              <a:rPr lang="en-ID" sz="1100" dirty="0"/>
              <a:t> </a:t>
            </a:r>
            <a:r>
              <a:rPr lang="en-ID" sz="1100" dirty="0" err="1"/>
              <a:t>sentaja</a:t>
            </a:r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  <a:p>
            <a:pPr marL="127000" indent="0" algn="l"/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C54EB13C-D03C-7A68-AE34-6BD50C6D5FD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624"/>
          <a:stretch/>
        </p:blipFill>
        <p:spPr bwMode="auto">
          <a:xfrm>
            <a:off x="4636605" y="238567"/>
            <a:ext cx="1921933" cy="9526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05F943C3-A018-02CD-45E2-395B78CAC49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8708"/>
          <a:stretch/>
        </p:blipFill>
        <p:spPr bwMode="auto">
          <a:xfrm>
            <a:off x="4636605" y="1345765"/>
            <a:ext cx="1968500" cy="9868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2">
            <a:extLst>
              <a:ext uri="{FF2B5EF4-FFF2-40B4-BE49-F238E27FC236}">
                <a16:creationId xmlns:a16="http://schemas.microsoft.com/office/drawing/2014/main" id="{2BC8EF23-C1C8-C19A-F8E1-F6BCE614549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81" r="67390" b="19163"/>
          <a:stretch/>
        </p:blipFill>
        <p:spPr bwMode="auto">
          <a:xfrm>
            <a:off x="4636605" y="2424396"/>
            <a:ext cx="540762" cy="925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8326392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" name="Google Shape;993;p36"/>
          <p:cNvSpPr txBox="1">
            <a:spLocks noGrp="1"/>
          </p:cNvSpPr>
          <p:nvPr>
            <p:ph type="title"/>
          </p:nvPr>
        </p:nvSpPr>
        <p:spPr>
          <a:xfrm>
            <a:off x="3446400" y="-17929"/>
            <a:ext cx="5697600" cy="44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 </a:t>
            </a:r>
            <a:r>
              <a:rPr lang="en-ID" b="1" dirty="0"/>
              <a:t>Common Enemies</a:t>
            </a:r>
            <a:endParaRPr dirty="0"/>
          </a:p>
        </p:txBody>
      </p:sp>
      <p:sp>
        <p:nvSpPr>
          <p:cNvPr id="994" name="Google Shape;994;p36"/>
          <p:cNvSpPr txBox="1">
            <a:spLocks noGrp="1"/>
          </p:cNvSpPr>
          <p:nvPr>
            <p:ph type="subTitle" idx="1"/>
          </p:nvPr>
        </p:nvSpPr>
        <p:spPr>
          <a:xfrm>
            <a:off x="169208" y="145471"/>
            <a:ext cx="4338188" cy="283265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None/>
            </a:pPr>
            <a:r>
              <a:rPr lang="en-ID" sz="1100" b="1" dirty="0"/>
              <a:t>Goblin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Hutan </a:t>
            </a:r>
            <a:r>
              <a:rPr lang="en-ID" sz="1100" dirty="0" err="1"/>
              <a:t>Terkutuk</a:t>
            </a:r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Makhluk</a:t>
            </a:r>
            <a:r>
              <a:rPr lang="en-ID" sz="1100" dirty="0"/>
              <a:t> </a:t>
            </a:r>
            <a:r>
              <a:rPr lang="en-ID" sz="1100" dirty="0" err="1"/>
              <a:t>kecil</a:t>
            </a:r>
            <a:r>
              <a:rPr lang="en-ID" sz="1100" dirty="0"/>
              <a:t> </a:t>
            </a:r>
            <a:r>
              <a:rPr lang="en-ID" sz="1100" dirty="0" err="1"/>
              <a:t>dengan</a:t>
            </a:r>
            <a:r>
              <a:rPr lang="en-ID" sz="1100" dirty="0"/>
              <a:t> </a:t>
            </a:r>
            <a:r>
              <a:rPr lang="en-ID" sz="1100" dirty="0" err="1"/>
              <a:t>insting</a:t>
            </a:r>
            <a:r>
              <a:rPr lang="en-ID" sz="1100" dirty="0"/>
              <a:t> buas dan </a:t>
            </a:r>
            <a:r>
              <a:rPr lang="en-ID" sz="1100" dirty="0" err="1"/>
              <a:t>kecerdikan</a:t>
            </a:r>
            <a:r>
              <a:rPr lang="en-ID" sz="1100" dirty="0"/>
              <a:t> </a:t>
            </a:r>
            <a:r>
              <a:rPr lang="en-ID" sz="1100" dirty="0" err="1"/>
              <a:t>tinggi</a:t>
            </a:r>
            <a:r>
              <a:rPr lang="en-ID" sz="1100" dirty="0"/>
              <a:t>. Sering </a:t>
            </a:r>
            <a:r>
              <a:rPr lang="en-ID" sz="1100" dirty="0" err="1"/>
              <a:t>menyerang</a:t>
            </a:r>
            <a:r>
              <a:rPr lang="en-ID" sz="1100" dirty="0"/>
              <a:t> </a:t>
            </a:r>
            <a:r>
              <a:rPr lang="en-ID" sz="1100" dirty="0" err="1"/>
              <a:t>secara</a:t>
            </a:r>
            <a:r>
              <a:rPr lang="en-ID" sz="1100" dirty="0"/>
              <a:t> </a:t>
            </a:r>
            <a:r>
              <a:rPr lang="en-ID" sz="1100" dirty="0" err="1"/>
              <a:t>berkelompok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Lempar</a:t>
            </a:r>
            <a:r>
              <a:rPr lang="en-ID" sz="1100" dirty="0"/>
              <a:t> tombak, </a:t>
            </a:r>
            <a:r>
              <a:rPr lang="en-ID" sz="1100" dirty="0" err="1"/>
              <a:t>jebakan</a:t>
            </a:r>
            <a:r>
              <a:rPr lang="en-ID" sz="1100" dirty="0"/>
              <a:t> </a:t>
            </a:r>
            <a:r>
              <a:rPr lang="en-ID" sz="1100" dirty="0" err="1"/>
              <a:t>sederhana</a:t>
            </a:r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  <a:p>
            <a:pPr algn="l">
              <a:buNone/>
            </a:pPr>
            <a:r>
              <a:rPr lang="en-ID" sz="1100" b="1" dirty="0"/>
              <a:t>Orc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Padang </a:t>
            </a:r>
            <a:r>
              <a:rPr lang="en-ID" sz="1100" dirty="0" err="1"/>
              <a:t>Pasir</a:t>
            </a:r>
            <a:r>
              <a:rPr lang="en-ID" sz="1100" dirty="0"/>
              <a:t> </a:t>
            </a:r>
            <a:r>
              <a:rPr lang="en-ID" sz="1100" dirty="0" err="1"/>
              <a:t>Bayangan</a:t>
            </a:r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Pejuang</a:t>
            </a:r>
            <a:r>
              <a:rPr lang="en-ID" sz="1100" dirty="0"/>
              <a:t> </a:t>
            </a:r>
            <a:r>
              <a:rPr lang="en-ID" sz="1100" dirty="0" err="1"/>
              <a:t>besar</a:t>
            </a:r>
            <a:r>
              <a:rPr lang="en-ID" sz="1100" dirty="0"/>
              <a:t> </a:t>
            </a:r>
            <a:r>
              <a:rPr lang="en-ID" sz="1100" dirty="0" err="1"/>
              <a:t>bertubuh</a:t>
            </a:r>
            <a:r>
              <a:rPr lang="en-ID" sz="1100" dirty="0"/>
              <a:t> </a:t>
            </a:r>
            <a:r>
              <a:rPr lang="en-ID" sz="1100" dirty="0" err="1"/>
              <a:t>kuat</a:t>
            </a:r>
            <a:r>
              <a:rPr lang="en-ID" sz="1100" dirty="0"/>
              <a:t> dan brutal. Tidak </a:t>
            </a:r>
            <a:r>
              <a:rPr lang="en-ID" sz="1100" dirty="0" err="1"/>
              <a:t>terlalu</a:t>
            </a:r>
            <a:r>
              <a:rPr lang="en-ID" sz="1100" dirty="0"/>
              <a:t> </a:t>
            </a:r>
            <a:r>
              <a:rPr lang="en-ID" sz="1100" dirty="0" err="1"/>
              <a:t>cepat</a:t>
            </a:r>
            <a:r>
              <a:rPr lang="en-ID" sz="1100" dirty="0"/>
              <a:t>, </a:t>
            </a:r>
            <a:r>
              <a:rPr lang="en-ID" sz="1100" dirty="0" err="1"/>
              <a:t>tapi</a:t>
            </a:r>
            <a:r>
              <a:rPr lang="en-ID" sz="1100" dirty="0"/>
              <a:t> </a:t>
            </a:r>
            <a:r>
              <a:rPr lang="en-ID" sz="1100" dirty="0" err="1"/>
              <a:t>pukulannya</a:t>
            </a:r>
            <a:r>
              <a:rPr lang="en-ID" sz="1100" dirty="0"/>
              <a:t> </a:t>
            </a:r>
            <a:r>
              <a:rPr lang="en-ID" sz="1100" dirty="0" err="1"/>
              <a:t>menghancurkan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Serangan</a:t>
            </a:r>
            <a:r>
              <a:rPr lang="en-ID" sz="1100" dirty="0"/>
              <a:t> </a:t>
            </a:r>
            <a:r>
              <a:rPr lang="en-ID" sz="1100" dirty="0" err="1"/>
              <a:t>lompat</a:t>
            </a:r>
            <a:r>
              <a:rPr lang="en-ID" sz="1100" dirty="0"/>
              <a:t>, </a:t>
            </a:r>
            <a:r>
              <a:rPr lang="en-ID" sz="1100" dirty="0" err="1"/>
              <a:t>teriakan</a:t>
            </a:r>
            <a:r>
              <a:rPr lang="en-ID" sz="1100" dirty="0"/>
              <a:t> </a:t>
            </a:r>
            <a:r>
              <a:rPr lang="en-ID" sz="1100" dirty="0" err="1"/>
              <a:t>mengintimidasi</a:t>
            </a:r>
            <a:endParaRPr lang="en-ID" sz="1100" dirty="0"/>
          </a:p>
          <a:p>
            <a:pPr marL="127000" indent="0" algn="l"/>
            <a:endParaRPr lang="en-ID" sz="1100" dirty="0"/>
          </a:p>
          <a:p>
            <a:pPr algn="l">
              <a:buNone/>
            </a:pPr>
            <a:r>
              <a:rPr lang="en-ID" sz="1100" b="1" dirty="0"/>
              <a:t>Skeleton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???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Tulang-tulang</a:t>
            </a:r>
            <a:r>
              <a:rPr lang="en-ID" sz="1100" dirty="0"/>
              <a:t> </a:t>
            </a:r>
            <a:r>
              <a:rPr lang="en-ID" sz="1100" dirty="0" err="1"/>
              <a:t>hidup</a:t>
            </a:r>
            <a:r>
              <a:rPr lang="en-ID" sz="1100" dirty="0"/>
              <a:t> yang </a:t>
            </a:r>
            <a:r>
              <a:rPr lang="en-ID" sz="1100" dirty="0" err="1"/>
              <a:t>dikendalikan</a:t>
            </a:r>
            <a:r>
              <a:rPr lang="en-ID" sz="1100" dirty="0"/>
              <a:t> oleh </a:t>
            </a:r>
            <a:r>
              <a:rPr lang="en-ID" sz="1100" dirty="0" err="1"/>
              <a:t>sihir</a:t>
            </a:r>
            <a:r>
              <a:rPr lang="en-ID" sz="1100" dirty="0"/>
              <a:t> </a:t>
            </a:r>
            <a:r>
              <a:rPr lang="en-ID" sz="1100" dirty="0" err="1"/>
              <a:t>gelap</a:t>
            </a:r>
            <a:r>
              <a:rPr lang="en-ID" sz="1100" dirty="0"/>
              <a:t>. </a:t>
            </a:r>
            <a:r>
              <a:rPr lang="en-ID" sz="1100" dirty="0" err="1"/>
              <a:t>Rentan</a:t>
            </a:r>
            <a:r>
              <a:rPr lang="en-ID" sz="1100" dirty="0"/>
              <a:t> </a:t>
            </a:r>
            <a:r>
              <a:rPr lang="en-ID" sz="1100" dirty="0" err="1"/>
              <a:t>tapi</a:t>
            </a:r>
            <a:r>
              <a:rPr lang="en-ID" sz="1100" dirty="0"/>
              <a:t> </a:t>
            </a:r>
            <a:r>
              <a:rPr lang="en-ID" sz="1100" dirty="0" err="1"/>
              <a:t>tak</a:t>
            </a:r>
            <a:r>
              <a:rPr lang="en-ID" sz="1100" dirty="0"/>
              <a:t> </a:t>
            </a:r>
            <a:r>
              <a:rPr lang="en-ID" sz="1100" dirty="0" err="1"/>
              <a:t>kenal</a:t>
            </a:r>
            <a:r>
              <a:rPr lang="en-ID" sz="1100" dirty="0"/>
              <a:t> </a:t>
            </a:r>
            <a:r>
              <a:rPr lang="en-ID" sz="1100" dirty="0" err="1"/>
              <a:t>takut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Bangkit</a:t>
            </a:r>
            <a:r>
              <a:rPr lang="en-ID" sz="1100" dirty="0"/>
              <a:t> </a:t>
            </a:r>
            <a:r>
              <a:rPr lang="en-ID" sz="1100" dirty="0" err="1"/>
              <a:t>kembali</a:t>
            </a:r>
            <a:r>
              <a:rPr lang="en-ID" sz="1100" dirty="0"/>
              <a:t> </a:t>
            </a:r>
            <a:r>
              <a:rPr lang="en-ID" sz="1100" dirty="0" err="1"/>
              <a:t>jika</a:t>
            </a:r>
            <a:r>
              <a:rPr lang="en-ID" sz="1100" dirty="0"/>
              <a:t> </a:t>
            </a:r>
            <a:r>
              <a:rPr lang="en-ID" sz="1100" dirty="0" err="1"/>
              <a:t>tidak</a:t>
            </a:r>
            <a:r>
              <a:rPr lang="en-ID" sz="1100" dirty="0"/>
              <a:t> </a:t>
            </a:r>
            <a:r>
              <a:rPr lang="en-ID" sz="1100" dirty="0" err="1"/>
              <a:t>dihancurkan</a:t>
            </a:r>
            <a:r>
              <a:rPr lang="en-ID" sz="1100" dirty="0"/>
              <a:t> </a:t>
            </a:r>
            <a:r>
              <a:rPr lang="en-ID" sz="1100" dirty="0" err="1"/>
              <a:t>dengan</a:t>
            </a:r>
            <a:r>
              <a:rPr lang="en-ID" sz="1100" dirty="0"/>
              <a:t> </a:t>
            </a:r>
            <a:r>
              <a:rPr lang="en-ID" sz="1100" dirty="0" err="1"/>
              <a:t>sihir</a:t>
            </a:r>
            <a:endParaRPr lang="en-ID" sz="1100" dirty="0"/>
          </a:p>
        </p:txBody>
      </p:sp>
      <p:pic>
        <p:nvPicPr>
          <p:cNvPr id="10242" name="Picture 2">
            <a:extLst>
              <a:ext uri="{FF2B5EF4-FFF2-40B4-BE49-F238E27FC236}">
                <a16:creationId xmlns:a16="http://schemas.microsoft.com/office/drawing/2014/main" id="{F65431AD-2943-9A08-55B4-E5E265B69C4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8386"/>
          <a:stretch/>
        </p:blipFill>
        <p:spPr bwMode="auto">
          <a:xfrm>
            <a:off x="4636605" y="2692426"/>
            <a:ext cx="1838739" cy="925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44" name="Picture 4">
            <a:extLst>
              <a:ext uri="{FF2B5EF4-FFF2-40B4-BE49-F238E27FC236}">
                <a16:creationId xmlns:a16="http://schemas.microsoft.com/office/drawing/2014/main" id="{DD8D5AC0-5FA4-8DE9-427C-A2FF3FFB668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8386"/>
          <a:stretch/>
        </p:blipFill>
        <p:spPr bwMode="auto">
          <a:xfrm>
            <a:off x="4636604" y="431171"/>
            <a:ext cx="1838739" cy="925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48" name="Picture 8">
            <a:extLst>
              <a:ext uri="{FF2B5EF4-FFF2-40B4-BE49-F238E27FC236}">
                <a16:creationId xmlns:a16="http://schemas.microsoft.com/office/drawing/2014/main" id="{CDBC0101-9D79-D6A4-756E-94D3D22534E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981" b="19349"/>
          <a:stretch/>
        </p:blipFill>
        <p:spPr bwMode="auto">
          <a:xfrm>
            <a:off x="5213074" y="1561798"/>
            <a:ext cx="1284230" cy="925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3042659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2">
          <a:extLst>
            <a:ext uri="{FF2B5EF4-FFF2-40B4-BE49-F238E27FC236}">
              <a16:creationId xmlns:a16="http://schemas.microsoft.com/office/drawing/2014/main" id="{89E4F40F-F94C-352B-1D15-5EE57D4FB2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" name="Google Shape;993;p36">
            <a:extLst>
              <a:ext uri="{FF2B5EF4-FFF2-40B4-BE49-F238E27FC236}">
                <a16:creationId xmlns:a16="http://schemas.microsoft.com/office/drawing/2014/main" id="{43A1C039-3E40-7B78-6CD6-1A6E1094912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46400" y="-17929"/>
            <a:ext cx="5697600" cy="44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 </a:t>
            </a:r>
            <a:r>
              <a:rPr lang="en-ID" b="1" dirty="0"/>
              <a:t>Common Enemies</a:t>
            </a:r>
            <a:endParaRPr dirty="0"/>
          </a:p>
        </p:txBody>
      </p:sp>
      <p:sp>
        <p:nvSpPr>
          <p:cNvPr id="994" name="Google Shape;994;p36">
            <a:extLst>
              <a:ext uri="{FF2B5EF4-FFF2-40B4-BE49-F238E27FC236}">
                <a16:creationId xmlns:a16="http://schemas.microsoft.com/office/drawing/2014/main" id="{69A31FA6-9961-0977-BB97-E2B751CF9A0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13934" y="206620"/>
            <a:ext cx="4069831" cy="322734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None/>
            </a:pPr>
            <a:r>
              <a:rPr lang="en-ID" sz="1100" b="1" dirty="0"/>
              <a:t>Yokai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???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Roh </a:t>
            </a:r>
            <a:r>
              <a:rPr lang="en-ID" sz="1100" dirty="0" err="1"/>
              <a:t>jahat</a:t>
            </a:r>
            <a:r>
              <a:rPr lang="en-ID" sz="1100" dirty="0"/>
              <a:t> </a:t>
            </a:r>
            <a:r>
              <a:rPr lang="en-ID" sz="1100" dirty="0" err="1"/>
              <a:t>dari</a:t>
            </a:r>
            <a:r>
              <a:rPr lang="en-ID" sz="1100" dirty="0"/>
              <a:t> dunia lain. </a:t>
            </a:r>
            <a:r>
              <a:rPr lang="en-ID" sz="1100" dirty="0" err="1"/>
              <a:t>Membuat</a:t>
            </a:r>
            <a:r>
              <a:rPr lang="en-ID" sz="1100" dirty="0"/>
              <a:t> </a:t>
            </a:r>
            <a:r>
              <a:rPr lang="en-ID" sz="1100" dirty="0" err="1"/>
              <a:t>ilusi</a:t>
            </a:r>
            <a:r>
              <a:rPr lang="en-ID" sz="1100" dirty="0"/>
              <a:t> dan </a:t>
            </a:r>
            <a:r>
              <a:rPr lang="en-ID" sz="1100" dirty="0" err="1"/>
              <a:t>mengacaukan</a:t>
            </a:r>
            <a:r>
              <a:rPr lang="en-ID" sz="1100" dirty="0"/>
              <a:t> </a:t>
            </a:r>
            <a:r>
              <a:rPr lang="en-ID" sz="1100" dirty="0" err="1"/>
              <a:t>pikiran</a:t>
            </a:r>
            <a:r>
              <a:rPr lang="en-ID" sz="1100" dirty="0"/>
              <a:t> </a:t>
            </a:r>
            <a:r>
              <a:rPr lang="en-ID" sz="1100" dirty="0" err="1"/>
              <a:t>musuh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Teleportasi</a:t>
            </a:r>
            <a:r>
              <a:rPr lang="en-ID" sz="1100" dirty="0"/>
              <a:t> </a:t>
            </a:r>
            <a:r>
              <a:rPr lang="en-ID" sz="1100" dirty="0" err="1"/>
              <a:t>pendek</a:t>
            </a:r>
            <a:r>
              <a:rPr lang="en-ID" sz="1100" dirty="0"/>
              <a:t>, </a:t>
            </a:r>
            <a:r>
              <a:rPr lang="en-ID" sz="1100" dirty="0" err="1"/>
              <a:t>ilusi</a:t>
            </a:r>
            <a:r>
              <a:rPr lang="en-ID" sz="1100" dirty="0"/>
              <a:t> </a:t>
            </a:r>
            <a:r>
              <a:rPr lang="en-ID" sz="1100" dirty="0" err="1"/>
              <a:t>ganda</a:t>
            </a:r>
            <a:endParaRPr lang="en-ID" sz="1100" dirty="0"/>
          </a:p>
          <a:p>
            <a:pPr marL="127000" indent="0" algn="l"/>
            <a:endParaRPr lang="en-ID" sz="1100" dirty="0"/>
          </a:p>
          <a:p>
            <a:pPr algn="l">
              <a:buNone/>
            </a:pPr>
            <a:r>
              <a:rPr lang="en-ID" sz="1100" b="1" dirty="0"/>
              <a:t>Gladiator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:???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Petarung</a:t>
            </a:r>
            <a:r>
              <a:rPr lang="en-ID" sz="1100" dirty="0"/>
              <a:t> </a:t>
            </a:r>
            <a:r>
              <a:rPr lang="en-ID" sz="1100" dirty="0" err="1"/>
              <a:t>abadi</a:t>
            </a:r>
            <a:r>
              <a:rPr lang="en-ID" sz="1100" dirty="0"/>
              <a:t> </a:t>
            </a:r>
            <a:r>
              <a:rPr lang="en-ID" sz="1100" dirty="0" err="1"/>
              <a:t>dari</a:t>
            </a:r>
            <a:r>
              <a:rPr lang="en-ID" sz="1100" dirty="0"/>
              <a:t> arena </a:t>
            </a:r>
            <a:r>
              <a:rPr lang="en-ID" sz="1100" dirty="0" err="1"/>
              <a:t>terkutuk</a:t>
            </a:r>
            <a:r>
              <a:rPr lang="en-ID" sz="1100" dirty="0"/>
              <a:t>. Armor-</a:t>
            </a:r>
            <a:r>
              <a:rPr lang="en-ID" sz="1100" dirty="0" err="1"/>
              <a:t>nya</a:t>
            </a:r>
            <a:r>
              <a:rPr lang="en-ID" sz="1100" dirty="0"/>
              <a:t> </a:t>
            </a:r>
            <a:r>
              <a:rPr lang="en-ID" sz="1100" dirty="0" err="1"/>
              <a:t>menyatu</a:t>
            </a:r>
            <a:r>
              <a:rPr lang="en-ID" sz="1100" dirty="0"/>
              <a:t> </a:t>
            </a:r>
            <a:r>
              <a:rPr lang="en-ID" sz="1100" dirty="0" err="1"/>
              <a:t>dengan</a:t>
            </a:r>
            <a:r>
              <a:rPr lang="en-ID" sz="1100" dirty="0"/>
              <a:t> Dark Magic.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Serangan</a:t>
            </a:r>
            <a:r>
              <a:rPr lang="en-ID" sz="1100" dirty="0"/>
              <a:t> charge, </a:t>
            </a:r>
            <a:r>
              <a:rPr lang="en-ID" sz="1100" dirty="0" err="1"/>
              <a:t>blok</a:t>
            </a:r>
            <a:r>
              <a:rPr lang="en-ID" sz="1100" dirty="0"/>
              <a:t> </a:t>
            </a:r>
            <a:r>
              <a:rPr lang="en-ID" sz="1100" dirty="0" err="1"/>
              <a:t>sihir</a:t>
            </a:r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  <a:p>
            <a:pPr algn="l">
              <a:buNone/>
            </a:pPr>
            <a:r>
              <a:rPr lang="en-ID" sz="1100" b="1" dirty="0"/>
              <a:t>Demon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???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Wujud</a:t>
            </a:r>
            <a:r>
              <a:rPr lang="en-ID" sz="1100" dirty="0"/>
              <a:t> </a:t>
            </a:r>
            <a:r>
              <a:rPr lang="en-ID" sz="1100" dirty="0" err="1"/>
              <a:t>korupsi</a:t>
            </a:r>
            <a:r>
              <a:rPr lang="en-ID" sz="1100" dirty="0"/>
              <a:t> </a:t>
            </a:r>
            <a:r>
              <a:rPr lang="en-ID" sz="1100" dirty="0" err="1"/>
              <a:t>jiwa</a:t>
            </a:r>
            <a:r>
              <a:rPr lang="en-ID" sz="1100" dirty="0"/>
              <a:t> oleh </a:t>
            </a:r>
            <a:r>
              <a:rPr lang="en-ID" sz="1100" dirty="0" err="1"/>
              <a:t>sihir</a:t>
            </a:r>
            <a:r>
              <a:rPr lang="en-ID" sz="1100" dirty="0"/>
              <a:t> </a:t>
            </a:r>
            <a:r>
              <a:rPr lang="en-ID" sz="1100" dirty="0" err="1"/>
              <a:t>gelap</a:t>
            </a:r>
            <a:r>
              <a:rPr lang="en-ID" sz="1100" dirty="0"/>
              <a:t>. </a:t>
            </a:r>
            <a:r>
              <a:rPr lang="en-ID" sz="1100" dirty="0" err="1"/>
              <a:t>Cepat</a:t>
            </a:r>
            <a:r>
              <a:rPr lang="en-ID" sz="1100" dirty="0"/>
              <a:t> dan </a:t>
            </a:r>
            <a:r>
              <a:rPr lang="en-ID" sz="1100" dirty="0" err="1"/>
              <a:t>menyerang</a:t>
            </a:r>
            <a:r>
              <a:rPr lang="en-ID" sz="1100" dirty="0"/>
              <a:t> </a:t>
            </a:r>
            <a:r>
              <a:rPr lang="en-ID" sz="1100" dirty="0" err="1"/>
              <a:t>tanpa</a:t>
            </a:r>
            <a:r>
              <a:rPr lang="en-ID" sz="1100" dirty="0"/>
              <a:t> </a:t>
            </a:r>
            <a:r>
              <a:rPr lang="en-ID" sz="1100" dirty="0" err="1"/>
              <a:t>ampun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Teleportasi</a:t>
            </a:r>
            <a:r>
              <a:rPr lang="en-ID" sz="1100" dirty="0"/>
              <a:t>, bola </a:t>
            </a:r>
            <a:r>
              <a:rPr lang="en-ID" sz="1100" dirty="0" err="1"/>
              <a:t>api</a:t>
            </a:r>
            <a:r>
              <a:rPr lang="en-ID" sz="1100" dirty="0"/>
              <a:t> </a:t>
            </a:r>
            <a:r>
              <a:rPr lang="en-ID" sz="1100" dirty="0" err="1"/>
              <a:t>terarah</a:t>
            </a:r>
            <a:endParaRPr lang="en-ID" sz="1100" dirty="0"/>
          </a:p>
        </p:txBody>
      </p:sp>
      <p:pic>
        <p:nvPicPr>
          <p:cNvPr id="11268" name="Picture 4">
            <a:extLst>
              <a:ext uri="{FF2B5EF4-FFF2-40B4-BE49-F238E27FC236}">
                <a16:creationId xmlns:a16="http://schemas.microsoft.com/office/drawing/2014/main" id="{4A563A92-4F70-1742-2EA5-C6CB18F65B8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163"/>
          <a:stretch/>
        </p:blipFill>
        <p:spPr bwMode="auto">
          <a:xfrm>
            <a:off x="4636604" y="431171"/>
            <a:ext cx="1856425" cy="9254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70" name="Picture 6">
            <a:extLst>
              <a:ext uri="{FF2B5EF4-FFF2-40B4-BE49-F238E27FC236}">
                <a16:creationId xmlns:a16="http://schemas.microsoft.com/office/drawing/2014/main" id="{454145E1-F2E5-5570-D3AA-62CC0400ED1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163"/>
          <a:stretch/>
        </p:blipFill>
        <p:spPr bwMode="auto">
          <a:xfrm>
            <a:off x="4627787" y="2556301"/>
            <a:ext cx="1856425" cy="925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366" name="Picture 6">
            <a:extLst>
              <a:ext uri="{FF2B5EF4-FFF2-40B4-BE49-F238E27FC236}">
                <a16:creationId xmlns:a16="http://schemas.microsoft.com/office/drawing/2014/main" id="{E5A08761-F035-70DC-0A15-294D9B11D1C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163"/>
          <a:stretch/>
        </p:blipFill>
        <p:spPr bwMode="auto">
          <a:xfrm>
            <a:off x="4618972" y="1465467"/>
            <a:ext cx="1874056" cy="9342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5479346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2">
          <a:extLst>
            <a:ext uri="{FF2B5EF4-FFF2-40B4-BE49-F238E27FC236}">
              <a16:creationId xmlns:a16="http://schemas.microsoft.com/office/drawing/2014/main" id="{5340031A-A270-2DD3-2B4B-8B016F6B22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" name="Google Shape;993;p36">
            <a:extLst>
              <a:ext uri="{FF2B5EF4-FFF2-40B4-BE49-F238E27FC236}">
                <a16:creationId xmlns:a16="http://schemas.microsoft.com/office/drawing/2014/main" id="{15BFF1FB-6B4D-6EC4-1DA2-52AF558C07C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46400" y="-17929"/>
            <a:ext cx="5697600" cy="44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 </a:t>
            </a:r>
            <a:r>
              <a:rPr lang="en-ID" b="1" dirty="0"/>
              <a:t>Common Enemies</a:t>
            </a:r>
            <a:endParaRPr dirty="0"/>
          </a:p>
        </p:txBody>
      </p:sp>
      <p:sp>
        <p:nvSpPr>
          <p:cNvPr id="994" name="Google Shape;994;p36">
            <a:extLst>
              <a:ext uri="{FF2B5EF4-FFF2-40B4-BE49-F238E27FC236}">
                <a16:creationId xmlns:a16="http://schemas.microsoft.com/office/drawing/2014/main" id="{635B2F74-18CC-FDCC-9331-3B552C0D684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13934" y="206620"/>
            <a:ext cx="4069831" cy="322734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None/>
            </a:pPr>
            <a:r>
              <a:rPr lang="en-ID" sz="1100" b="1" dirty="0"/>
              <a:t>Werewolf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Plains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Werewolf yang </a:t>
            </a:r>
            <a:r>
              <a:rPr lang="en-ID" sz="1100" dirty="0" err="1"/>
              <a:t>hidup</a:t>
            </a:r>
            <a:r>
              <a:rPr lang="en-ID" sz="1100" dirty="0"/>
              <a:t> </a:t>
            </a:r>
            <a:r>
              <a:rPr lang="en-ID" sz="1100" dirty="0" err="1"/>
              <a:t>tenang</a:t>
            </a:r>
            <a:r>
              <a:rPr lang="en-ID" sz="1100" dirty="0"/>
              <a:t> di plains </a:t>
            </a:r>
            <a:r>
              <a:rPr lang="en-ID" sz="1100" dirty="0" err="1"/>
              <a:t>tiba-tiba</a:t>
            </a:r>
            <a:r>
              <a:rPr lang="en-ID" sz="1100" dirty="0"/>
              <a:t> </a:t>
            </a:r>
            <a:r>
              <a:rPr lang="en-ID" sz="1100" dirty="0" err="1"/>
              <a:t>hilang</a:t>
            </a:r>
            <a:r>
              <a:rPr lang="en-ID" sz="1100" dirty="0"/>
              <a:t> </a:t>
            </a:r>
            <a:r>
              <a:rPr lang="en-ID" sz="1100" dirty="0" err="1"/>
              <a:t>kendali</a:t>
            </a:r>
            <a:r>
              <a:rPr lang="en-ID" sz="1100" dirty="0"/>
              <a:t> oleh dark magic </a:t>
            </a:r>
            <a:r>
              <a:rPr lang="en-ID" sz="1100" dirty="0" err="1"/>
              <a:t>sehingga</a:t>
            </a:r>
            <a:r>
              <a:rPr lang="en-ID" sz="1100" dirty="0"/>
              <a:t> </a:t>
            </a:r>
            <a:r>
              <a:rPr lang="en-ID" sz="1100" dirty="0" err="1"/>
              <a:t>menjadi</a:t>
            </a:r>
            <a:r>
              <a:rPr lang="en-ID" sz="1100" dirty="0"/>
              <a:t> buas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Bleeding dan movement speed yang </a:t>
            </a:r>
            <a:r>
              <a:rPr lang="en-ID" sz="1100" dirty="0" err="1"/>
              <a:t>cepat</a:t>
            </a:r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  <a:p>
            <a:pPr algn="l">
              <a:buNone/>
            </a:pPr>
            <a:r>
              <a:rPr lang="en-ID" sz="1100" b="1" dirty="0"/>
              <a:t>Corrupted Soldier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</a:t>
            </a:r>
            <a:r>
              <a:rPr lang="en-ID" sz="1100" dirty="0" err="1"/>
              <a:t>Obsidan</a:t>
            </a:r>
            <a:r>
              <a:rPr lang="en-ID" sz="1100" dirty="0"/>
              <a:t> Kingdom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Pasukan</a:t>
            </a:r>
            <a:r>
              <a:rPr lang="en-ID" sz="1100" dirty="0"/>
              <a:t> yang </a:t>
            </a:r>
            <a:r>
              <a:rPr lang="en-ID" sz="1100" dirty="0" err="1"/>
              <a:t>melindungi</a:t>
            </a:r>
            <a:r>
              <a:rPr lang="en-ID" sz="1100" dirty="0"/>
              <a:t> </a:t>
            </a:r>
            <a:r>
              <a:rPr lang="en-ID" sz="1100" dirty="0" err="1"/>
              <a:t>Kerajaannya</a:t>
            </a:r>
            <a:r>
              <a:rPr lang="en-ID" sz="1100" dirty="0"/>
              <a:t> </a:t>
            </a:r>
            <a:r>
              <a:rPr lang="en-ID" sz="1100" dirty="0" err="1"/>
              <a:t>saat</a:t>
            </a:r>
            <a:r>
              <a:rPr lang="en-ID" sz="1100" dirty="0"/>
              <a:t> </a:t>
            </a:r>
            <a:r>
              <a:rPr lang="en-ID" sz="1100" dirty="0" err="1"/>
              <a:t>anak</a:t>
            </a:r>
            <a:r>
              <a:rPr lang="en-ID" sz="1100" dirty="0"/>
              <a:t> raja </a:t>
            </a:r>
            <a:r>
              <a:rPr lang="en-ID" sz="1100" dirty="0" err="1"/>
              <a:t>dikendalikan</a:t>
            </a:r>
            <a:r>
              <a:rPr lang="en-ID" sz="1100" dirty="0"/>
              <a:t> oleh dark magic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Bleed dan effect slowness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</p:txBody>
      </p:sp>
      <p:pic>
        <p:nvPicPr>
          <p:cNvPr id="2" name="Picture 4">
            <a:extLst>
              <a:ext uri="{FF2B5EF4-FFF2-40B4-BE49-F238E27FC236}">
                <a16:creationId xmlns:a16="http://schemas.microsoft.com/office/drawing/2014/main" id="{EE663339-B171-603A-10A3-4702183379D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163"/>
          <a:stretch/>
        </p:blipFill>
        <p:spPr bwMode="auto">
          <a:xfrm>
            <a:off x="4636603" y="371536"/>
            <a:ext cx="1869768" cy="932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6">
            <a:extLst>
              <a:ext uri="{FF2B5EF4-FFF2-40B4-BE49-F238E27FC236}">
                <a16:creationId xmlns:a16="http://schemas.microsoft.com/office/drawing/2014/main" id="{6B164B7F-ED23-ADE9-EE9D-5B65BBBCC72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163"/>
          <a:stretch/>
        </p:blipFill>
        <p:spPr bwMode="auto">
          <a:xfrm>
            <a:off x="4636603" y="1553063"/>
            <a:ext cx="1874055" cy="9342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3332938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2">
          <a:extLst>
            <a:ext uri="{FF2B5EF4-FFF2-40B4-BE49-F238E27FC236}">
              <a16:creationId xmlns:a16="http://schemas.microsoft.com/office/drawing/2014/main" id="{FCE8D624-629E-93B6-11EE-F3DC8D503E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" name="Google Shape;993;p36">
            <a:extLst>
              <a:ext uri="{FF2B5EF4-FFF2-40B4-BE49-F238E27FC236}">
                <a16:creationId xmlns:a16="http://schemas.microsoft.com/office/drawing/2014/main" id="{4A891828-060B-AB89-2BD4-FAF049A3787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46400" y="-17929"/>
            <a:ext cx="5697600" cy="44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 </a:t>
            </a:r>
            <a:r>
              <a:rPr lang="en-ID" b="1" dirty="0"/>
              <a:t>Elite/Mini Bosses</a:t>
            </a:r>
            <a:endParaRPr dirty="0"/>
          </a:p>
        </p:txBody>
      </p:sp>
      <p:sp>
        <p:nvSpPr>
          <p:cNvPr id="994" name="Google Shape;994;p36">
            <a:extLst>
              <a:ext uri="{FF2B5EF4-FFF2-40B4-BE49-F238E27FC236}">
                <a16:creationId xmlns:a16="http://schemas.microsoft.com/office/drawing/2014/main" id="{80C35D7F-B643-29D3-D63F-8D4C65B815E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13934" y="206620"/>
            <a:ext cx="4293465" cy="322734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None/>
            </a:pPr>
            <a:r>
              <a:rPr lang="en-ID" sz="1100" b="1" dirty="0"/>
              <a:t>Orc Chief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Plains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Pemimpin</a:t>
            </a:r>
            <a:r>
              <a:rPr lang="en-ID" sz="1100" dirty="0"/>
              <a:t> yang </a:t>
            </a:r>
            <a:r>
              <a:rPr lang="en-ID" sz="1100" dirty="0" err="1"/>
              <a:t>kuat</a:t>
            </a:r>
            <a:r>
              <a:rPr lang="en-ID" sz="1100" dirty="0"/>
              <a:t> dan </a:t>
            </a:r>
            <a:r>
              <a:rPr lang="en-ID" sz="1100" dirty="0" err="1"/>
              <a:t>menakutkan</a:t>
            </a:r>
            <a:r>
              <a:rPr lang="en-ID" sz="1100" dirty="0"/>
              <a:t> </a:t>
            </a:r>
            <a:r>
              <a:rPr lang="en-ID" sz="1100" dirty="0" err="1"/>
              <a:t>ini</a:t>
            </a:r>
            <a:r>
              <a:rPr lang="en-ID" sz="1100" dirty="0"/>
              <a:t> </a:t>
            </a:r>
            <a:r>
              <a:rPr lang="en-ID" sz="1100" dirty="0" err="1"/>
              <a:t>mampu</a:t>
            </a:r>
            <a:r>
              <a:rPr lang="en-ID" sz="1100" dirty="0"/>
              <a:t> </a:t>
            </a:r>
            <a:r>
              <a:rPr lang="en-ID" sz="1100" dirty="0" err="1"/>
              <a:t>mengguncangkan</a:t>
            </a:r>
            <a:r>
              <a:rPr lang="en-ID" sz="1100" dirty="0"/>
              <a:t> </a:t>
            </a:r>
            <a:r>
              <a:rPr lang="en-ID" sz="1100" dirty="0" err="1"/>
              <a:t>tanah</a:t>
            </a:r>
            <a:r>
              <a:rPr lang="en-ID" sz="1100" dirty="0"/>
              <a:t> Ketika </a:t>
            </a:r>
            <a:r>
              <a:rPr lang="en-ID" sz="1100" dirty="0" err="1"/>
              <a:t>menyerang</a:t>
            </a:r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Berserk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  <a:p>
            <a:pPr algn="l">
              <a:buNone/>
            </a:pPr>
            <a:r>
              <a:rPr lang="en-ID" sz="1100" b="1" dirty="0"/>
              <a:t>Amazon Girl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???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Pejuang</a:t>
            </a:r>
            <a:r>
              <a:rPr lang="en-ID" sz="1100" dirty="0"/>
              <a:t> </a:t>
            </a:r>
            <a:r>
              <a:rPr lang="en-ID" sz="1100" dirty="0" err="1"/>
              <a:t>wanita</a:t>
            </a:r>
            <a:r>
              <a:rPr lang="en-ID" sz="1100" dirty="0"/>
              <a:t> </a:t>
            </a:r>
            <a:r>
              <a:rPr lang="en-ID" sz="1100" dirty="0" err="1"/>
              <a:t>dari</a:t>
            </a:r>
            <a:r>
              <a:rPr lang="en-ID" sz="1100" dirty="0"/>
              <a:t> </a:t>
            </a:r>
            <a:r>
              <a:rPr lang="en-ID" sz="1100" dirty="0" err="1"/>
              <a:t>suku</a:t>
            </a:r>
            <a:r>
              <a:rPr lang="en-ID" sz="1100" dirty="0"/>
              <a:t> </a:t>
            </a:r>
            <a:r>
              <a:rPr lang="en-ID" sz="1100" dirty="0" err="1"/>
              <a:t>tersembunyi</a:t>
            </a:r>
            <a:r>
              <a:rPr lang="en-ID" sz="1100" dirty="0"/>
              <a:t>. Ahli </a:t>
            </a:r>
            <a:r>
              <a:rPr lang="en-ID" sz="1100" dirty="0" err="1"/>
              <a:t>dalam</a:t>
            </a:r>
            <a:r>
              <a:rPr lang="en-ID" sz="1100" dirty="0"/>
              <a:t> </a:t>
            </a:r>
            <a:r>
              <a:rPr lang="en-ID" sz="1100" dirty="0" err="1"/>
              <a:t>bertarung</a:t>
            </a:r>
            <a:r>
              <a:rPr lang="en-ID" sz="1100" dirty="0"/>
              <a:t> dan </a:t>
            </a:r>
            <a:r>
              <a:rPr lang="en-ID" sz="1100" dirty="0" err="1"/>
              <a:t>serangan</a:t>
            </a:r>
            <a:r>
              <a:rPr lang="en-ID" sz="1100" dirty="0"/>
              <a:t> </a:t>
            </a:r>
            <a:r>
              <a:rPr lang="en-ID" sz="1100" dirty="0" err="1"/>
              <a:t>jarak</a:t>
            </a:r>
            <a:r>
              <a:rPr lang="en-ID" sz="1100" dirty="0"/>
              <a:t> </a:t>
            </a:r>
            <a:r>
              <a:rPr lang="en-ID" sz="1100" dirty="0" err="1"/>
              <a:t>dekat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shock(stun), Damage up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  <a:p>
            <a:pPr algn="l">
              <a:buNone/>
            </a:pPr>
            <a:r>
              <a:rPr lang="en-ID" sz="1100" b="1" dirty="0"/>
              <a:t>Pyromancer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???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Penyihir</a:t>
            </a:r>
            <a:r>
              <a:rPr lang="en-ID" sz="1100" dirty="0"/>
              <a:t> </a:t>
            </a:r>
            <a:r>
              <a:rPr lang="en-ID" sz="1100" dirty="0" err="1"/>
              <a:t>api</a:t>
            </a:r>
            <a:r>
              <a:rPr lang="en-ID" sz="1100" dirty="0"/>
              <a:t> </a:t>
            </a:r>
            <a:r>
              <a:rPr lang="en-ID" sz="1100" dirty="0" err="1"/>
              <a:t>pengikut</a:t>
            </a:r>
            <a:r>
              <a:rPr lang="en-ID" sz="1100" dirty="0"/>
              <a:t> </a:t>
            </a:r>
            <a:r>
              <a:rPr lang="en-ID" sz="1100" dirty="0" err="1"/>
              <a:t>pangeran</a:t>
            </a:r>
            <a:r>
              <a:rPr lang="en-ID" sz="1100" dirty="0"/>
              <a:t> </a:t>
            </a:r>
            <a:r>
              <a:rPr lang="en-ID" sz="1100" dirty="0" err="1"/>
              <a:t>kegelapan</a:t>
            </a:r>
            <a:r>
              <a:rPr lang="en-ID" sz="1100" dirty="0"/>
              <a:t>. </a:t>
            </a:r>
            <a:r>
              <a:rPr lang="en-ID" sz="1100" dirty="0" err="1"/>
              <a:t>Mengendalikan</a:t>
            </a:r>
            <a:r>
              <a:rPr lang="en-ID" sz="1100" dirty="0"/>
              <a:t> magma dan </a:t>
            </a:r>
            <a:r>
              <a:rPr lang="en-ID" sz="1100" dirty="0" err="1"/>
              <a:t>api</a:t>
            </a:r>
            <a:r>
              <a:rPr lang="en-ID" sz="1100" dirty="0"/>
              <a:t> </a:t>
            </a:r>
            <a:r>
              <a:rPr lang="en-ID" sz="1100" dirty="0" err="1"/>
              <a:t>dari</a:t>
            </a:r>
            <a:r>
              <a:rPr lang="en-ID" sz="1100" dirty="0"/>
              <a:t> </a:t>
            </a:r>
            <a:r>
              <a:rPr lang="en-ID" sz="1100" dirty="0" err="1"/>
              <a:t>langit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Meteorit</a:t>
            </a:r>
            <a:r>
              <a:rPr lang="en-ID" sz="1100" dirty="0"/>
              <a:t> </a:t>
            </a:r>
            <a:r>
              <a:rPr lang="en-ID" sz="1100" dirty="0" err="1"/>
              <a:t>kecil</a:t>
            </a:r>
            <a:r>
              <a:rPr lang="en-ID" sz="1100" dirty="0"/>
              <a:t>, </a:t>
            </a:r>
            <a:r>
              <a:rPr lang="en-ID" sz="1100" dirty="0" err="1"/>
              <a:t>ledakan</a:t>
            </a:r>
            <a:r>
              <a:rPr lang="en-ID" sz="1100" dirty="0"/>
              <a:t> lava area</a:t>
            </a:r>
          </a:p>
          <a:p>
            <a:pPr marL="127000" indent="0" algn="l"/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  <a:p>
            <a:pPr marL="127000" indent="0" algn="l"/>
            <a:endParaRPr lang="en-ID" sz="1100" b="1" dirty="0"/>
          </a:p>
        </p:txBody>
      </p:sp>
      <p:pic>
        <p:nvPicPr>
          <p:cNvPr id="3" name="Picture 8">
            <a:extLst>
              <a:ext uri="{FF2B5EF4-FFF2-40B4-BE49-F238E27FC236}">
                <a16:creationId xmlns:a16="http://schemas.microsoft.com/office/drawing/2014/main" id="{CB315016-FC71-A35D-B84C-D29879286F3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718" r="68004" b="19349"/>
          <a:stretch/>
        </p:blipFill>
        <p:spPr bwMode="auto">
          <a:xfrm>
            <a:off x="4572000" y="301963"/>
            <a:ext cx="687214" cy="10447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extLst>
              <a:ext uri="{FF2B5EF4-FFF2-40B4-BE49-F238E27FC236}">
                <a16:creationId xmlns:a16="http://schemas.microsoft.com/office/drawing/2014/main" id="{1D4E03E4-E595-F994-77B0-600C2C1695F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163"/>
          <a:stretch/>
        </p:blipFill>
        <p:spPr bwMode="auto">
          <a:xfrm>
            <a:off x="4572000" y="1465467"/>
            <a:ext cx="1874055" cy="9342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>
            <a:extLst>
              <a:ext uri="{FF2B5EF4-FFF2-40B4-BE49-F238E27FC236}">
                <a16:creationId xmlns:a16="http://schemas.microsoft.com/office/drawing/2014/main" id="{41F503AF-C0F3-93A5-3F7C-1C0814B3556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163"/>
          <a:stretch/>
        </p:blipFill>
        <p:spPr bwMode="auto">
          <a:xfrm>
            <a:off x="4572000" y="2499762"/>
            <a:ext cx="1874055" cy="9342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5246569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2">
          <a:extLst>
            <a:ext uri="{FF2B5EF4-FFF2-40B4-BE49-F238E27FC236}">
              <a16:creationId xmlns:a16="http://schemas.microsoft.com/office/drawing/2014/main" id="{B0999285-A599-5AC1-BE99-234E0AE00B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" name="Google Shape;993;p36">
            <a:extLst>
              <a:ext uri="{FF2B5EF4-FFF2-40B4-BE49-F238E27FC236}">
                <a16:creationId xmlns:a16="http://schemas.microsoft.com/office/drawing/2014/main" id="{838131EC-EA47-DA7F-8AE2-4CCA1397E10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46400" y="-17929"/>
            <a:ext cx="5697600" cy="44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 </a:t>
            </a:r>
            <a:r>
              <a:rPr lang="en-ID" b="1" dirty="0"/>
              <a:t>Elite/Mini Bosses</a:t>
            </a:r>
            <a:endParaRPr dirty="0"/>
          </a:p>
        </p:txBody>
      </p:sp>
      <p:sp>
        <p:nvSpPr>
          <p:cNvPr id="994" name="Google Shape;994;p36">
            <a:extLst>
              <a:ext uri="{FF2B5EF4-FFF2-40B4-BE49-F238E27FC236}">
                <a16:creationId xmlns:a16="http://schemas.microsoft.com/office/drawing/2014/main" id="{E6509592-E77E-CAE2-B23A-EEF9314E340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89086" y="378922"/>
            <a:ext cx="4069831" cy="322734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None/>
            </a:pPr>
            <a:r>
              <a:rPr lang="en-ID" sz="1100" b="1" dirty="0"/>
              <a:t>Samurai Hitam (Clone)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Ruby Kingdom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Bayangan</a:t>
            </a:r>
            <a:r>
              <a:rPr lang="en-ID" sz="1100" dirty="0"/>
              <a:t> masa </a:t>
            </a:r>
            <a:r>
              <a:rPr lang="en-ID" sz="1100" dirty="0" err="1"/>
              <a:t>lalu</a:t>
            </a:r>
            <a:r>
              <a:rPr lang="en-ID" sz="1100" dirty="0"/>
              <a:t> sang Samurai. </a:t>
            </a:r>
            <a:r>
              <a:rPr lang="en-ID" sz="1100" dirty="0" err="1"/>
              <a:t>Bertarung</a:t>
            </a:r>
            <a:r>
              <a:rPr lang="en-ID" sz="1100" dirty="0"/>
              <a:t> </a:t>
            </a:r>
            <a:r>
              <a:rPr lang="en-ID" sz="1100" dirty="0" err="1"/>
              <a:t>dengan</a:t>
            </a:r>
            <a:r>
              <a:rPr lang="en-ID" sz="1100" dirty="0"/>
              <a:t> </a:t>
            </a:r>
            <a:r>
              <a:rPr lang="en-ID" sz="1100" dirty="0" err="1"/>
              <a:t>refleks</a:t>
            </a:r>
            <a:r>
              <a:rPr lang="en-ID" sz="1100" dirty="0"/>
              <a:t> dan </a:t>
            </a:r>
            <a:r>
              <a:rPr lang="en-ID" sz="1100" dirty="0" err="1"/>
              <a:t>teknik</a:t>
            </a:r>
            <a:r>
              <a:rPr lang="en-ID" sz="1100" dirty="0"/>
              <a:t> </a:t>
            </a:r>
            <a:r>
              <a:rPr lang="en-ID" sz="1100" dirty="0" err="1"/>
              <a:t>serupa</a:t>
            </a:r>
            <a:r>
              <a:rPr lang="en-ID" sz="1100" dirty="0"/>
              <a:t>. </a:t>
            </a:r>
            <a:r>
              <a:rPr lang="en-ID" sz="1100" dirty="0" err="1"/>
              <a:t>Dipanggil</a:t>
            </a:r>
            <a:r>
              <a:rPr lang="en-ID" sz="1100" dirty="0"/>
              <a:t> </a:t>
            </a:r>
            <a:r>
              <a:rPr lang="en-ID" sz="1100" dirty="0" err="1"/>
              <a:t>dengan</a:t>
            </a:r>
            <a:r>
              <a:rPr lang="en-ID" sz="1100" dirty="0"/>
              <a:t> dark magic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Serangan</a:t>
            </a:r>
            <a:r>
              <a:rPr lang="en-ID" sz="1100" dirty="0"/>
              <a:t> </a:t>
            </a:r>
            <a:r>
              <a:rPr lang="en-ID" sz="1100" dirty="0" err="1"/>
              <a:t>beruntun</a:t>
            </a:r>
            <a:r>
              <a:rPr lang="en-ID" sz="1100" dirty="0"/>
              <a:t>, </a:t>
            </a:r>
            <a:r>
              <a:rPr lang="en-ID" sz="1100" dirty="0" err="1"/>
              <a:t>ilusi</a:t>
            </a:r>
            <a:r>
              <a:rPr lang="en-ID" sz="1100" dirty="0"/>
              <a:t> </a:t>
            </a:r>
            <a:r>
              <a:rPr lang="en-ID" sz="1100" dirty="0" err="1"/>
              <a:t>bayangan</a:t>
            </a:r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  <a:p>
            <a:pPr algn="l">
              <a:buNone/>
            </a:pPr>
            <a:r>
              <a:rPr lang="en-ID" sz="1100" b="1" dirty="0"/>
              <a:t>Berserker Dwarf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Frozen Core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Prajurit</a:t>
            </a:r>
            <a:r>
              <a:rPr lang="en-ID" sz="1100" dirty="0"/>
              <a:t> </a:t>
            </a:r>
            <a:r>
              <a:rPr lang="en-ID" sz="1100" dirty="0" err="1"/>
              <a:t>kerdil</a:t>
            </a:r>
            <a:r>
              <a:rPr lang="en-ID" sz="1100" dirty="0"/>
              <a:t> </a:t>
            </a:r>
            <a:r>
              <a:rPr lang="en-ID" sz="1100" dirty="0" err="1"/>
              <a:t>dari</a:t>
            </a:r>
            <a:r>
              <a:rPr lang="en-ID" sz="1100" dirty="0"/>
              <a:t> </a:t>
            </a:r>
            <a:r>
              <a:rPr lang="en-ID" sz="1100" dirty="0" err="1"/>
              <a:t>pegunungan</a:t>
            </a:r>
            <a:r>
              <a:rPr lang="en-ID" sz="1100" dirty="0"/>
              <a:t> yang </a:t>
            </a:r>
            <a:r>
              <a:rPr lang="en-ID" sz="1100" dirty="0" err="1"/>
              <a:t>kehilangan</a:t>
            </a:r>
            <a:r>
              <a:rPr lang="en-ID" sz="1100" dirty="0"/>
              <a:t> </a:t>
            </a:r>
            <a:r>
              <a:rPr lang="en-ID" sz="1100" dirty="0" err="1"/>
              <a:t>akal</a:t>
            </a:r>
            <a:r>
              <a:rPr lang="en-ID" sz="1100" dirty="0"/>
              <a:t> </a:t>
            </a:r>
            <a:r>
              <a:rPr lang="en-ID" sz="1100" dirty="0" err="1"/>
              <a:t>karena</a:t>
            </a:r>
            <a:r>
              <a:rPr lang="en-ID" sz="1100" dirty="0"/>
              <a:t> </a:t>
            </a:r>
            <a:r>
              <a:rPr lang="en-ID" sz="1100" dirty="0" err="1"/>
              <a:t>sihir</a:t>
            </a:r>
            <a:r>
              <a:rPr lang="en-ID" sz="1100" dirty="0"/>
              <a:t> </a:t>
            </a:r>
            <a:r>
              <a:rPr lang="en-ID" sz="1100" dirty="0" err="1"/>
              <a:t>gelap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Putaran</a:t>
            </a:r>
            <a:r>
              <a:rPr lang="en-ID" sz="1100" dirty="0"/>
              <a:t> </a:t>
            </a:r>
            <a:r>
              <a:rPr lang="en-ID" sz="1100" dirty="0" err="1"/>
              <a:t>kapak</a:t>
            </a:r>
            <a:r>
              <a:rPr lang="en-ID" sz="1100" dirty="0"/>
              <a:t>, mode rage (damage </a:t>
            </a:r>
            <a:r>
              <a:rPr lang="en-ID" sz="1100" dirty="0" err="1"/>
              <a:t>tinggi</a:t>
            </a:r>
            <a:r>
              <a:rPr lang="en-ID" sz="1100" dirty="0"/>
              <a:t> </a:t>
            </a:r>
            <a:r>
              <a:rPr lang="en-ID" sz="1100" dirty="0" err="1"/>
              <a:t>saat</a:t>
            </a:r>
            <a:r>
              <a:rPr lang="en-ID" sz="1100" dirty="0"/>
              <a:t> </a:t>
            </a:r>
            <a:r>
              <a:rPr lang="en-ID" sz="1100" dirty="0" err="1"/>
              <a:t>darah</a:t>
            </a:r>
            <a:r>
              <a:rPr lang="en-ID" sz="1100" dirty="0"/>
              <a:t> </a:t>
            </a:r>
            <a:r>
              <a:rPr lang="en-ID" sz="1100" dirty="0" err="1"/>
              <a:t>rendah</a:t>
            </a:r>
            <a:r>
              <a:rPr lang="en-ID" sz="1100" dirty="0"/>
              <a:t>)</a:t>
            </a:r>
          </a:p>
        </p:txBody>
      </p:sp>
      <p:pic>
        <p:nvPicPr>
          <p:cNvPr id="14338" name="Picture 2">
            <a:extLst>
              <a:ext uri="{FF2B5EF4-FFF2-40B4-BE49-F238E27FC236}">
                <a16:creationId xmlns:a16="http://schemas.microsoft.com/office/drawing/2014/main" id="{6C8E8C38-525A-2218-5453-B325B0E63E2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135" b="19163"/>
          <a:stretch/>
        </p:blipFill>
        <p:spPr bwMode="auto">
          <a:xfrm>
            <a:off x="4572000" y="1992596"/>
            <a:ext cx="1111358" cy="925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340" name="Picture 4">
            <a:extLst>
              <a:ext uri="{FF2B5EF4-FFF2-40B4-BE49-F238E27FC236}">
                <a16:creationId xmlns:a16="http://schemas.microsoft.com/office/drawing/2014/main" id="{C2E92FA6-7886-5702-89E9-D3FEBF432A7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0896" b="19163"/>
          <a:stretch/>
        </p:blipFill>
        <p:spPr bwMode="auto">
          <a:xfrm>
            <a:off x="4572000" y="431171"/>
            <a:ext cx="795134" cy="13618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7349997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2">
          <a:extLst>
            <a:ext uri="{FF2B5EF4-FFF2-40B4-BE49-F238E27FC236}">
              <a16:creationId xmlns:a16="http://schemas.microsoft.com/office/drawing/2014/main" id="{058D6577-28DD-5554-5495-7BB8709851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" name="Google Shape;993;p36">
            <a:extLst>
              <a:ext uri="{FF2B5EF4-FFF2-40B4-BE49-F238E27FC236}">
                <a16:creationId xmlns:a16="http://schemas.microsoft.com/office/drawing/2014/main" id="{CEB4E34C-5868-8C75-D0D9-DC0297EF5C0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46400" y="-17929"/>
            <a:ext cx="5697600" cy="44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Bosses</a:t>
            </a:r>
            <a:endParaRPr dirty="0"/>
          </a:p>
        </p:txBody>
      </p:sp>
      <p:sp>
        <p:nvSpPr>
          <p:cNvPr id="994" name="Google Shape;994;p36">
            <a:extLst>
              <a:ext uri="{FF2B5EF4-FFF2-40B4-BE49-F238E27FC236}">
                <a16:creationId xmlns:a16="http://schemas.microsoft.com/office/drawing/2014/main" id="{1F3A9C68-22E4-7DEF-3F48-A73CF1EFCB96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13934" y="431171"/>
            <a:ext cx="4293465" cy="322734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None/>
            </a:pPr>
            <a:r>
              <a:rPr lang="en-ID" sz="1100" b="1" dirty="0"/>
              <a:t>Gorgon (Medusa)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Forest of Whispers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Makhluk</a:t>
            </a:r>
            <a:r>
              <a:rPr lang="en-ID" sz="1100" dirty="0"/>
              <a:t> </a:t>
            </a:r>
            <a:r>
              <a:rPr lang="en-ID" sz="1100" dirty="0" err="1"/>
              <a:t>kutukan</a:t>
            </a:r>
            <a:r>
              <a:rPr lang="en-ID" sz="1100" dirty="0"/>
              <a:t> </a:t>
            </a:r>
            <a:r>
              <a:rPr lang="en-ID" sz="1100" dirty="0" err="1"/>
              <a:t>kuno</a:t>
            </a:r>
            <a:r>
              <a:rPr lang="en-ID" sz="1100" dirty="0"/>
              <a:t>. </a:t>
            </a:r>
            <a:r>
              <a:rPr lang="en-ID" sz="1100" dirty="0" err="1"/>
              <a:t>Pandangannya</a:t>
            </a:r>
            <a:r>
              <a:rPr lang="en-ID" sz="1100" dirty="0"/>
              <a:t> </a:t>
            </a:r>
            <a:r>
              <a:rPr lang="en-ID" sz="1100" dirty="0" err="1"/>
              <a:t>bisa</a:t>
            </a:r>
            <a:r>
              <a:rPr lang="en-ID" sz="1100" dirty="0"/>
              <a:t> </a:t>
            </a:r>
            <a:r>
              <a:rPr lang="en-ID" sz="1100" dirty="0" err="1"/>
              <a:t>membatu</a:t>
            </a:r>
            <a:r>
              <a:rPr lang="en-ID" sz="1100" dirty="0"/>
              <a:t> </a:t>
            </a:r>
            <a:r>
              <a:rPr lang="en-ID" sz="1100" dirty="0" err="1"/>
              <a:t>musuh</a:t>
            </a:r>
            <a:r>
              <a:rPr lang="en-ID" sz="1100" dirty="0"/>
              <a:t> </a:t>
            </a:r>
            <a:r>
              <a:rPr lang="en-ID" sz="1100" dirty="0" err="1"/>
              <a:t>seketika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Petrifikasi</a:t>
            </a:r>
            <a:r>
              <a:rPr lang="en-ID" sz="1100" dirty="0"/>
              <a:t>, </a:t>
            </a:r>
            <a:r>
              <a:rPr lang="en-ID" sz="1100" dirty="0" err="1"/>
              <a:t>serangan</a:t>
            </a:r>
            <a:r>
              <a:rPr lang="en-ID" sz="1100" dirty="0"/>
              <a:t> </a:t>
            </a:r>
            <a:r>
              <a:rPr lang="en-ID" sz="1100" dirty="0" err="1"/>
              <a:t>ular</a:t>
            </a:r>
            <a:r>
              <a:rPr lang="en-ID" sz="1100" dirty="0"/>
              <a:t> </a:t>
            </a:r>
            <a:r>
              <a:rPr lang="en-ID" sz="1100" dirty="0" err="1"/>
              <a:t>ekor</a:t>
            </a:r>
            <a:r>
              <a:rPr lang="en-ID" sz="1100" dirty="0"/>
              <a:t>, aura </a:t>
            </a:r>
            <a:r>
              <a:rPr lang="en-ID" sz="1100" dirty="0" err="1"/>
              <a:t>ketakutan</a:t>
            </a:r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  <a:p>
            <a:pPr algn="l">
              <a:buNone/>
            </a:pPr>
            <a:r>
              <a:rPr lang="en-ID" sz="1100" b="1" dirty="0"/>
              <a:t>Golem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???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Makhluk</a:t>
            </a:r>
            <a:r>
              <a:rPr lang="en-ID" sz="1100" dirty="0"/>
              <a:t> batu </a:t>
            </a:r>
            <a:r>
              <a:rPr lang="en-ID" sz="1100" dirty="0" err="1"/>
              <a:t>raksasa</a:t>
            </a:r>
            <a:r>
              <a:rPr lang="en-ID" sz="1100" dirty="0"/>
              <a:t> yang </a:t>
            </a:r>
            <a:r>
              <a:rPr lang="en-ID" sz="1100" dirty="0" err="1"/>
              <a:t>lambat</a:t>
            </a:r>
            <a:r>
              <a:rPr lang="en-ID" sz="1100" dirty="0"/>
              <a:t> </a:t>
            </a:r>
            <a:r>
              <a:rPr lang="en-ID" sz="1100" dirty="0" err="1"/>
              <a:t>tapi</a:t>
            </a:r>
            <a:r>
              <a:rPr lang="en-ID" sz="1100" dirty="0"/>
              <a:t> </a:t>
            </a:r>
            <a:r>
              <a:rPr lang="en-ID" sz="1100" dirty="0" err="1"/>
              <a:t>hampir</a:t>
            </a:r>
            <a:r>
              <a:rPr lang="en-ID" sz="1100" dirty="0"/>
              <a:t> </a:t>
            </a:r>
            <a:r>
              <a:rPr lang="en-ID" sz="1100" dirty="0" err="1"/>
              <a:t>tak</a:t>
            </a:r>
            <a:r>
              <a:rPr lang="en-ID" sz="1100" dirty="0"/>
              <a:t> </a:t>
            </a:r>
            <a:r>
              <a:rPr lang="en-ID" sz="1100" dirty="0" err="1"/>
              <a:t>bisa</a:t>
            </a:r>
            <a:r>
              <a:rPr lang="en-ID" sz="1100" dirty="0"/>
              <a:t> </a:t>
            </a:r>
            <a:r>
              <a:rPr lang="en-ID" sz="1100" dirty="0" err="1"/>
              <a:t>dihancurkan</a:t>
            </a:r>
            <a:r>
              <a:rPr lang="en-ID" sz="1100" dirty="0"/>
              <a:t>. </a:t>
            </a:r>
            <a:r>
              <a:rPr lang="en-ID" sz="1100" dirty="0" err="1"/>
              <a:t>Makhluk</a:t>
            </a:r>
            <a:r>
              <a:rPr lang="en-ID" sz="1100" dirty="0"/>
              <a:t> </a:t>
            </a:r>
            <a:r>
              <a:rPr lang="en-ID" sz="1100" dirty="0" err="1"/>
              <a:t>raksasa</a:t>
            </a:r>
            <a:r>
              <a:rPr lang="en-ID" sz="1100" dirty="0"/>
              <a:t> </a:t>
            </a:r>
            <a:r>
              <a:rPr lang="en-ID" sz="1100" dirty="0" err="1"/>
              <a:t>dari</a:t>
            </a:r>
            <a:r>
              <a:rPr lang="en-ID" sz="1100" dirty="0"/>
              <a:t> </a:t>
            </a:r>
            <a:r>
              <a:rPr lang="en-ID" sz="1100" dirty="0" err="1"/>
              <a:t>puing-puing</a:t>
            </a:r>
            <a:r>
              <a:rPr lang="en-ID" sz="1100" dirty="0"/>
              <a:t> </a:t>
            </a:r>
            <a:r>
              <a:rPr lang="en-ID" sz="1100" dirty="0" err="1"/>
              <a:t>istana</a:t>
            </a:r>
            <a:r>
              <a:rPr lang="en-ID" sz="1100" dirty="0"/>
              <a:t>. </a:t>
            </a:r>
            <a:r>
              <a:rPr lang="en-ID" sz="1100" dirty="0" err="1"/>
              <a:t>Terbentuk</a:t>
            </a:r>
            <a:r>
              <a:rPr lang="en-ID" sz="1100" dirty="0"/>
              <a:t> </a:t>
            </a:r>
            <a:r>
              <a:rPr lang="en-ID" sz="1100" dirty="0" err="1"/>
              <a:t>dari</a:t>
            </a:r>
            <a:r>
              <a:rPr lang="en-ID" sz="1100" dirty="0"/>
              <a:t> </a:t>
            </a:r>
            <a:r>
              <a:rPr lang="en-ID" sz="1100" dirty="0" err="1"/>
              <a:t>kehancuran</a:t>
            </a:r>
            <a:r>
              <a:rPr lang="en-ID" sz="1100" dirty="0"/>
              <a:t> </a:t>
            </a:r>
            <a:r>
              <a:rPr lang="en-ID" sz="1100" dirty="0" err="1"/>
              <a:t>kerajaan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Pukulan</a:t>
            </a:r>
            <a:r>
              <a:rPr lang="en-ID" sz="1100" dirty="0"/>
              <a:t> </a:t>
            </a:r>
            <a:r>
              <a:rPr lang="en-ID" sz="1100" dirty="0" err="1"/>
              <a:t>tanah</a:t>
            </a:r>
            <a:r>
              <a:rPr lang="en-ID" sz="1100" dirty="0"/>
              <a:t>, </a:t>
            </a:r>
            <a:r>
              <a:rPr lang="en-ID" sz="1100" dirty="0" err="1"/>
              <a:t>ledakan</a:t>
            </a:r>
            <a:r>
              <a:rPr lang="en-ID" sz="1100" dirty="0"/>
              <a:t> lava </a:t>
            </a:r>
            <a:r>
              <a:rPr lang="en-ID" sz="1100" dirty="0" err="1"/>
              <a:t>dari</a:t>
            </a:r>
            <a:r>
              <a:rPr lang="en-ID" sz="1100" dirty="0"/>
              <a:t> dada dan slowness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  <a:p>
            <a:pPr algn="l">
              <a:buNone/>
            </a:pPr>
            <a:r>
              <a:rPr lang="en-ID" sz="1100" b="1" dirty="0"/>
              <a:t>Minotaur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Dunes of Despair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Penjaga</a:t>
            </a:r>
            <a:r>
              <a:rPr lang="en-ID" sz="1100" dirty="0"/>
              <a:t> </a:t>
            </a:r>
            <a:r>
              <a:rPr lang="en-ID" sz="1100" dirty="0" err="1"/>
              <a:t>labirin</a:t>
            </a:r>
            <a:r>
              <a:rPr lang="en-ID" sz="1100" dirty="0"/>
              <a:t> </a:t>
            </a:r>
            <a:r>
              <a:rPr lang="en-ID" sz="1100" dirty="0" err="1"/>
              <a:t>kuno</a:t>
            </a:r>
            <a:r>
              <a:rPr lang="en-ID" sz="1100" dirty="0"/>
              <a:t> di </a:t>
            </a:r>
            <a:r>
              <a:rPr lang="en-ID" sz="1100" dirty="0" err="1"/>
              <a:t>bawah</a:t>
            </a:r>
            <a:r>
              <a:rPr lang="en-ID" sz="1100" dirty="0"/>
              <a:t> </a:t>
            </a:r>
            <a:r>
              <a:rPr lang="en-ID" sz="1100" dirty="0" err="1"/>
              <a:t>gurun</a:t>
            </a:r>
            <a:r>
              <a:rPr lang="en-ID" sz="1100" dirty="0"/>
              <a:t>. Tidak </a:t>
            </a:r>
            <a:r>
              <a:rPr lang="en-ID" sz="1100" dirty="0" err="1"/>
              <a:t>bisa</a:t>
            </a:r>
            <a:r>
              <a:rPr lang="en-ID" sz="1100" dirty="0"/>
              <a:t> </a:t>
            </a:r>
            <a:r>
              <a:rPr lang="en-ID" sz="1100" dirty="0" err="1"/>
              <a:t>dihentikan</a:t>
            </a:r>
            <a:r>
              <a:rPr lang="en-ID" sz="1100" dirty="0"/>
              <a:t> </a:t>
            </a:r>
            <a:r>
              <a:rPr lang="en-ID" sz="1100" dirty="0" err="1"/>
              <a:t>saat</a:t>
            </a:r>
            <a:r>
              <a:rPr lang="en-ID" sz="1100" dirty="0"/>
              <a:t> </a:t>
            </a:r>
            <a:r>
              <a:rPr lang="en-ID" sz="1100" dirty="0" err="1"/>
              <a:t>mengamuk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Dash </a:t>
            </a:r>
            <a:r>
              <a:rPr lang="en-ID" sz="1100" dirty="0" err="1"/>
              <a:t>menghancurkan</a:t>
            </a:r>
            <a:r>
              <a:rPr lang="en-ID" sz="1100" dirty="0"/>
              <a:t> </a:t>
            </a:r>
            <a:r>
              <a:rPr lang="en-ID" sz="1100" dirty="0" err="1"/>
              <a:t>dinding</a:t>
            </a:r>
            <a:r>
              <a:rPr lang="en-ID" sz="1100" dirty="0"/>
              <a:t>, </a:t>
            </a:r>
            <a:r>
              <a:rPr lang="en-ID" sz="1100" dirty="0" err="1"/>
              <a:t>injakan</a:t>
            </a:r>
            <a:r>
              <a:rPr lang="en-ID" sz="1100" dirty="0"/>
              <a:t> area</a:t>
            </a:r>
          </a:p>
        </p:txBody>
      </p:sp>
      <p:pic>
        <p:nvPicPr>
          <p:cNvPr id="15362" name="Picture 2">
            <a:extLst>
              <a:ext uri="{FF2B5EF4-FFF2-40B4-BE49-F238E27FC236}">
                <a16:creationId xmlns:a16="http://schemas.microsoft.com/office/drawing/2014/main" id="{4534D554-2F97-9836-5073-EFDF6A5F605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163"/>
          <a:stretch/>
        </p:blipFill>
        <p:spPr bwMode="auto">
          <a:xfrm>
            <a:off x="4636602" y="431171"/>
            <a:ext cx="1874055" cy="9342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368" name="Picture 8">
            <a:extLst>
              <a:ext uri="{FF2B5EF4-FFF2-40B4-BE49-F238E27FC236}">
                <a16:creationId xmlns:a16="http://schemas.microsoft.com/office/drawing/2014/main" id="{3371A030-744B-6C7C-AC19-8131D601231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163"/>
          <a:stretch/>
        </p:blipFill>
        <p:spPr bwMode="auto">
          <a:xfrm>
            <a:off x="4636601" y="2843917"/>
            <a:ext cx="1874055" cy="9342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66" name="Picture 2">
            <a:extLst>
              <a:ext uri="{FF2B5EF4-FFF2-40B4-BE49-F238E27FC236}">
                <a16:creationId xmlns:a16="http://schemas.microsoft.com/office/drawing/2014/main" id="{0ECE14D3-1C64-5B37-1071-BCFD20AAA48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70" r="685" b="18395"/>
          <a:stretch/>
        </p:blipFill>
        <p:spPr bwMode="auto">
          <a:xfrm>
            <a:off x="4636601" y="1637544"/>
            <a:ext cx="1823830" cy="9342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2380091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2">
          <a:extLst>
            <a:ext uri="{FF2B5EF4-FFF2-40B4-BE49-F238E27FC236}">
              <a16:creationId xmlns:a16="http://schemas.microsoft.com/office/drawing/2014/main" id="{C3ADC497-D97E-50BD-8AC1-1E1E0232E6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" name="Google Shape;993;p36">
            <a:extLst>
              <a:ext uri="{FF2B5EF4-FFF2-40B4-BE49-F238E27FC236}">
                <a16:creationId xmlns:a16="http://schemas.microsoft.com/office/drawing/2014/main" id="{C646C3CA-1D87-579F-BB9D-FBB2CC7C91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46400" y="-17929"/>
            <a:ext cx="5697600" cy="44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Bosses</a:t>
            </a:r>
            <a:endParaRPr dirty="0"/>
          </a:p>
        </p:txBody>
      </p:sp>
      <p:sp>
        <p:nvSpPr>
          <p:cNvPr id="994" name="Google Shape;994;p36">
            <a:extLst>
              <a:ext uri="{FF2B5EF4-FFF2-40B4-BE49-F238E27FC236}">
                <a16:creationId xmlns:a16="http://schemas.microsoft.com/office/drawing/2014/main" id="{02EE526A-7387-B4A9-7D23-708A10A5CD0C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54299" y="87459"/>
            <a:ext cx="5416583" cy="334154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  <a:p>
            <a:pPr algn="l">
              <a:buNone/>
            </a:pPr>
            <a:r>
              <a:rPr lang="en-ID" sz="1100" b="1" dirty="0"/>
              <a:t>Hellhound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Frozen Core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Penjaga</a:t>
            </a:r>
            <a:r>
              <a:rPr lang="en-ID" sz="1100" dirty="0"/>
              <a:t> dunia </a:t>
            </a:r>
            <a:r>
              <a:rPr lang="en-ID" sz="1100" dirty="0" err="1"/>
              <a:t>bawah</a:t>
            </a:r>
            <a:r>
              <a:rPr lang="en-ID" sz="1100" dirty="0"/>
              <a:t> yang </a:t>
            </a:r>
            <a:r>
              <a:rPr lang="en-ID" sz="1100" dirty="0" err="1"/>
              <a:t>dibangkitkan</a:t>
            </a:r>
            <a:r>
              <a:rPr lang="en-ID" sz="1100" dirty="0"/>
              <a:t> </a:t>
            </a:r>
            <a:r>
              <a:rPr lang="en-ID" sz="1100" dirty="0" err="1"/>
              <a:t>dari</a:t>
            </a:r>
            <a:r>
              <a:rPr lang="en-ID" sz="1100" dirty="0"/>
              <a:t> </a:t>
            </a:r>
            <a:r>
              <a:rPr lang="en-ID" sz="1100" dirty="0" err="1"/>
              <a:t>lapisan</a:t>
            </a:r>
            <a:r>
              <a:rPr lang="en-ID" sz="1100" dirty="0"/>
              <a:t> </a:t>
            </a:r>
            <a:r>
              <a:rPr lang="en-ID" sz="1100" dirty="0" err="1"/>
              <a:t>terdalam</a:t>
            </a:r>
            <a:r>
              <a:rPr lang="en-ID" sz="1100" dirty="0"/>
              <a:t> es dan </a:t>
            </a:r>
            <a:r>
              <a:rPr lang="en-ID" sz="1100" dirty="0" err="1"/>
              <a:t>api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D" sz="1100" dirty="0"/>
              <a:t>Phase 1: </a:t>
            </a:r>
            <a:r>
              <a:rPr lang="en-ID" sz="1100" dirty="0" err="1"/>
              <a:t>Gigitan</a:t>
            </a:r>
            <a:r>
              <a:rPr lang="en-ID" sz="1100" dirty="0"/>
              <a:t> </a:t>
            </a:r>
            <a:r>
              <a:rPr lang="en-ID" sz="1100" dirty="0" err="1"/>
              <a:t>cepat</a:t>
            </a:r>
            <a:r>
              <a:rPr lang="en-ID" sz="1100" dirty="0"/>
              <a:t> dan </a:t>
            </a:r>
            <a:r>
              <a:rPr lang="en-ID" sz="1100" dirty="0" err="1"/>
              <a:t>memberikan</a:t>
            </a:r>
            <a:r>
              <a:rPr lang="en-ID" sz="1100" dirty="0"/>
              <a:t> effect bleed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D" sz="1100" dirty="0"/>
              <a:t>Phase 2: Damage Up &amp; 2 </a:t>
            </a:r>
            <a:r>
              <a:rPr lang="en-ID" sz="1100" dirty="0" err="1"/>
              <a:t>kepala</a:t>
            </a:r>
            <a:endParaRPr lang="en-ID" sz="11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D" sz="1100" dirty="0"/>
              <a:t>Phase 3: </a:t>
            </a:r>
            <a:r>
              <a:rPr lang="en-ID" sz="1100" dirty="0" err="1"/>
              <a:t>Transformasi</a:t>
            </a:r>
            <a:r>
              <a:rPr lang="en-ID" sz="1100" dirty="0"/>
              <a:t> </a:t>
            </a:r>
            <a:r>
              <a:rPr lang="en-ID" sz="1100" dirty="0" err="1"/>
              <a:t>iblis</a:t>
            </a:r>
            <a:r>
              <a:rPr lang="en-ID" sz="1100" dirty="0"/>
              <a:t> 3 </a:t>
            </a:r>
            <a:r>
              <a:rPr lang="en-ID" sz="1100" dirty="0" err="1"/>
              <a:t>kepala</a:t>
            </a:r>
            <a:r>
              <a:rPr lang="en-ID" sz="1100" dirty="0"/>
              <a:t> Damage?? Speed??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ID" sz="1100" dirty="0"/>
          </a:p>
          <a:p>
            <a:pPr algn="l">
              <a:buNone/>
            </a:pPr>
            <a:r>
              <a:rPr lang="en-ID" sz="1100" b="1" dirty="0"/>
              <a:t>Corrupted Dragon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???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Naga </a:t>
            </a:r>
            <a:r>
              <a:rPr lang="en-ID" sz="1100" dirty="0" err="1"/>
              <a:t>legendaris</a:t>
            </a:r>
            <a:r>
              <a:rPr lang="en-ID" sz="1100" dirty="0"/>
              <a:t> yang </a:t>
            </a:r>
            <a:r>
              <a:rPr lang="en-ID" sz="1100" dirty="0" err="1"/>
              <a:t>dirasuki</a:t>
            </a:r>
            <a:r>
              <a:rPr lang="en-ID" sz="1100" dirty="0"/>
              <a:t> </a:t>
            </a:r>
            <a:r>
              <a:rPr lang="en-ID" sz="1100" dirty="0" err="1"/>
              <a:t>kegelapan</a:t>
            </a:r>
            <a:r>
              <a:rPr lang="en-ID" sz="1100" dirty="0"/>
              <a:t> </a:t>
            </a:r>
            <a:r>
              <a:rPr lang="en-ID" sz="1100" dirty="0" err="1"/>
              <a:t>pangeran</a:t>
            </a:r>
            <a:r>
              <a:rPr lang="en-ID" sz="1100" dirty="0"/>
              <a:t>. </a:t>
            </a:r>
            <a:r>
              <a:rPr lang="en-ID" sz="1100" dirty="0" err="1"/>
              <a:t>Puncak</a:t>
            </a:r>
            <a:r>
              <a:rPr lang="en-ID" sz="1100" dirty="0"/>
              <a:t> </a:t>
            </a:r>
            <a:r>
              <a:rPr lang="en-ID" sz="1100" dirty="0" err="1"/>
              <a:t>dari</a:t>
            </a:r>
            <a:r>
              <a:rPr lang="en-ID" sz="1100" dirty="0"/>
              <a:t> </a:t>
            </a:r>
            <a:r>
              <a:rPr lang="en-ID" sz="1100" dirty="0" err="1"/>
              <a:t>sihir</a:t>
            </a:r>
            <a:r>
              <a:rPr lang="en-ID" sz="1100" dirty="0"/>
              <a:t> </a:t>
            </a:r>
            <a:r>
              <a:rPr lang="en-ID" sz="1100" dirty="0" err="1"/>
              <a:t>terlarang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D" sz="1100" dirty="0"/>
              <a:t>Napas </a:t>
            </a:r>
            <a:r>
              <a:rPr lang="en-ID" sz="1100" dirty="0" err="1"/>
              <a:t>api</a:t>
            </a:r>
            <a:r>
              <a:rPr lang="en-ID" sz="1100" dirty="0"/>
              <a:t> </a:t>
            </a:r>
            <a:r>
              <a:rPr lang="en-ID" sz="1100" dirty="0" err="1"/>
              <a:t>hitam</a:t>
            </a:r>
            <a:endParaRPr lang="en-ID" sz="11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D" sz="1100" dirty="0"/>
              <a:t>Meteor </a:t>
            </a:r>
            <a:r>
              <a:rPr lang="en-ID" sz="1100" dirty="0" err="1"/>
              <a:t>kehancuran</a:t>
            </a:r>
            <a:endParaRPr lang="en-ID" sz="11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D" sz="1100" dirty="0"/>
              <a:t>Sayap </a:t>
            </a:r>
            <a:r>
              <a:rPr lang="en-ID" sz="1100" dirty="0" err="1"/>
              <a:t>sihir</a:t>
            </a:r>
            <a:r>
              <a:rPr lang="en-ID" sz="1100" dirty="0"/>
              <a:t> yang </a:t>
            </a:r>
            <a:r>
              <a:rPr lang="en-ID" sz="1100" dirty="0" err="1"/>
              <a:t>memanggil</a:t>
            </a:r>
            <a:r>
              <a:rPr lang="en-ID" sz="1100" dirty="0"/>
              <a:t> minion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D" sz="1100" dirty="0"/>
              <a:t>Time Distortion (</a:t>
            </a:r>
            <a:r>
              <a:rPr lang="en-ID" sz="1100" dirty="0" err="1"/>
              <a:t>gerakan</a:t>
            </a:r>
            <a:r>
              <a:rPr lang="en-ID" sz="1100" dirty="0"/>
              <a:t> </a:t>
            </a:r>
            <a:r>
              <a:rPr lang="en-ID" sz="1100" dirty="0" err="1"/>
              <a:t>lambat</a:t>
            </a:r>
            <a:r>
              <a:rPr lang="en-ID" sz="1100" dirty="0"/>
              <a:t> </a:t>
            </a:r>
            <a:r>
              <a:rPr lang="en-ID" sz="1100" dirty="0" err="1"/>
              <a:t>pemain</a:t>
            </a:r>
            <a:r>
              <a:rPr lang="en-ID" sz="1100" dirty="0"/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ID" sz="1100" dirty="0"/>
          </a:p>
        </p:txBody>
      </p:sp>
      <p:pic>
        <p:nvPicPr>
          <p:cNvPr id="16386" name="Picture 2">
            <a:extLst>
              <a:ext uri="{FF2B5EF4-FFF2-40B4-BE49-F238E27FC236}">
                <a16:creationId xmlns:a16="http://schemas.microsoft.com/office/drawing/2014/main" id="{32CB514A-8BD3-A1A3-AEBE-A031ACB4F3F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048"/>
          <a:stretch/>
        </p:blipFill>
        <p:spPr bwMode="auto">
          <a:xfrm>
            <a:off x="5757415" y="431171"/>
            <a:ext cx="1871394" cy="9342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388" name="Picture 4">
            <a:extLst>
              <a:ext uri="{FF2B5EF4-FFF2-40B4-BE49-F238E27FC236}">
                <a16:creationId xmlns:a16="http://schemas.microsoft.com/office/drawing/2014/main" id="{B8240C12-C33B-3300-D3AB-BCEE1AF7EAA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8766"/>
          <a:stretch/>
        </p:blipFill>
        <p:spPr bwMode="auto">
          <a:xfrm>
            <a:off x="5757415" y="1880934"/>
            <a:ext cx="1874056" cy="9387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2EE52722-465F-37AD-1833-5ED842E6000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8395" b="19624"/>
          <a:stretch/>
        </p:blipFill>
        <p:spPr bwMode="auto">
          <a:xfrm>
            <a:off x="5757415" y="3189237"/>
            <a:ext cx="988943" cy="9498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994;p36">
            <a:extLst>
              <a:ext uri="{FF2B5EF4-FFF2-40B4-BE49-F238E27FC236}">
                <a16:creationId xmlns:a16="http://schemas.microsoft.com/office/drawing/2014/main" id="{9FDB77DA-F3AB-6A4E-C467-89C310F27860}"/>
              </a:ext>
            </a:extLst>
          </p:cNvPr>
          <p:cNvSpPr txBox="1">
            <a:spLocks/>
          </p:cNvSpPr>
          <p:nvPr/>
        </p:nvSpPr>
        <p:spPr>
          <a:xfrm>
            <a:off x="281298" y="3429000"/>
            <a:ext cx="5416583" cy="1206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None/>
              <a:defRPr sz="31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None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None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None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None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None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None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None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None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algn="l">
              <a:buNone/>
            </a:pPr>
            <a:r>
              <a:rPr lang="en-ID" sz="1100" b="1" dirty="0"/>
              <a:t>Prince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Obsidian Kingdom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Seorang</a:t>
            </a:r>
            <a:r>
              <a:rPr lang="en-ID" sz="1100" dirty="0"/>
              <a:t> </a:t>
            </a:r>
            <a:r>
              <a:rPr lang="en-ID" sz="1100" dirty="0" err="1"/>
              <a:t>pangeran</a:t>
            </a:r>
            <a:r>
              <a:rPr lang="en-ID" sz="1100" dirty="0"/>
              <a:t> yang </a:t>
            </a:r>
            <a:r>
              <a:rPr lang="en-ID" sz="1100" dirty="0" err="1"/>
              <a:t>dirasuki</a:t>
            </a:r>
            <a:r>
              <a:rPr lang="en-ID" sz="1100" dirty="0"/>
              <a:t> dan </a:t>
            </a:r>
            <a:r>
              <a:rPr lang="en-ID" sz="1100" dirty="0" err="1"/>
              <a:t>menggunakan</a:t>
            </a:r>
            <a:r>
              <a:rPr lang="en-ID" sz="1100" dirty="0"/>
              <a:t> dark magic </a:t>
            </a:r>
            <a:r>
              <a:rPr lang="en-ID" sz="1100" dirty="0" err="1"/>
              <a:t>untuk</a:t>
            </a:r>
            <a:r>
              <a:rPr lang="en-ID" sz="1100" dirty="0"/>
              <a:t> </a:t>
            </a:r>
            <a:r>
              <a:rPr lang="en-ID" sz="1100" dirty="0" err="1"/>
              <a:t>mengalahkan</a:t>
            </a:r>
            <a:r>
              <a:rPr lang="en-ID" sz="1100" dirty="0"/>
              <a:t> </a:t>
            </a:r>
            <a:r>
              <a:rPr lang="en-ID" sz="1100" dirty="0" err="1"/>
              <a:t>musuhnya</a:t>
            </a:r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Agile dan Swordsmanship</a:t>
            </a:r>
          </a:p>
        </p:txBody>
      </p:sp>
    </p:spTree>
    <p:extLst>
      <p:ext uri="{BB962C8B-B14F-4D97-AF65-F5344CB8AC3E}">
        <p14:creationId xmlns:p14="http://schemas.microsoft.com/office/powerpoint/2010/main" val="76507978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6A25B4-F839-0E33-9DBE-D3EAB17BA2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E67271-FFDA-A628-809A-646087897C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37156" y="156953"/>
            <a:ext cx="1669687" cy="829200"/>
          </a:xfrm>
        </p:spPr>
        <p:txBody>
          <a:bodyPr/>
          <a:lstStyle/>
          <a:p>
            <a:r>
              <a:rPr lang="en-US" sz="3600" b="1" dirty="0"/>
              <a:t>UI / UX</a:t>
            </a:r>
            <a:endParaRPr lang="id-ID" sz="3600" b="1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07DB0F-D907-D43A-EA41-FFDABB8692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618481" y="1254030"/>
            <a:ext cx="3216135" cy="2820035"/>
          </a:xfrm>
        </p:spPr>
        <p:txBody>
          <a:bodyPr/>
          <a:lstStyle/>
          <a:p>
            <a:pPr marL="127000" indent="0">
              <a:buNone/>
            </a:pPr>
            <a:r>
              <a:rPr lang="en-US" dirty="0"/>
              <a:t>Pada UI Menu, </a:t>
            </a:r>
            <a:r>
              <a:rPr lang="en-US" dirty="0" err="1"/>
              <a:t>terdapat</a:t>
            </a:r>
            <a:r>
              <a:rPr lang="en-US" dirty="0"/>
              <a:t> 4 button, </a:t>
            </a:r>
            <a:r>
              <a:rPr lang="en-US" dirty="0" err="1"/>
              <a:t>yaitu</a:t>
            </a:r>
            <a:r>
              <a:rPr lang="en-US" dirty="0"/>
              <a:t> “Start”, “Load”, “Options”,  dan “Exit”. Button “Start” </a:t>
            </a:r>
            <a:r>
              <a:rPr lang="en-US" dirty="0" err="1"/>
              <a:t>berfungsi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memulai</a:t>
            </a:r>
            <a:r>
              <a:rPr lang="en-US" dirty="0"/>
              <a:t> game </a:t>
            </a:r>
            <a:r>
              <a:rPr lang="en-US" dirty="0" err="1"/>
              <a:t>dari</a:t>
            </a:r>
            <a:r>
              <a:rPr lang="en-US" dirty="0"/>
              <a:t> </a:t>
            </a:r>
            <a:r>
              <a:rPr lang="en-US" dirty="0" err="1"/>
              <a:t>awal</a:t>
            </a:r>
            <a:r>
              <a:rPr lang="en-US" dirty="0"/>
              <a:t>, button “Load” </a:t>
            </a:r>
            <a:r>
              <a:rPr lang="en-US" dirty="0" err="1"/>
              <a:t>berfungsi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melanjutkan</a:t>
            </a:r>
            <a:r>
              <a:rPr lang="en-US" dirty="0"/>
              <a:t> game yang </a:t>
            </a:r>
            <a:r>
              <a:rPr lang="en-US" dirty="0" err="1"/>
              <a:t>progresnya</a:t>
            </a:r>
            <a:r>
              <a:rPr lang="en-US" dirty="0"/>
              <a:t> </a:t>
            </a:r>
            <a:r>
              <a:rPr lang="en-US" dirty="0" err="1"/>
              <a:t>tersimpan</a:t>
            </a:r>
            <a:r>
              <a:rPr lang="en-US" dirty="0"/>
              <a:t>, button “Options” </a:t>
            </a:r>
            <a:r>
              <a:rPr lang="en-US" dirty="0" err="1"/>
              <a:t>berfungsi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membuka</a:t>
            </a:r>
            <a:r>
              <a:rPr lang="en-US" dirty="0"/>
              <a:t> </a:t>
            </a:r>
            <a:r>
              <a:rPr lang="en-US" dirty="0" err="1"/>
              <a:t>pengaturan</a:t>
            </a:r>
            <a:r>
              <a:rPr lang="en-US" dirty="0"/>
              <a:t> yang </a:t>
            </a:r>
            <a:r>
              <a:rPr lang="en-US" dirty="0" err="1"/>
              <a:t>memungkinkan</a:t>
            </a:r>
            <a:r>
              <a:rPr lang="en-US" dirty="0"/>
              <a:t> </a:t>
            </a:r>
            <a:r>
              <a:rPr lang="en-US" dirty="0" err="1"/>
              <a:t>pemain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menyesuaikan</a:t>
            </a:r>
            <a:r>
              <a:rPr lang="en-US" dirty="0"/>
              <a:t> </a:t>
            </a:r>
            <a:r>
              <a:rPr lang="en-US" dirty="0" err="1"/>
              <a:t>berbagai</a:t>
            </a:r>
            <a:r>
              <a:rPr lang="en-US" dirty="0"/>
              <a:t> </a:t>
            </a:r>
            <a:r>
              <a:rPr lang="en-US" dirty="0" err="1"/>
              <a:t>aspek</a:t>
            </a:r>
            <a:r>
              <a:rPr lang="en-US" dirty="0"/>
              <a:t> </a:t>
            </a:r>
            <a:r>
              <a:rPr lang="en-US" dirty="0" err="1"/>
              <a:t>dari</a:t>
            </a:r>
            <a:r>
              <a:rPr lang="en-US" dirty="0"/>
              <a:t> </a:t>
            </a:r>
            <a:r>
              <a:rPr lang="en-US" dirty="0" err="1"/>
              <a:t>permainan</a:t>
            </a:r>
            <a:r>
              <a:rPr lang="en-US" dirty="0"/>
              <a:t>., button “Exit” </a:t>
            </a:r>
            <a:r>
              <a:rPr lang="en-US" dirty="0" err="1"/>
              <a:t>berfungsi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keluar</a:t>
            </a:r>
            <a:r>
              <a:rPr lang="en-US" dirty="0"/>
              <a:t> </a:t>
            </a:r>
            <a:r>
              <a:rPr lang="en-US" dirty="0" err="1"/>
              <a:t>dari</a:t>
            </a:r>
            <a:r>
              <a:rPr lang="en-US" dirty="0"/>
              <a:t> game.</a:t>
            </a:r>
            <a:endParaRPr lang="id-ID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71F6ADC-3D11-34B9-01DD-2030A8D700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148" y="1471115"/>
            <a:ext cx="4264581" cy="2385866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A7C01306-2A46-6477-A98F-4D98A832EAD1}"/>
              </a:ext>
            </a:extLst>
          </p:cNvPr>
          <p:cNvSpPr txBox="1">
            <a:spLocks/>
          </p:cNvSpPr>
          <p:nvPr/>
        </p:nvSpPr>
        <p:spPr>
          <a:xfrm>
            <a:off x="704148" y="1063615"/>
            <a:ext cx="1562467" cy="3300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35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r>
              <a:rPr lang="en-US" sz="2000" b="1" dirty="0"/>
              <a:t>Menu</a:t>
            </a:r>
            <a:endParaRPr lang="id-ID" sz="2000" b="1" dirty="0"/>
          </a:p>
        </p:txBody>
      </p:sp>
    </p:spTree>
    <p:extLst>
      <p:ext uri="{BB962C8B-B14F-4D97-AF65-F5344CB8AC3E}">
        <p14:creationId xmlns:p14="http://schemas.microsoft.com/office/powerpoint/2010/main" val="68546218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6FDC51-4804-A133-4623-F21E6940DC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4858418-D0DE-F59B-53B3-D6875D975D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148" y="1471115"/>
            <a:ext cx="4264581" cy="239882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0048993-3EB3-997C-F92F-51D33C6774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37156" y="156953"/>
            <a:ext cx="1669687" cy="829200"/>
          </a:xfrm>
        </p:spPr>
        <p:txBody>
          <a:bodyPr/>
          <a:lstStyle/>
          <a:p>
            <a:r>
              <a:rPr lang="en-US" sz="3600" b="1" dirty="0"/>
              <a:t>UI / UX</a:t>
            </a:r>
            <a:endParaRPr lang="id-ID" sz="3600" b="1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173683-964F-B56F-4E54-6E9DB89344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97856" y="1624501"/>
            <a:ext cx="3216135" cy="2245441"/>
          </a:xfrm>
        </p:spPr>
        <p:txBody>
          <a:bodyPr/>
          <a:lstStyle/>
          <a:p>
            <a:pPr marL="127000" indent="0">
              <a:buNone/>
            </a:pPr>
            <a:r>
              <a:rPr lang="en-US" dirty="0"/>
              <a:t>Pada UI Character Selection, user </a:t>
            </a:r>
            <a:r>
              <a:rPr lang="en-US" dirty="0" err="1"/>
              <a:t>diharuskan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memilih</a:t>
            </a:r>
            <a:r>
              <a:rPr lang="en-US" dirty="0"/>
              <a:t> main character yang </a:t>
            </a:r>
            <a:r>
              <a:rPr lang="en-US" dirty="0" err="1"/>
              <a:t>akan</a:t>
            </a:r>
            <a:r>
              <a:rPr lang="en-US" dirty="0"/>
              <a:t> </a:t>
            </a:r>
            <a:r>
              <a:rPr lang="en-US" dirty="0" err="1"/>
              <a:t>digunakan</a:t>
            </a:r>
            <a:r>
              <a:rPr lang="en-US" dirty="0"/>
              <a:t> user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memainkan</a:t>
            </a:r>
            <a:r>
              <a:rPr lang="en-US" dirty="0"/>
              <a:t> game </a:t>
            </a:r>
            <a:r>
              <a:rPr lang="en-US" dirty="0" err="1"/>
              <a:t>ini</a:t>
            </a:r>
            <a:r>
              <a:rPr lang="en-US" dirty="0"/>
              <a:t>. </a:t>
            </a:r>
            <a:r>
              <a:rPr lang="en-US" dirty="0" err="1"/>
              <a:t>Terdapat</a:t>
            </a:r>
            <a:r>
              <a:rPr lang="en-US" dirty="0"/>
              <a:t> button “Left Arrow” dan “Right Arrow” yang </a:t>
            </a:r>
            <a:r>
              <a:rPr lang="en-US" dirty="0" err="1"/>
              <a:t>berfungsi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memilih</a:t>
            </a:r>
            <a:r>
              <a:rPr lang="en-US" dirty="0"/>
              <a:t> character, </a:t>
            </a:r>
            <a:r>
              <a:rPr lang="en-US" dirty="0" err="1"/>
              <a:t>serta</a:t>
            </a:r>
            <a:r>
              <a:rPr lang="en-US" dirty="0"/>
              <a:t> </a:t>
            </a:r>
            <a:r>
              <a:rPr lang="en-US" dirty="0" err="1"/>
              <a:t>terdapat</a:t>
            </a:r>
            <a:r>
              <a:rPr lang="en-US" dirty="0"/>
              <a:t> button “Start”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memulai</a:t>
            </a:r>
            <a:r>
              <a:rPr lang="en-US" dirty="0"/>
              <a:t> </a:t>
            </a:r>
            <a:r>
              <a:rPr lang="en-US" dirty="0" err="1"/>
              <a:t>permainan</a:t>
            </a:r>
            <a:r>
              <a:rPr lang="en-US" dirty="0"/>
              <a:t> </a:t>
            </a:r>
            <a:r>
              <a:rPr lang="en-US" dirty="0" err="1"/>
              <a:t>dengan</a:t>
            </a:r>
            <a:r>
              <a:rPr lang="en-US" dirty="0"/>
              <a:t> character yang </a:t>
            </a:r>
            <a:r>
              <a:rPr lang="en-US" dirty="0" err="1"/>
              <a:t>sudah</a:t>
            </a:r>
            <a:r>
              <a:rPr lang="en-US" dirty="0"/>
              <a:t> </a:t>
            </a:r>
            <a:r>
              <a:rPr lang="en-US" dirty="0" err="1"/>
              <a:t>dipilih</a:t>
            </a:r>
            <a:r>
              <a:rPr lang="en-US" dirty="0"/>
              <a:t> oleh user.</a:t>
            </a:r>
            <a:endParaRPr lang="id-ID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A204E2CC-387B-0D45-5D66-16F1272D009A}"/>
              </a:ext>
            </a:extLst>
          </p:cNvPr>
          <p:cNvSpPr txBox="1">
            <a:spLocks/>
          </p:cNvSpPr>
          <p:nvPr/>
        </p:nvSpPr>
        <p:spPr>
          <a:xfrm>
            <a:off x="704148" y="1063615"/>
            <a:ext cx="2293434" cy="3300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35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r>
              <a:rPr lang="en-US" sz="2000" b="1" dirty="0"/>
              <a:t>Character Selection</a:t>
            </a:r>
            <a:endParaRPr lang="id-ID" sz="2000" b="1" dirty="0"/>
          </a:p>
        </p:txBody>
      </p:sp>
    </p:spTree>
    <p:extLst>
      <p:ext uri="{BB962C8B-B14F-4D97-AF65-F5344CB8AC3E}">
        <p14:creationId xmlns:p14="http://schemas.microsoft.com/office/powerpoint/2010/main" val="77509299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2D35C9-2B9C-7836-80D5-CB13574490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9625EC7-6A4D-16E3-52F8-B1A81EEC1C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148" y="1471115"/>
            <a:ext cx="4264581" cy="244420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1120DD3-FE57-B581-6456-0E94BF0BA4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37156" y="156953"/>
            <a:ext cx="1669687" cy="829200"/>
          </a:xfrm>
        </p:spPr>
        <p:txBody>
          <a:bodyPr/>
          <a:lstStyle/>
          <a:p>
            <a:r>
              <a:rPr lang="en-US" sz="3600" b="1" dirty="0"/>
              <a:t>UI / UX</a:t>
            </a:r>
            <a:endParaRPr lang="id-ID" sz="3600" b="1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7207CA-1F71-D276-8CA2-8BD66DF279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618481" y="1254030"/>
            <a:ext cx="3216135" cy="2820035"/>
          </a:xfrm>
        </p:spPr>
        <p:txBody>
          <a:bodyPr/>
          <a:lstStyle/>
          <a:p>
            <a:pPr marL="127000" indent="0">
              <a:buNone/>
            </a:pPr>
            <a:r>
              <a:rPr lang="en-US" dirty="0"/>
              <a:t>Pada GUI </a:t>
            </a:r>
            <a:r>
              <a:rPr lang="en-US" dirty="0" err="1"/>
              <a:t>ini</a:t>
            </a:r>
            <a:r>
              <a:rPr lang="en-US" dirty="0"/>
              <a:t>, di </a:t>
            </a:r>
            <a:r>
              <a:rPr lang="en-US" dirty="0" err="1"/>
              <a:t>pojok</a:t>
            </a:r>
            <a:r>
              <a:rPr lang="en-US" dirty="0"/>
              <a:t> </a:t>
            </a:r>
            <a:r>
              <a:rPr lang="en-US" dirty="0" err="1"/>
              <a:t>kiri</a:t>
            </a:r>
            <a:r>
              <a:rPr lang="en-US" dirty="0"/>
              <a:t> </a:t>
            </a:r>
            <a:r>
              <a:rPr lang="en-US" dirty="0" err="1"/>
              <a:t>atas</a:t>
            </a:r>
            <a:r>
              <a:rPr lang="en-US" dirty="0"/>
              <a:t> </a:t>
            </a:r>
            <a:r>
              <a:rPr lang="en-US" dirty="0" err="1"/>
              <a:t>terdapat</a:t>
            </a:r>
            <a:r>
              <a:rPr lang="en-US" dirty="0"/>
              <a:t> </a:t>
            </a:r>
            <a:r>
              <a:rPr lang="en-US" dirty="0" err="1"/>
              <a:t>informasi</a:t>
            </a:r>
            <a:r>
              <a:rPr lang="en-US" dirty="0"/>
              <a:t> </a:t>
            </a:r>
            <a:r>
              <a:rPr lang="en-US" dirty="0" err="1"/>
              <a:t>tentang</a:t>
            </a:r>
            <a:r>
              <a:rPr lang="en-US" dirty="0"/>
              <a:t> character user, </a:t>
            </a:r>
            <a:r>
              <a:rPr lang="en-US" dirty="0" err="1"/>
              <a:t>seperti</a:t>
            </a:r>
            <a:r>
              <a:rPr lang="en-US" dirty="0"/>
              <a:t> “Health Bar”, “Mana Bar”, “Gold”, “Sword”, “Dash”, “Jump”, dan “Pause”. Sword, “Dash”, “Jump” </a:t>
            </a:r>
            <a:r>
              <a:rPr lang="en-US" dirty="0" err="1"/>
              <a:t>merupakan</a:t>
            </a:r>
            <a:r>
              <a:rPr lang="en-US" dirty="0"/>
              <a:t> button skill yang </a:t>
            </a:r>
            <a:r>
              <a:rPr lang="en-US" dirty="0" err="1"/>
              <a:t>dapat</a:t>
            </a:r>
            <a:r>
              <a:rPr lang="en-US" dirty="0"/>
              <a:t> </a:t>
            </a:r>
            <a:r>
              <a:rPr lang="en-US" dirty="0" err="1"/>
              <a:t>ditekan</a:t>
            </a:r>
            <a:r>
              <a:rPr lang="en-US" dirty="0"/>
              <a:t> </a:t>
            </a:r>
            <a:r>
              <a:rPr lang="en-US" dirty="0" err="1"/>
              <a:t>sesuai</a:t>
            </a:r>
            <a:r>
              <a:rPr lang="en-US" dirty="0"/>
              <a:t> </a:t>
            </a:r>
            <a:r>
              <a:rPr lang="en-US" dirty="0" err="1"/>
              <a:t>dengan</a:t>
            </a:r>
            <a:r>
              <a:rPr lang="en-US" dirty="0"/>
              <a:t> </a:t>
            </a:r>
            <a:r>
              <a:rPr lang="en-US" dirty="0" err="1"/>
              <a:t>keybindnya</a:t>
            </a:r>
            <a:r>
              <a:rPr lang="en-US" dirty="0"/>
              <a:t>, </a:t>
            </a:r>
            <a:r>
              <a:rPr lang="en-US" dirty="0" err="1"/>
              <a:t>sedangkan</a:t>
            </a:r>
            <a:r>
              <a:rPr lang="en-US" dirty="0"/>
              <a:t> button pause </a:t>
            </a:r>
            <a:r>
              <a:rPr lang="en-US" dirty="0" err="1"/>
              <a:t>merupakan</a:t>
            </a:r>
            <a:r>
              <a:rPr lang="en-US" dirty="0"/>
              <a:t> button yang </a:t>
            </a:r>
            <a:r>
              <a:rPr lang="en-US" dirty="0" err="1"/>
              <a:t>berfungsi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meng-pause game, </a:t>
            </a:r>
            <a:r>
              <a:rPr lang="en-US" dirty="0" err="1"/>
              <a:t>serta</a:t>
            </a:r>
            <a:r>
              <a:rPr lang="en-US" dirty="0"/>
              <a:t> </a:t>
            </a:r>
            <a:r>
              <a:rPr lang="en-US" dirty="0" err="1"/>
              <a:t>memunculkan</a:t>
            </a:r>
            <a:r>
              <a:rPr lang="en-US" dirty="0"/>
              <a:t> pause menu. </a:t>
            </a:r>
            <a:endParaRPr lang="id-ID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1DD1A23B-4738-F7E6-4EBC-E8C6C7842C1F}"/>
              </a:ext>
            </a:extLst>
          </p:cNvPr>
          <p:cNvSpPr txBox="1">
            <a:spLocks/>
          </p:cNvSpPr>
          <p:nvPr/>
        </p:nvSpPr>
        <p:spPr>
          <a:xfrm>
            <a:off x="704148" y="1063615"/>
            <a:ext cx="2293434" cy="3300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35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r>
              <a:rPr lang="en-US" sz="2000" b="1" dirty="0"/>
              <a:t>GUI</a:t>
            </a:r>
            <a:endParaRPr lang="id-ID" sz="2000" b="1" dirty="0"/>
          </a:p>
        </p:txBody>
      </p:sp>
    </p:spTree>
    <p:extLst>
      <p:ext uri="{BB962C8B-B14F-4D97-AF65-F5344CB8AC3E}">
        <p14:creationId xmlns:p14="http://schemas.microsoft.com/office/powerpoint/2010/main" val="147019451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F1152A-D038-29C2-4D42-61E0581957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FE25E1E5-4825-D93E-1288-7CD33328B0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4419" y="1578052"/>
            <a:ext cx="3186919" cy="17945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0D887E3-F26A-CCF5-F79D-19A6A3D610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37156" y="156953"/>
            <a:ext cx="1669687" cy="829200"/>
          </a:xfrm>
        </p:spPr>
        <p:txBody>
          <a:bodyPr/>
          <a:lstStyle/>
          <a:p>
            <a:r>
              <a:rPr lang="en-US" sz="3600" b="1" dirty="0"/>
              <a:t>UI / UX</a:t>
            </a:r>
            <a:endParaRPr lang="id-ID" sz="3600" b="1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010DFC-0873-AC66-8314-B7AEA83089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34592" y="986153"/>
            <a:ext cx="3939482" cy="2820035"/>
          </a:xfrm>
        </p:spPr>
        <p:txBody>
          <a:bodyPr/>
          <a:lstStyle/>
          <a:p>
            <a:pPr marL="127000" indent="0">
              <a:buNone/>
            </a:pPr>
            <a:r>
              <a:rPr lang="en-US" dirty="0"/>
              <a:t>Pada Pause Menu UI </a:t>
            </a:r>
            <a:r>
              <a:rPr lang="en-US" dirty="0" err="1"/>
              <a:t>ini</a:t>
            </a:r>
            <a:r>
              <a:rPr lang="en-US" dirty="0"/>
              <a:t>, </a:t>
            </a:r>
            <a:r>
              <a:rPr lang="en-US" dirty="0" err="1"/>
              <a:t>terdapat</a:t>
            </a:r>
            <a:r>
              <a:rPr lang="en-US" dirty="0"/>
              <a:t> 4 button, </a:t>
            </a:r>
            <a:r>
              <a:rPr lang="en-US" dirty="0" err="1"/>
              <a:t>yaitu</a:t>
            </a:r>
            <a:r>
              <a:rPr lang="en-US" dirty="0"/>
              <a:t> “Resume, “Restart”, “Options”, dan “Exit”. Button “Resume” </a:t>
            </a:r>
            <a:r>
              <a:rPr lang="en-US" dirty="0" err="1"/>
              <a:t>berfungsi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melanjutkan</a:t>
            </a:r>
            <a:r>
              <a:rPr lang="en-US" dirty="0"/>
              <a:t> game, button “Restart” </a:t>
            </a:r>
            <a:r>
              <a:rPr lang="en-US" dirty="0" err="1"/>
              <a:t>berfungsi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mengulang</a:t>
            </a:r>
            <a:r>
              <a:rPr lang="en-US" dirty="0"/>
              <a:t> progress game, button “Options” </a:t>
            </a:r>
            <a:r>
              <a:rPr lang="en-US" dirty="0" err="1"/>
              <a:t>berfungsi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membuka</a:t>
            </a:r>
            <a:r>
              <a:rPr lang="en-US" dirty="0"/>
              <a:t> </a:t>
            </a:r>
            <a:r>
              <a:rPr lang="en-US" dirty="0" err="1"/>
              <a:t>pengaturan</a:t>
            </a:r>
            <a:r>
              <a:rPr lang="en-US" dirty="0"/>
              <a:t> yang </a:t>
            </a:r>
            <a:r>
              <a:rPr lang="en-US" dirty="0" err="1"/>
              <a:t>memungkinkan</a:t>
            </a:r>
            <a:r>
              <a:rPr lang="en-US" dirty="0"/>
              <a:t> </a:t>
            </a:r>
            <a:r>
              <a:rPr lang="en-US" dirty="0" err="1"/>
              <a:t>pemain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menyesuaikan</a:t>
            </a:r>
            <a:r>
              <a:rPr lang="en-US" dirty="0"/>
              <a:t> </a:t>
            </a:r>
            <a:r>
              <a:rPr lang="en-US" dirty="0" err="1"/>
              <a:t>berbagai</a:t>
            </a:r>
            <a:r>
              <a:rPr lang="en-US" dirty="0"/>
              <a:t> </a:t>
            </a:r>
            <a:r>
              <a:rPr lang="en-US" dirty="0" err="1"/>
              <a:t>aspek</a:t>
            </a:r>
            <a:r>
              <a:rPr lang="en-US" dirty="0"/>
              <a:t> </a:t>
            </a:r>
            <a:r>
              <a:rPr lang="en-US" dirty="0" err="1"/>
              <a:t>dari</a:t>
            </a:r>
            <a:r>
              <a:rPr lang="en-US" dirty="0"/>
              <a:t> </a:t>
            </a:r>
            <a:r>
              <a:rPr lang="en-US" dirty="0" err="1"/>
              <a:t>permainan</a:t>
            </a:r>
            <a:r>
              <a:rPr lang="en-US" dirty="0"/>
              <a:t>, dan button “Exit” </a:t>
            </a:r>
            <a:r>
              <a:rPr lang="en-US" dirty="0" err="1"/>
              <a:t>berfungsi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mengembalikan</a:t>
            </a:r>
            <a:r>
              <a:rPr lang="en-US" dirty="0"/>
              <a:t> user </a:t>
            </a:r>
            <a:r>
              <a:rPr lang="en-US" dirty="0" err="1"/>
              <a:t>ke</a:t>
            </a:r>
            <a:r>
              <a:rPr lang="en-US" dirty="0"/>
              <a:t> menu </a:t>
            </a:r>
            <a:r>
              <a:rPr lang="en-US" dirty="0" err="1"/>
              <a:t>utama</a:t>
            </a:r>
            <a:r>
              <a:rPr lang="en-US" dirty="0"/>
              <a:t> game. Di </a:t>
            </a:r>
            <a:r>
              <a:rPr lang="en-US" dirty="0" err="1"/>
              <a:t>kanan</a:t>
            </a:r>
            <a:r>
              <a:rPr lang="en-US" dirty="0"/>
              <a:t> </a:t>
            </a:r>
            <a:r>
              <a:rPr lang="en-US" dirty="0" err="1"/>
              <a:t>opsi</a:t>
            </a:r>
            <a:r>
              <a:rPr lang="en-US" dirty="0"/>
              <a:t> menu, </a:t>
            </a:r>
            <a:r>
              <a:rPr lang="en-US" dirty="0" err="1"/>
              <a:t>terdapat</a:t>
            </a:r>
            <a:r>
              <a:rPr lang="en-US" dirty="0"/>
              <a:t> juga </a:t>
            </a:r>
            <a:r>
              <a:rPr lang="en-US" dirty="0" err="1"/>
              <a:t>informasi</a:t>
            </a:r>
            <a:r>
              <a:rPr lang="en-US" dirty="0"/>
              <a:t> user </a:t>
            </a:r>
            <a:r>
              <a:rPr lang="en-US" dirty="0" err="1"/>
              <a:t>seperti</a:t>
            </a:r>
            <a:r>
              <a:rPr lang="en-US" dirty="0"/>
              <a:t> buff yang </a:t>
            </a:r>
            <a:r>
              <a:rPr lang="en-US" dirty="0" err="1"/>
              <a:t>dimiliki</a:t>
            </a:r>
            <a:r>
              <a:rPr lang="en-US" dirty="0"/>
              <a:t> character user, item yang </a:t>
            </a:r>
            <a:r>
              <a:rPr lang="en-US" dirty="0" err="1"/>
              <a:t>dimiliki</a:t>
            </a:r>
            <a:r>
              <a:rPr lang="en-US" dirty="0"/>
              <a:t> user, stage yang </a:t>
            </a:r>
            <a:r>
              <a:rPr lang="en-US" dirty="0" err="1"/>
              <a:t>sedang</a:t>
            </a:r>
            <a:r>
              <a:rPr lang="en-US" dirty="0"/>
              <a:t> </a:t>
            </a:r>
            <a:r>
              <a:rPr lang="en-US" dirty="0" err="1"/>
              <a:t>dimainkan</a:t>
            </a:r>
            <a:r>
              <a:rPr lang="en-US" dirty="0"/>
              <a:t> oleh user, dan </a:t>
            </a:r>
            <a:r>
              <a:rPr lang="en-US" dirty="0" err="1"/>
              <a:t>gambar</a:t>
            </a:r>
            <a:r>
              <a:rPr lang="en-US" dirty="0"/>
              <a:t> dan nama character yang </a:t>
            </a:r>
            <a:r>
              <a:rPr lang="en-US" dirty="0" err="1"/>
              <a:t>dipakai</a:t>
            </a:r>
            <a:r>
              <a:rPr lang="en-US" dirty="0"/>
              <a:t> oleh user.</a:t>
            </a:r>
            <a:endParaRPr lang="id-ID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AFFA013D-D7FF-B998-43DD-79E5B73B93A6}"/>
              </a:ext>
            </a:extLst>
          </p:cNvPr>
          <p:cNvSpPr txBox="1">
            <a:spLocks/>
          </p:cNvSpPr>
          <p:nvPr/>
        </p:nvSpPr>
        <p:spPr>
          <a:xfrm>
            <a:off x="5276148" y="1117083"/>
            <a:ext cx="2293434" cy="3300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35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r>
              <a:rPr lang="en-US" sz="2000" b="1" dirty="0"/>
              <a:t>Pause Menu</a:t>
            </a:r>
            <a:endParaRPr lang="id-ID" sz="2000" b="1" dirty="0"/>
          </a:p>
        </p:txBody>
      </p:sp>
    </p:spTree>
    <p:extLst>
      <p:ext uri="{BB962C8B-B14F-4D97-AF65-F5344CB8AC3E}">
        <p14:creationId xmlns:p14="http://schemas.microsoft.com/office/powerpoint/2010/main" val="343876329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DBAB8-492B-C4F9-2FF2-6B640E5BC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DC82B35-D462-D323-A41A-AA6826B0CC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383" y="1471115"/>
            <a:ext cx="4243512" cy="244420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5A7D710-308D-A719-4786-91F8A95C97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37156" y="156953"/>
            <a:ext cx="1669687" cy="829200"/>
          </a:xfrm>
        </p:spPr>
        <p:txBody>
          <a:bodyPr/>
          <a:lstStyle/>
          <a:p>
            <a:r>
              <a:rPr lang="en-US" sz="3600" b="1" dirty="0"/>
              <a:t>UI / UX</a:t>
            </a:r>
            <a:endParaRPr lang="id-ID" sz="3600" b="1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9026BC-20BA-0025-78EA-7BABD79E8C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406843" y="2151452"/>
            <a:ext cx="3216135" cy="1083534"/>
          </a:xfrm>
        </p:spPr>
        <p:txBody>
          <a:bodyPr/>
          <a:lstStyle/>
          <a:p>
            <a:pPr marL="127000" indent="0">
              <a:buNone/>
            </a:pPr>
            <a:r>
              <a:rPr lang="en-US" dirty="0"/>
              <a:t>Pada Options in Game UI </a:t>
            </a:r>
            <a:r>
              <a:rPr lang="en-US" dirty="0" err="1"/>
              <a:t>ini</a:t>
            </a:r>
            <a:r>
              <a:rPr lang="en-US" dirty="0"/>
              <a:t>, </a:t>
            </a:r>
            <a:r>
              <a:rPr lang="en-US" dirty="0" err="1"/>
              <a:t>terdapat</a:t>
            </a:r>
            <a:r>
              <a:rPr lang="en-US" dirty="0"/>
              <a:t> </a:t>
            </a:r>
            <a:r>
              <a:rPr lang="en-US" dirty="0" err="1"/>
              <a:t>opsi</a:t>
            </a:r>
            <a:r>
              <a:rPr lang="en-US" dirty="0"/>
              <a:t> “SFX”, “Music”, “Subtitles”, “</a:t>
            </a:r>
            <a:r>
              <a:rPr lang="en-US" dirty="0" err="1"/>
              <a:t>Cutscenese</a:t>
            </a:r>
            <a:r>
              <a:rPr lang="en-US" dirty="0"/>
              <a:t>” yang </a:t>
            </a:r>
            <a:r>
              <a:rPr lang="en-US" dirty="0" err="1"/>
              <a:t>dapat</a:t>
            </a:r>
            <a:r>
              <a:rPr lang="en-US" dirty="0"/>
              <a:t> </a:t>
            </a:r>
            <a:r>
              <a:rPr lang="en-US" dirty="0" err="1"/>
              <a:t>diatur</a:t>
            </a:r>
            <a:r>
              <a:rPr lang="en-US" dirty="0"/>
              <a:t> oleh user </a:t>
            </a:r>
            <a:r>
              <a:rPr lang="en-US" dirty="0" err="1"/>
              <a:t>sesuai</a:t>
            </a:r>
            <a:r>
              <a:rPr lang="en-US" dirty="0"/>
              <a:t> </a:t>
            </a:r>
            <a:r>
              <a:rPr lang="en-US" dirty="0" err="1"/>
              <a:t>dengan</a:t>
            </a:r>
            <a:r>
              <a:rPr lang="en-US" dirty="0"/>
              <a:t> </a:t>
            </a:r>
            <a:r>
              <a:rPr lang="en-US" dirty="0" err="1"/>
              <a:t>keinginan</a:t>
            </a:r>
            <a:r>
              <a:rPr lang="en-US" dirty="0"/>
              <a:t> user.</a:t>
            </a:r>
            <a:endParaRPr lang="id-ID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A263ADCD-7301-8429-98DB-048E668364E5}"/>
              </a:ext>
            </a:extLst>
          </p:cNvPr>
          <p:cNvSpPr txBox="1">
            <a:spLocks/>
          </p:cNvSpPr>
          <p:nvPr/>
        </p:nvSpPr>
        <p:spPr>
          <a:xfrm>
            <a:off x="704148" y="1063615"/>
            <a:ext cx="2293434" cy="3300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35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r>
              <a:rPr lang="en-US" sz="2000" b="1" dirty="0"/>
              <a:t>Option in Game</a:t>
            </a:r>
            <a:endParaRPr lang="id-ID" sz="2000" b="1" dirty="0"/>
          </a:p>
        </p:txBody>
      </p:sp>
    </p:spTree>
    <p:extLst>
      <p:ext uri="{BB962C8B-B14F-4D97-AF65-F5344CB8AC3E}">
        <p14:creationId xmlns:p14="http://schemas.microsoft.com/office/powerpoint/2010/main" val="287057412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BD7898-A2DB-0957-4BA9-351640CC4A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3FD825A-000D-AA43-C67F-D069AA308B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148" y="1471115"/>
            <a:ext cx="4259211" cy="238586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DD84DA6-0D68-1342-8D13-092F31D589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37156" y="156953"/>
            <a:ext cx="1669687" cy="829200"/>
          </a:xfrm>
        </p:spPr>
        <p:txBody>
          <a:bodyPr/>
          <a:lstStyle/>
          <a:p>
            <a:r>
              <a:rPr lang="en-US" sz="3600" b="1" dirty="0"/>
              <a:t>UI / UX</a:t>
            </a:r>
            <a:endParaRPr lang="id-ID" sz="3600" b="1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CC9EC9-3FBD-5883-1785-900530246A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406843" y="1717162"/>
            <a:ext cx="3216135" cy="1709176"/>
          </a:xfrm>
        </p:spPr>
        <p:txBody>
          <a:bodyPr/>
          <a:lstStyle/>
          <a:p>
            <a:pPr marL="127000" indent="0">
              <a:buNone/>
            </a:pPr>
            <a:r>
              <a:rPr lang="en-US" dirty="0"/>
              <a:t>Pada Shop UI, </a:t>
            </a:r>
            <a:r>
              <a:rPr lang="en-US" dirty="0" err="1"/>
              <a:t>terdapat</a:t>
            </a:r>
            <a:r>
              <a:rPr lang="en-US" dirty="0"/>
              <a:t> 3 card yang </a:t>
            </a:r>
            <a:r>
              <a:rPr lang="en-US" dirty="0" err="1"/>
              <a:t>menampilkan</a:t>
            </a:r>
            <a:r>
              <a:rPr lang="en-US" dirty="0"/>
              <a:t> buff character yang </a:t>
            </a:r>
            <a:r>
              <a:rPr lang="en-US" dirty="0" err="1"/>
              <a:t>dijual</a:t>
            </a:r>
            <a:r>
              <a:rPr lang="en-US" dirty="0"/>
              <a:t>. Pada </a:t>
            </a:r>
            <a:r>
              <a:rPr lang="en-US" dirty="0" err="1"/>
              <a:t>cardnya</a:t>
            </a:r>
            <a:r>
              <a:rPr lang="en-US" dirty="0"/>
              <a:t>, </a:t>
            </a:r>
            <a:r>
              <a:rPr lang="en-US" dirty="0" err="1"/>
              <a:t>terdapat</a:t>
            </a:r>
            <a:r>
              <a:rPr lang="en-US" dirty="0"/>
              <a:t> </a:t>
            </a:r>
            <a:r>
              <a:rPr lang="en-US" dirty="0" err="1"/>
              <a:t>harga</a:t>
            </a:r>
            <a:r>
              <a:rPr lang="en-US" dirty="0"/>
              <a:t> buff, </a:t>
            </a:r>
            <a:r>
              <a:rPr lang="en-US" dirty="0" err="1"/>
              <a:t>gambar</a:t>
            </a:r>
            <a:r>
              <a:rPr lang="en-US" dirty="0"/>
              <a:t> buff, </a:t>
            </a:r>
            <a:r>
              <a:rPr lang="en-US" dirty="0" err="1"/>
              <a:t>serta</a:t>
            </a:r>
            <a:r>
              <a:rPr lang="en-US" dirty="0"/>
              <a:t> </a:t>
            </a:r>
            <a:r>
              <a:rPr lang="en-US" dirty="0" err="1"/>
              <a:t>deskripsi</a:t>
            </a:r>
            <a:r>
              <a:rPr lang="en-US" dirty="0"/>
              <a:t> buff. Button “Confirm” </a:t>
            </a:r>
            <a:r>
              <a:rPr lang="en-US" dirty="0" err="1"/>
              <a:t>berfungsi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mengkonfirmasi</a:t>
            </a:r>
            <a:r>
              <a:rPr lang="en-US" dirty="0"/>
              <a:t> buff yang </a:t>
            </a:r>
            <a:r>
              <a:rPr lang="en-US" dirty="0" err="1"/>
              <a:t>sudah</a:t>
            </a:r>
            <a:r>
              <a:rPr lang="en-US" dirty="0"/>
              <a:t> </a:t>
            </a:r>
            <a:r>
              <a:rPr lang="en-US" dirty="0" err="1"/>
              <a:t>dipilih</a:t>
            </a:r>
            <a:r>
              <a:rPr lang="en-US" dirty="0"/>
              <a:t> oleh user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dibeli</a:t>
            </a:r>
            <a:r>
              <a:rPr lang="en-US" dirty="0"/>
              <a:t>.</a:t>
            </a:r>
            <a:endParaRPr lang="id-ID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CC0B30E-E2AD-96D3-7ECB-4067A2C2B264}"/>
              </a:ext>
            </a:extLst>
          </p:cNvPr>
          <p:cNvSpPr txBox="1">
            <a:spLocks/>
          </p:cNvSpPr>
          <p:nvPr/>
        </p:nvSpPr>
        <p:spPr>
          <a:xfrm>
            <a:off x="704148" y="1063615"/>
            <a:ext cx="2293434" cy="3300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35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r>
              <a:rPr lang="en-US" sz="2000" b="1" dirty="0"/>
              <a:t>Shop</a:t>
            </a:r>
            <a:endParaRPr lang="id-ID" sz="2000" b="1" dirty="0"/>
          </a:p>
        </p:txBody>
      </p:sp>
    </p:spTree>
    <p:extLst>
      <p:ext uri="{BB962C8B-B14F-4D97-AF65-F5344CB8AC3E}">
        <p14:creationId xmlns:p14="http://schemas.microsoft.com/office/powerpoint/2010/main" val="141142054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0C7AF4-4775-BCDF-1B32-906A0DE12B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F5AE0BA-7FF4-76F9-BC84-F4A73F6F61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148" y="1471116"/>
            <a:ext cx="4259211" cy="240217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348947E-6A96-389C-7300-7665DBBCCA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37156" y="156953"/>
            <a:ext cx="1669687" cy="829200"/>
          </a:xfrm>
        </p:spPr>
        <p:txBody>
          <a:bodyPr/>
          <a:lstStyle/>
          <a:p>
            <a:r>
              <a:rPr lang="en-US" sz="3600" b="1" dirty="0"/>
              <a:t>UI / UX</a:t>
            </a:r>
            <a:endParaRPr lang="id-ID" sz="3600" b="1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58C7DC-1B4F-1A06-8DAC-979CEB33FC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460352" y="1610596"/>
            <a:ext cx="3216135" cy="1922307"/>
          </a:xfrm>
        </p:spPr>
        <p:txBody>
          <a:bodyPr/>
          <a:lstStyle/>
          <a:p>
            <a:pPr marL="127000" indent="0">
              <a:buNone/>
            </a:pPr>
            <a:r>
              <a:rPr lang="en-US" dirty="0"/>
              <a:t>Pada Game Over UI, </a:t>
            </a:r>
            <a:r>
              <a:rPr lang="en-US" dirty="0" err="1"/>
              <a:t>terdapat</a:t>
            </a:r>
            <a:r>
              <a:rPr lang="en-US" dirty="0"/>
              <a:t> </a:t>
            </a:r>
            <a:r>
              <a:rPr lang="en-US" dirty="0" err="1"/>
              <a:t>informasi</a:t>
            </a:r>
            <a:r>
              <a:rPr lang="en-US" dirty="0"/>
              <a:t> </a:t>
            </a:r>
            <a:r>
              <a:rPr lang="en-US" dirty="0" err="1"/>
              <a:t>tentang</a:t>
            </a:r>
            <a:r>
              <a:rPr lang="en-US" dirty="0"/>
              <a:t> </a:t>
            </a:r>
            <a:r>
              <a:rPr lang="en-US" dirty="0" err="1"/>
              <a:t>achievments</a:t>
            </a:r>
            <a:r>
              <a:rPr lang="en-US" dirty="0"/>
              <a:t> user </a:t>
            </a:r>
            <a:r>
              <a:rPr lang="en-US" dirty="0" err="1"/>
              <a:t>selama</a:t>
            </a:r>
            <a:r>
              <a:rPr lang="en-US" dirty="0"/>
              <a:t> </a:t>
            </a:r>
            <a:r>
              <a:rPr lang="en-US" dirty="0" err="1"/>
              <a:t>memainkan</a:t>
            </a:r>
            <a:r>
              <a:rPr lang="en-US" dirty="0"/>
              <a:t> game </a:t>
            </a:r>
            <a:r>
              <a:rPr lang="en-US" dirty="0" err="1"/>
              <a:t>ini</a:t>
            </a:r>
            <a:r>
              <a:rPr lang="en-US" dirty="0"/>
              <a:t> </a:t>
            </a:r>
            <a:r>
              <a:rPr lang="en-US" dirty="0" err="1"/>
              <a:t>hingga</a:t>
            </a:r>
            <a:r>
              <a:rPr lang="en-US" dirty="0"/>
              <a:t> game over. Button “Return” </a:t>
            </a:r>
            <a:r>
              <a:rPr lang="en-US" dirty="0" err="1"/>
              <a:t>berfungsi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mengembalikan</a:t>
            </a:r>
            <a:r>
              <a:rPr lang="en-US" dirty="0"/>
              <a:t> user </a:t>
            </a:r>
            <a:r>
              <a:rPr lang="en-US" dirty="0" err="1"/>
              <a:t>ke</a:t>
            </a:r>
            <a:r>
              <a:rPr lang="en-US" dirty="0"/>
              <a:t> menu </a:t>
            </a:r>
            <a:r>
              <a:rPr lang="en-US" dirty="0" err="1"/>
              <a:t>utama</a:t>
            </a:r>
            <a:r>
              <a:rPr lang="en-US" dirty="0"/>
              <a:t> game, dan button “Restart” </a:t>
            </a:r>
            <a:r>
              <a:rPr lang="en-US" dirty="0" err="1"/>
              <a:t>berfungsi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mengembalikan</a:t>
            </a:r>
            <a:r>
              <a:rPr lang="en-US" dirty="0"/>
              <a:t> </a:t>
            </a:r>
            <a:r>
              <a:rPr lang="en-US" dirty="0" err="1"/>
              <a:t>semua</a:t>
            </a:r>
            <a:r>
              <a:rPr lang="en-US" dirty="0"/>
              <a:t> progress user </a:t>
            </a:r>
            <a:r>
              <a:rPr lang="en-US" dirty="0" err="1"/>
              <a:t>kembali</a:t>
            </a:r>
            <a:r>
              <a:rPr lang="en-US" dirty="0"/>
              <a:t> </a:t>
            </a:r>
            <a:r>
              <a:rPr lang="en-US" dirty="0" err="1"/>
              <a:t>dari</a:t>
            </a:r>
            <a:r>
              <a:rPr lang="en-US" dirty="0"/>
              <a:t> </a:t>
            </a:r>
            <a:r>
              <a:rPr lang="en-US" dirty="0" err="1"/>
              <a:t>awal</a:t>
            </a:r>
            <a:r>
              <a:rPr lang="en-US" dirty="0"/>
              <a:t>.</a:t>
            </a:r>
            <a:endParaRPr lang="id-ID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45CA4EB5-2812-0770-1F79-B9C16BC4D26C}"/>
              </a:ext>
            </a:extLst>
          </p:cNvPr>
          <p:cNvSpPr txBox="1">
            <a:spLocks/>
          </p:cNvSpPr>
          <p:nvPr/>
        </p:nvSpPr>
        <p:spPr>
          <a:xfrm>
            <a:off x="704148" y="1063615"/>
            <a:ext cx="2293434" cy="3300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35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r>
              <a:rPr lang="en-US" sz="2000" b="1" dirty="0"/>
              <a:t>Game Over</a:t>
            </a:r>
            <a:endParaRPr lang="id-ID" sz="2000" b="1" dirty="0"/>
          </a:p>
        </p:txBody>
      </p:sp>
    </p:spTree>
    <p:extLst>
      <p:ext uri="{BB962C8B-B14F-4D97-AF65-F5344CB8AC3E}">
        <p14:creationId xmlns:p14="http://schemas.microsoft.com/office/powerpoint/2010/main" val="303702504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A5D9D9-7645-DD97-7D48-1730876485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82756C-B640-786B-C960-477E40544E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37156" y="156953"/>
            <a:ext cx="1669687" cy="829200"/>
          </a:xfrm>
        </p:spPr>
        <p:txBody>
          <a:bodyPr/>
          <a:lstStyle/>
          <a:p>
            <a:r>
              <a:rPr lang="en-US" sz="3600" b="1" dirty="0"/>
              <a:t>UI / UX</a:t>
            </a:r>
            <a:endParaRPr lang="id-ID" sz="3600" b="1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E6ACDB-8EC5-A819-A810-45BE43F498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90582" y="2686444"/>
            <a:ext cx="4112855" cy="1482009"/>
          </a:xfrm>
        </p:spPr>
        <p:txBody>
          <a:bodyPr/>
          <a:lstStyle/>
          <a:p>
            <a:pPr marL="127000" indent="0">
              <a:buNone/>
            </a:pPr>
            <a:r>
              <a:rPr lang="en-US" dirty="0"/>
              <a:t>Pada Route Map UI, </a:t>
            </a:r>
            <a:r>
              <a:rPr lang="en-US" dirty="0" err="1"/>
              <a:t>terdapat</a:t>
            </a:r>
            <a:r>
              <a:rPr lang="en-US" dirty="0"/>
              <a:t> button-button yang </a:t>
            </a:r>
            <a:r>
              <a:rPr lang="en-US" dirty="0" err="1"/>
              <a:t>berfungsi</a:t>
            </a:r>
            <a:r>
              <a:rPr lang="en-US" dirty="0"/>
              <a:t> agar user </a:t>
            </a:r>
            <a:r>
              <a:rPr lang="en-US" dirty="0" err="1"/>
              <a:t>dapat</a:t>
            </a:r>
            <a:r>
              <a:rPr lang="en-US" dirty="0"/>
              <a:t> </a:t>
            </a:r>
            <a:r>
              <a:rPr lang="en-US" dirty="0" err="1"/>
              <a:t>memilih</a:t>
            </a:r>
            <a:r>
              <a:rPr lang="en-US" dirty="0"/>
              <a:t> stage yang </a:t>
            </a:r>
            <a:r>
              <a:rPr lang="en-US" dirty="0" err="1"/>
              <a:t>akan</a:t>
            </a:r>
            <a:r>
              <a:rPr lang="en-US" dirty="0"/>
              <a:t> </a:t>
            </a:r>
            <a:r>
              <a:rPr lang="en-US" dirty="0" err="1"/>
              <a:t>dimainkan</a:t>
            </a:r>
            <a:r>
              <a:rPr lang="en-US" dirty="0"/>
              <a:t>.</a:t>
            </a:r>
            <a:endParaRPr lang="id-ID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AE108BEE-A71C-D9E0-AB85-5877BCDBC1AA}"/>
              </a:ext>
            </a:extLst>
          </p:cNvPr>
          <p:cNvSpPr txBox="1">
            <a:spLocks/>
          </p:cNvSpPr>
          <p:nvPr/>
        </p:nvSpPr>
        <p:spPr>
          <a:xfrm>
            <a:off x="309384" y="1173618"/>
            <a:ext cx="2293434" cy="3300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35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r>
              <a:rPr lang="en-US" sz="2000" b="1" dirty="0"/>
              <a:t>Route Map</a:t>
            </a:r>
            <a:endParaRPr lang="id-ID" sz="20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BB26890-2C02-065C-FE17-3F54E5EC5D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582" y="1574103"/>
            <a:ext cx="4321088" cy="104189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44AC38C-C2F2-4F81-FCE9-846BF1CB0B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2912" y="1580635"/>
            <a:ext cx="4321088" cy="1035363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3F23D406-2D2F-1C49-DF74-F6FA9E427BC7}"/>
              </a:ext>
            </a:extLst>
          </p:cNvPr>
          <p:cNvSpPr txBox="1">
            <a:spLocks/>
          </p:cNvSpPr>
          <p:nvPr/>
        </p:nvSpPr>
        <p:spPr>
          <a:xfrm>
            <a:off x="4822912" y="1178469"/>
            <a:ext cx="2293434" cy="3300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35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r>
              <a:rPr lang="en-US" sz="2000" b="1" dirty="0"/>
              <a:t>Route Confirm</a:t>
            </a:r>
            <a:endParaRPr lang="id-ID" sz="2000" b="1" dirty="0"/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271DFA9A-E797-3B30-9780-D7A49C858FD3}"/>
              </a:ext>
            </a:extLst>
          </p:cNvPr>
          <p:cNvSpPr txBox="1">
            <a:spLocks/>
          </p:cNvSpPr>
          <p:nvPr/>
        </p:nvSpPr>
        <p:spPr>
          <a:xfrm>
            <a:off x="5610153" y="2686443"/>
            <a:ext cx="3196963" cy="1482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27000" indent="0">
              <a:buFont typeface="Maven Pro"/>
              <a:buNone/>
            </a:pPr>
            <a:r>
              <a:rPr lang="en-US" dirty="0"/>
              <a:t>Pada Route Confirm UI, </a:t>
            </a:r>
            <a:r>
              <a:rPr lang="en-US" dirty="0" err="1"/>
              <a:t>terdapat</a:t>
            </a:r>
            <a:r>
              <a:rPr lang="en-US" dirty="0"/>
              <a:t> </a:t>
            </a:r>
            <a:r>
              <a:rPr lang="en-US" dirty="0" err="1"/>
              <a:t>informasi</a:t>
            </a:r>
            <a:r>
              <a:rPr lang="en-US" dirty="0"/>
              <a:t> </a:t>
            </a:r>
            <a:r>
              <a:rPr lang="en-US" dirty="0" err="1"/>
              <a:t>tentang</a:t>
            </a:r>
            <a:r>
              <a:rPr lang="en-US" dirty="0"/>
              <a:t> stage yang </a:t>
            </a:r>
            <a:r>
              <a:rPr lang="en-US" dirty="0" err="1"/>
              <a:t>dipilih</a:t>
            </a:r>
            <a:r>
              <a:rPr lang="en-US" dirty="0"/>
              <a:t> oleh user, </a:t>
            </a:r>
            <a:r>
              <a:rPr lang="en-US" dirty="0" err="1"/>
              <a:t>sedangkan</a:t>
            </a:r>
            <a:r>
              <a:rPr lang="en-US" dirty="0"/>
              <a:t> button “Confirm” yang </a:t>
            </a:r>
            <a:r>
              <a:rPr lang="en-US" dirty="0" err="1"/>
              <a:t>berfungsi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mengarahkan</a:t>
            </a:r>
            <a:r>
              <a:rPr lang="en-US" dirty="0"/>
              <a:t> user </a:t>
            </a:r>
            <a:r>
              <a:rPr lang="en-US" dirty="0" err="1"/>
              <a:t>ke</a:t>
            </a:r>
            <a:r>
              <a:rPr lang="en-US" dirty="0"/>
              <a:t> </a:t>
            </a:r>
            <a:r>
              <a:rPr lang="en-US" dirty="0" err="1"/>
              <a:t>dalam</a:t>
            </a:r>
            <a:r>
              <a:rPr lang="en-US" dirty="0"/>
              <a:t> stage yang </a:t>
            </a:r>
            <a:r>
              <a:rPr lang="en-US" dirty="0" err="1"/>
              <a:t>dipilih</a:t>
            </a:r>
            <a:r>
              <a:rPr lang="en-US" dirty="0"/>
              <a:t> oleh user.</a:t>
            </a:r>
            <a:endParaRPr lang="id-ID" dirty="0"/>
          </a:p>
        </p:txBody>
      </p:sp>
    </p:spTree>
    <p:extLst>
      <p:ext uri="{BB962C8B-B14F-4D97-AF65-F5344CB8AC3E}">
        <p14:creationId xmlns:p14="http://schemas.microsoft.com/office/powerpoint/2010/main" val="196377569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2A76D4-7614-E74C-A2B1-09A403CA19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25927E0-F962-0914-70E5-4016ACE9A8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148" y="1471116"/>
            <a:ext cx="4263973" cy="240217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5A0E810-2037-BFDD-C755-41EE2E1002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37156" y="156953"/>
            <a:ext cx="1669687" cy="829200"/>
          </a:xfrm>
        </p:spPr>
        <p:txBody>
          <a:bodyPr/>
          <a:lstStyle/>
          <a:p>
            <a:r>
              <a:rPr lang="en-US" sz="3600" b="1" dirty="0"/>
              <a:t>UI / UX</a:t>
            </a:r>
            <a:endParaRPr lang="id-ID" sz="3600" b="1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90AD9E-98AE-1BED-E8B8-33AE70EC39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23717" y="1730912"/>
            <a:ext cx="3216135" cy="1681675"/>
          </a:xfrm>
        </p:spPr>
        <p:txBody>
          <a:bodyPr/>
          <a:lstStyle/>
          <a:p>
            <a:pPr marL="127000" indent="0">
              <a:buNone/>
            </a:pPr>
            <a:r>
              <a:rPr lang="en-US" dirty="0"/>
              <a:t>Pada GUI Exit, </a:t>
            </a:r>
            <a:r>
              <a:rPr lang="en-US" dirty="0" err="1"/>
              <a:t>terdapat</a:t>
            </a:r>
            <a:r>
              <a:rPr lang="en-US" dirty="0"/>
              <a:t> menu </a:t>
            </a:r>
            <a:r>
              <a:rPr lang="en-US" dirty="0" err="1"/>
              <a:t>konfirmasi</a:t>
            </a:r>
            <a:r>
              <a:rPr lang="en-US" dirty="0"/>
              <a:t> yang </a:t>
            </a:r>
            <a:r>
              <a:rPr lang="en-US" dirty="0" err="1"/>
              <a:t>memiliki</a:t>
            </a:r>
            <a:r>
              <a:rPr lang="en-US" dirty="0"/>
              <a:t> button “Yes” dan “No”, </a:t>
            </a:r>
            <a:r>
              <a:rPr lang="en-US" dirty="0" err="1"/>
              <a:t>apabila</a:t>
            </a:r>
            <a:r>
              <a:rPr lang="en-US" dirty="0"/>
              <a:t> button “No” </a:t>
            </a:r>
            <a:r>
              <a:rPr lang="en-US" dirty="0" err="1"/>
              <a:t>dipilih</a:t>
            </a:r>
            <a:r>
              <a:rPr lang="en-US" dirty="0"/>
              <a:t>, </a:t>
            </a:r>
            <a:r>
              <a:rPr lang="en-US" dirty="0" err="1"/>
              <a:t>maka</a:t>
            </a:r>
            <a:r>
              <a:rPr lang="en-US" dirty="0"/>
              <a:t> user </a:t>
            </a:r>
            <a:r>
              <a:rPr lang="en-US" dirty="0" err="1"/>
              <a:t>dikembalikan</a:t>
            </a:r>
            <a:r>
              <a:rPr lang="en-US" dirty="0"/>
              <a:t> </a:t>
            </a:r>
            <a:r>
              <a:rPr lang="en-US" dirty="0" err="1"/>
              <a:t>ke</a:t>
            </a:r>
            <a:r>
              <a:rPr lang="en-US" dirty="0"/>
              <a:t> pause menu, </a:t>
            </a:r>
            <a:r>
              <a:rPr lang="en-US" dirty="0" err="1"/>
              <a:t>sedangkan</a:t>
            </a:r>
            <a:r>
              <a:rPr lang="en-US" dirty="0"/>
              <a:t> </a:t>
            </a:r>
            <a:r>
              <a:rPr lang="en-US" dirty="0" err="1"/>
              <a:t>apabila</a:t>
            </a:r>
            <a:r>
              <a:rPr lang="en-US" dirty="0"/>
              <a:t> button “Yes” </a:t>
            </a:r>
            <a:r>
              <a:rPr lang="en-US" dirty="0" err="1"/>
              <a:t>dipilih</a:t>
            </a:r>
            <a:r>
              <a:rPr lang="en-US" dirty="0"/>
              <a:t>, </a:t>
            </a:r>
            <a:r>
              <a:rPr lang="en-US" dirty="0" err="1"/>
              <a:t>maka</a:t>
            </a:r>
            <a:r>
              <a:rPr lang="en-US" dirty="0"/>
              <a:t> user </a:t>
            </a:r>
            <a:r>
              <a:rPr lang="en-US" dirty="0" err="1"/>
              <a:t>dikembalikan</a:t>
            </a:r>
            <a:r>
              <a:rPr lang="en-US" dirty="0"/>
              <a:t> </a:t>
            </a:r>
            <a:r>
              <a:rPr lang="en-US" dirty="0" err="1"/>
              <a:t>ke</a:t>
            </a:r>
            <a:r>
              <a:rPr lang="en-US" dirty="0"/>
              <a:t> menu </a:t>
            </a:r>
            <a:r>
              <a:rPr lang="en-US" dirty="0" err="1"/>
              <a:t>utama</a:t>
            </a:r>
            <a:r>
              <a:rPr lang="en-US" dirty="0"/>
              <a:t> game.</a:t>
            </a:r>
            <a:endParaRPr lang="id-ID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58A747E2-EE0C-AB0E-A9B2-248435C68D3F}"/>
              </a:ext>
            </a:extLst>
          </p:cNvPr>
          <p:cNvSpPr txBox="1">
            <a:spLocks/>
          </p:cNvSpPr>
          <p:nvPr/>
        </p:nvSpPr>
        <p:spPr>
          <a:xfrm>
            <a:off x="704148" y="1063615"/>
            <a:ext cx="2293434" cy="3300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35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r>
              <a:rPr lang="en-US" sz="2000" b="1" dirty="0"/>
              <a:t>GUI Exit</a:t>
            </a:r>
            <a:endParaRPr lang="id-ID" sz="2000" b="1" dirty="0"/>
          </a:p>
        </p:txBody>
      </p:sp>
    </p:spTree>
    <p:extLst>
      <p:ext uri="{BB962C8B-B14F-4D97-AF65-F5344CB8AC3E}">
        <p14:creationId xmlns:p14="http://schemas.microsoft.com/office/powerpoint/2010/main" val="291850014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5FA5AE-032D-C66D-D833-7512A53C43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4DDA50D-822C-4BFE-FA42-B7CD66BE1F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148" y="1471117"/>
            <a:ext cx="4263973" cy="238445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870D818-B692-BD8F-2FE4-CA2E19DC7C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37156" y="156953"/>
            <a:ext cx="1669687" cy="829200"/>
          </a:xfrm>
        </p:spPr>
        <p:txBody>
          <a:bodyPr/>
          <a:lstStyle/>
          <a:p>
            <a:r>
              <a:rPr lang="en-US" sz="3600" b="1" dirty="0"/>
              <a:t>UI / UX</a:t>
            </a:r>
            <a:endParaRPr lang="id-ID" sz="3600" b="1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E9B9543-7917-1CF3-640D-514AA96EB2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23717" y="2274052"/>
            <a:ext cx="3216135" cy="595396"/>
          </a:xfrm>
        </p:spPr>
        <p:txBody>
          <a:bodyPr/>
          <a:lstStyle/>
          <a:p>
            <a:pPr marL="127000" indent="0">
              <a:buNone/>
            </a:pPr>
            <a:r>
              <a:rPr lang="en-US" dirty="0"/>
              <a:t>Pada NPC Dialog UI, </a:t>
            </a:r>
            <a:r>
              <a:rPr lang="en-US" dirty="0" err="1"/>
              <a:t>terdapat</a:t>
            </a:r>
            <a:r>
              <a:rPr lang="en-US" dirty="0"/>
              <a:t> chat bar yang </a:t>
            </a:r>
            <a:r>
              <a:rPr lang="en-US" dirty="0" err="1"/>
              <a:t>merupakan</a:t>
            </a:r>
            <a:r>
              <a:rPr lang="en-US" dirty="0"/>
              <a:t> dialog </a:t>
            </a:r>
            <a:r>
              <a:rPr lang="en-US" dirty="0" err="1"/>
              <a:t>dari</a:t>
            </a:r>
            <a:r>
              <a:rPr lang="en-US" dirty="0"/>
              <a:t> NPC.</a:t>
            </a:r>
            <a:endParaRPr lang="id-ID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F11E1D66-1CBC-5B97-53C8-633309D43B1E}"/>
              </a:ext>
            </a:extLst>
          </p:cNvPr>
          <p:cNvSpPr txBox="1">
            <a:spLocks/>
          </p:cNvSpPr>
          <p:nvPr/>
        </p:nvSpPr>
        <p:spPr>
          <a:xfrm>
            <a:off x="704148" y="1063615"/>
            <a:ext cx="2293434" cy="3300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35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r>
              <a:rPr lang="en-US" sz="2000" b="1" dirty="0"/>
              <a:t>NPC Dialog</a:t>
            </a:r>
            <a:endParaRPr lang="id-ID" sz="2000" b="1" dirty="0"/>
          </a:p>
        </p:txBody>
      </p:sp>
    </p:spTree>
    <p:extLst>
      <p:ext uri="{BB962C8B-B14F-4D97-AF65-F5344CB8AC3E}">
        <p14:creationId xmlns:p14="http://schemas.microsoft.com/office/powerpoint/2010/main" val="229940346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5E4F2D-7270-3779-1DB3-6037A73D78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8874" y="200381"/>
            <a:ext cx="4356900" cy="829200"/>
          </a:xfrm>
        </p:spPr>
        <p:txBody>
          <a:bodyPr/>
          <a:lstStyle/>
          <a:p>
            <a:r>
              <a:rPr lang="en-US" dirty="0"/>
              <a:t>Hierarchy of Challenge</a:t>
            </a:r>
            <a:endParaRPr lang="id-ID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CDDB8D-B22B-27B4-6D09-1939B41B89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08874" y="1068655"/>
            <a:ext cx="5875249" cy="2772876"/>
          </a:xfrm>
        </p:spPr>
        <p:txBody>
          <a:bodyPr/>
          <a:lstStyle/>
          <a:p>
            <a:pPr marL="127000" indent="0">
              <a:buNone/>
            </a:pPr>
            <a:r>
              <a:rPr lang="id-ID" dirty="0"/>
              <a:t>Masuk Area 1 - 3</a:t>
            </a:r>
          </a:p>
          <a:p>
            <a:pPr marL="127000" indent="0">
              <a:buNone/>
            </a:pPr>
            <a:r>
              <a:rPr lang="id-ID" dirty="0"/>
              <a:t>        Ambil </a:t>
            </a:r>
            <a:r>
              <a:rPr lang="id-ID" dirty="0" err="1"/>
              <a:t>quest</a:t>
            </a:r>
            <a:r>
              <a:rPr lang="id-ID" dirty="0"/>
              <a:t> </a:t>
            </a:r>
            <a:r>
              <a:rPr lang="id-ID" dirty="0" err="1"/>
              <a:t>npc</a:t>
            </a:r>
            <a:endParaRPr lang="id-ID" dirty="0"/>
          </a:p>
          <a:p>
            <a:pPr marL="127000" indent="0">
              <a:buNone/>
            </a:pPr>
            <a:r>
              <a:rPr lang="id-ID" dirty="0"/>
              <a:t>            Melewati 4 </a:t>
            </a:r>
            <a:r>
              <a:rPr lang="id-ID" dirty="0" err="1"/>
              <a:t>stage</a:t>
            </a:r>
            <a:endParaRPr lang="id-ID" dirty="0"/>
          </a:p>
          <a:p>
            <a:pPr marL="127000" indent="0">
              <a:buNone/>
            </a:pPr>
            <a:r>
              <a:rPr lang="id-ID" dirty="0"/>
              <a:t>        Mengalahkan monster sepanjang jalan</a:t>
            </a:r>
          </a:p>
          <a:p>
            <a:pPr marL="127000" indent="0">
              <a:buNone/>
            </a:pPr>
            <a:r>
              <a:rPr lang="id-ID" dirty="0"/>
              <a:t>    Melawan </a:t>
            </a:r>
            <a:r>
              <a:rPr lang="id-ID" dirty="0" err="1"/>
              <a:t>boss</a:t>
            </a:r>
            <a:r>
              <a:rPr lang="id-ID" dirty="0"/>
              <a:t> area 3</a:t>
            </a:r>
          </a:p>
          <a:p>
            <a:pPr marL="127000" indent="0">
              <a:buNone/>
            </a:pPr>
            <a:r>
              <a:rPr lang="id-ID" dirty="0"/>
              <a:t>Beristirahat pada </a:t>
            </a:r>
            <a:r>
              <a:rPr lang="id-ID" dirty="0" err="1"/>
              <a:t>rest</a:t>
            </a:r>
            <a:r>
              <a:rPr lang="id-ID" dirty="0"/>
              <a:t> stop dan </a:t>
            </a:r>
            <a:r>
              <a:rPr lang="id-ID" dirty="0" err="1"/>
              <a:t>upgrade</a:t>
            </a:r>
            <a:r>
              <a:rPr lang="id-ID" dirty="0"/>
              <a:t> </a:t>
            </a:r>
            <a:r>
              <a:rPr lang="id-ID" dirty="0" err="1"/>
              <a:t>gear</a:t>
            </a:r>
            <a:endParaRPr lang="id-ID" dirty="0"/>
          </a:p>
          <a:p>
            <a:pPr marL="127000" indent="0">
              <a:buNone/>
            </a:pPr>
            <a:endParaRPr lang="id-ID" dirty="0"/>
          </a:p>
          <a:p>
            <a:pPr marL="127000" indent="0">
              <a:buNone/>
            </a:pPr>
            <a:r>
              <a:rPr lang="id-ID" dirty="0"/>
              <a:t>Masuk Area 4 Final</a:t>
            </a:r>
          </a:p>
          <a:p>
            <a:pPr marL="127000" indent="0">
              <a:buNone/>
            </a:pPr>
            <a:r>
              <a:rPr lang="id-ID" dirty="0"/>
              <a:t>    Melewati 4 </a:t>
            </a:r>
            <a:r>
              <a:rPr lang="id-ID" dirty="0" err="1"/>
              <a:t>stage</a:t>
            </a:r>
            <a:endParaRPr lang="id-ID" dirty="0"/>
          </a:p>
          <a:p>
            <a:pPr marL="127000" indent="0">
              <a:buNone/>
            </a:pPr>
            <a:r>
              <a:rPr lang="id-ID" dirty="0"/>
              <a:t>        Mengalahkan monster sepanjang jalan</a:t>
            </a:r>
          </a:p>
          <a:p>
            <a:pPr marL="127000" indent="0">
              <a:buNone/>
            </a:pPr>
            <a:r>
              <a:rPr lang="id-ID" dirty="0"/>
              <a:t>    Melawan </a:t>
            </a:r>
            <a:r>
              <a:rPr lang="id-ID" dirty="0" err="1"/>
              <a:t>boss</a:t>
            </a:r>
            <a:r>
              <a:rPr lang="id-ID" dirty="0"/>
              <a:t> akhir</a:t>
            </a:r>
          </a:p>
          <a:p>
            <a:pPr marL="127000" indent="0">
              <a:buNone/>
            </a:pPr>
            <a:r>
              <a:rPr lang="id-ID" dirty="0"/>
              <a:t>Ending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D530916-CB9C-2954-0A4A-F7868A0732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5842" y="1029581"/>
            <a:ext cx="2849058" cy="3038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575936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dk2"/>
            </a:gs>
            <a:gs pos="24000">
              <a:schemeClr val="dk2"/>
            </a:gs>
            <a:gs pos="56000">
              <a:schemeClr val="dk2"/>
            </a:gs>
            <a:gs pos="100000">
              <a:srgbClr val="141C21"/>
            </a:gs>
          </a:gsLst>
          <a:lin ang="5400700" scaled="0"/>
        </a:gradFill>
        <a:effectLst/>
      </p:bgPr>
    </p:bg>
    <p:spTree>
      <p:nvGrpSpPr>
        <p:cNvPr id="1" name="Shape 1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0" name="Google Shape;1510;p59"/>
          <p:cNvSpPr txBox="1">
            <a:spLocks noGrp="1"/>
          </p:cNvSpPr>
          <p:nvPr>
            <p:ph type="title"/>
          </p:nvPr>
        </p:nvSpPr>
        <p:spPr>
          <a:xfrm>
            <a:off x="1500200" y="1693000"/>
            <a:ext cx="5612700" cy="167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THANKS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uper Pixel Vintage Gaming by Slidesgo">
  <a:themeElements>
    <a:clrScheme name="Simple Light">
      <a:dk1>
        <a:srgbClr val="FFFF00"/>
      </a:dk1>
      <a:lt1>
        <a:srgbClr val="FFFFFF"/>
      </a:lt1>
      <a:dk2>
        <a:srgbClr val="0E2433"/>
      </a:dk2>
      <a:lt2>
        <a:srgbClr val="45B6FE"/>
      </a:lt2>
      <a:accent1>
        <a:srgbClr val="3792CB"/>
      </a:accent1>
      <a:accent2>
        <a:srgbClr val="296D98"/>
      </a:accent2>
      <a:accent3>
        <a:srgbClr val="1C4966"/>
      </a:accent3>
      <a:accent4>
        <a:srgbClr val="000000"/>
      </a:accent4>
      <a:accent5>
        <a:srgbClr val="0E2433"/>
      </a:accent5>
      <a:accent6>
        <a:srgbClr val="45B6FE"/>
      </a:accent6>
      <a:hlink>
        <a:srgbClr val="FFFF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609</TotalTime>
  <Words>2576</Words>
  <Application>Microsoft Office PowerPoint</Application>
  <PresentationFormat>On-screen Show (16:9)</PresentationFormat>
  <Paragraphs>274</Paragraphs>
  <Slides>39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8" baseType="lpstr">
      <vt:lpstr>Aptos</vt:lpstr>
      <vt:lpstr>Arial</vt:lpstr>
      <vt:lpstr>LilyUPC</vt:lpstr>
      <vt:lpstr>Maven Pro</vt:lpstr>
      <vt:lpstr>Muli</vt:lpstr>
      <vt:lpstr>Press Start 2P</vt:lpstr>
      <vt:lpstr>Roboto</vt:lpstr>
      <vt:lpstr>Wingdings</vt:lpstr>
      <vt:lpstr>Super Pixel Vintage Gaming by Slidesgo</vt:lpstr>
      <vt:lpstr>PROYEK GAME PROG</vt:lpstr>
      <vt:lpstr>Analisa</vt:lpstr>
      <vt:lpstr>Analisa</vt:lpstr>
      <vt:lpstr>Analisa</vt:lpstr>
      <vt:lpstr>Back Story</vt:lpstr>
      <vt:lpstr>Lanjutan Back Story</vt:lpstr>
      <vt:lpstr>Game Endings</vt:lpstr>
      <vt:lpstr> Emerald Kingdom</vt:lpstr>
      <vt:lpstr>Ruby Kingdom</vt:lpstr>
      <vt:lpstr>Sapphire Kingdom</vt:lpstr>
      <vt:lpstr>Brave Knight</vt:lpstr>
      <vt:lpstr>Persistent Samurai</vt:lpstr>
      <vt:lpstr>Wise Mage</vt:lpstr>
      <vt:lpstr>Plains Wilderness</vt:lpstr>
      <vt:lpstr>Forest</vt:lpstr>
      <vt:lpstr>Molten Cave </vt:lpstr>
      <vt:lpstr>Frozen Core</vt:lpstr>
      <vt:lpstr>Illusive Desert</vt:lpstr>
      <vt:lpstr>Ruins of Obsidian Kingdom</vt:lpstr>
      <vt:lpstr>NPC </vt:lpstr>
      <vt:lpstr> Common Enemies</vt:lpstr>
      <vt:lpstr> Common Enemies</vt:lpstr>
      <vt:lpstr> Common Enemies</vt:lpstr>
      <vt:lpstr> Elite/Mini Bosses</vt:lpstr>
      <vt:lpstr> Elite/Mini Bosses</vt:lpstr>
      <vt:lpstr>Bosses</vt:lpstr>
      <vt:lpstr>Bosses</vt:lpstr>
      <vt:lpstr>UI / UX</vt:lpstr>
      <vt:lpstr>UI / UX</vt:lpstr>
      <vt:lpstr>UI / UX</vt:lpstr>
      <vt:lpstr>UI / UX</vt:lpstr>
      <vt:lpstr>UI / UX</vt:lpstr>
      <vt:lpstr>UI / UX</vt:lpstr>
      <vt:lpstr>UI / UX</vt:lpstr>
      <vt:lpstr>UI / UX</vt:lpstr>
      <vt:lpstr>UI / UX</vt:lpstr>
      <vt:lpstr>UI / UX</vt:lpstr>
      <vt:lpstr>Hierarchy of Challenge</vt:lpstr>
      <vt:lpstr>THANKS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reykamadjaya@gmail.com</cp:lastModifiedBy>
  <cp:revision>38</cp:revision>
  <dcterms:modified xsi:type="dcterms:W3CDTF">2025-04-08T02:56:00Z</dcterms:modified>
</cp:coreProperties>
</file>