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2"/>
  </p:notesMasterIdLst>
  <p:sldIdLst>
    <p:sldId id="256" r:id="rId2"/>
    <p:sldId id="257" r:id="rId3"/>
    <p:sldId id="258" r:id="rId4"/>
    <p:sldId id="292" r:id="rId5"/>
    <p:sldId id="293" r:id="rId6"/>
    <p:sldId id="268" r:id="rId7"/>
    <p:sldId id="294" r:id="rId8"/>
    <p:sldId id="295" r:id="rId9"/>
    <p:sldId id="259" r:id="rId10"/>
    <p:sldId id="296" r:id="rId11"/>
    <p:sldId id="260" r:id="rId12"/>
    <p:sldId id="297" r:id="rId13"/>
    <p:sldId id="298" r:id="rId14"/>
    <p:sldId id="299" r:id="rId15"/>
    <p:sldId id="300" r:id="rId16"/>
    <p:sldId id="301" r:id="rId17"/>
    <p:sldId id="302" r:id="rId18"/>
    <p:sldId id="303" r:id="rId19"/>
    <p:sldId id="261" r:id="rId20"/>
    <p:sldId id="282" r:id="rId21"/>
  </p:sldIdLst>
  <p:sldSz cx="9144000" cy="5143500" type="screen16x9"/>
  <p:notesSz cx="6858000" cy="9144000"/>
  <p:embeddedFontLst>
    <p:embeddedFont>
      <p:font typeface="Maven Pro" panose="020B0604020202020204" charset="0"/>
      <p:regular r:id="rId23"/>
      <p:bold r:id="rId24"/>
    </p:embeddedFont>
    <p:embeddedFont>
      <p:font typeface="Press Start 2P" panose="020B0604020202020204" charset="0"/>
      <p:regular r:id="rId25"/>
    </p:embeddedFont>
    <p:embeddedFont>
      <p:font typeface="Roboto" panose="020000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 varScale="1">
        <p:scale>
          <a:sx n="132" d="100"/>
          <a:sy n="132" d="100"/>
        </p:scale>
        <p:origin x="5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8D5C2B39-7D67-0C9F-D10E-FAC319DE9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44FAA87-EB8D-B683-D13D-0A5B6A390C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49CA25D5-EE55-2ECA-B300-EB3463AE9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9171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1E0E02F3-2B7D-83B7-6702-E35FDE539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1EE6E9C-7BEC-FFEB-5AED-52042D31BC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CF6C75C-A35B-8DC8-4583-D08C693417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7562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092AFEBC-C2C0-AAE3-3923-ED9F5B07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FC41A422-9A5C-A5F6-146C-DDFE8156D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5197E18-A563-CE83-1E79-CFB529BB5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50297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C5418E-35B7-7D70-AC09-51BA0659C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0C2D996-23C7-EECF-73F0-14D7B54A8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5C2A706F-0516-AC84-F315-4ACBA45E0C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4948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54376D2-DD7C-948C-4B8A-DDF132016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33E09D3-4115-C536-C439-C7C52E1135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CE29DCE-49E7-8EEF-08D9-D41AC586BB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84604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9"/>
          <p:cNvSpPr/>
          <p:nvPr/>
        </p:nvSpPr>
        <p:spPr>
          <a:xfrm>
            <a:off x="72" y="3026311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89787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1179502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72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9"/>
          <p:cNvSpPr/>
          <p:nvPr/>
        </p:nvSpPr>
        <p:spPr>
          <a:xfrm>
            <a:off x="590674" y="1821085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590700" y="242411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590807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/>
          <p:nvPr/>
        </p:nvSpPr>
        <p:spPr>
          <a:xfrm>
            <a:off x="1180568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1181256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9"/>
          <p:cNvSpPr/>
          <p:nvPr/>
        </p:nvSpPr>
        <p:spPr>
          <a:xfrm>
            <a:off x="7668397" y="3026311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8258112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9"/>
          <p:cNvSpPr/>
          <p:nvPr/>
        </p:nvSpPr>
        <p:spPr>
          <a:xfrm>
            <a:off x="8847827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8848597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9"/>
          <p:cNvSpPr/>
          <p:nvPr/>
        </p:nvSpPr>
        <p:spPr>
          <a:xfrm>
            <a:off x="8258999" y="1821085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8259025" y="242411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9"/>
          <p:cNvSpPr/>
          <p:nvPr/>
        </p:nvSpPr>
        <p:spPr>
          <a:xfrm>
            <a:off x="7668912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8259132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669025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8" r:id="rId7"/>
    <p:sldLayoutId id="2147483659" r:id="rId8"/>
    <p:sldLayoutId id="2147483663" r:id="rId9"/>
    <p:sldLayoutId id="214748367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14923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GAME PROG</a:t>
            </a:r>
            <a:endParaRPr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373819" y="2097535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PIXEL GUARDIAN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 Story</a:t>
            </a:r>
            <a:endParaRPr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1093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tanah</a:t>
            </a:r>
            <a:r>
              <a:rPr lang="en-ID" dirty="0"/>
              <a:t> Astoria,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makmur</a:t>
            </a:r>
            <a:r>
              <a:rPr lang="en-ID" dirty="0"/>
              <a:t> yang </a:t>
            </a:r>
            <a:r>
              <a:rPr lang="en-ID" dirty="0" err="1"/>
              <a:t>diberkati</a:t>
            </a:r>
            <a:r>
              <a:rPr lang="en-ID" dirty="0"/>
              <a:t> oleh para </a:t>
            </a:r>
            <a:r>
              <a:rPr lang="en-ID" dirty="0" err="1"/>
              <a:t>dewa</a:t>
            </a:r>
            <a:r>
              <a:rPr lang="en-ID" dirty="0"/>
              <a:t>, </a:t>
            </a:r>
            <a:r>
              <a:rPr lang="en-ID" dirty="0" err="1"/>
              <a:t>muncul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timur</a:t>
            </a:r>
            <a:r>
              <a:rPr lang="en-ID" dirty="0"/>
              <a:t>: Kerajaan </a:t>
            </a:r>
            <a:r>
              <a:rPr lang="en-ID" dirty="0" err="1"/>
              <a:t>Zephiron</a:t>
            </a:r>
            <a:r>
              <a:rPr lang="en-ID" dirty="0"/>
              <a:t> yang </a:t>
            </a:r>
            <a:r>
              <a:rPr lang="en-ID" dirty="0" err="1"/>
              <a:t>haus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darah</a:t>
            </a:r>
            <a:r>
              <a:rPr lang="en-ID" dirty="0"/>
              <a:t> dan </a:t>
            </a:r>
            <a:r>
              <a:rPr lang="en-ID" dirty="0" err="1"/>
              <a:t>kekuasaan</a:t>
            </a:r>
            <a:r>
              <a:rPr lang="en-ID" dirty="0"/>
              <a:t>. King Bob dan </a:t>
            </a:r>
            <a:r>
              <a:rPr lang="en-ID" dirty="0" err="1"/>
              <a:t>putranya</a:t>
            </a:r>
            <a:r>
              <a:rPr lang="en-ID" dirty="0"/>
              <a:t>, King Bob Jr.,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mereka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ekspansi</a:t>
            </a:r>
            <a:r>
              <a:rPr lang="en-ID" dirty="0"/>
              <a:t> brutal, </a:t>
            </a:r>
            <a:r>
              <a:rPr lang="en-ID" dirty="0" err="1"/>
              <a:t>menghancurkan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demi </a:t>
            </a:r>
            <a:r>
              <a:rPr lang="en-ID" dirty="0" err="1"/>
              <a:t>kerajaan</a:t>
            </a:r>
            <a:r>
              <a:rPr lang="en-ID" dirty="0"/>
              <a:t>, </a:t>
            </a:r>
            <a:r>
              <a:rPr lang="en-ID" dirty="0" err="1"/>
              <a:t>termasuk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air para mercenary. Di </a:t>
            </a:r>
            <a:r>
              <a:rPr lang="en-ID" dirty="0" err="1"/>
              <a:t>tengah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tentara</a:t>
            </a:r>
            <a:r>
              <a:rPr lang="en-ID" dirty="0"/>
              <a:t> </a:t>
            </a:r>
            <a:r>
              <a:rPr lang="en-ID" dirty="0" err="1"/>
              <a:t>bayaran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bersatu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membalas</a:t>
            </a:r>
            <a:r>
              <a:rPr lang="en-ID" dirty="0"/>
              <a:t> </a:t>
            </a:r>
            <a:r>
              <a:rPr lang="en-ID" dirty="0" err="1"/>
              <a:t>dendam</a:t>
            </a:r>
            <a:r>
              <a:rPr lang="en-ID" dirty="0"/>
              <a:t> dan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penjajahan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Warrior</a:t>
            </a:r>
            <a:endParaRPr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4" name="Google Shape;984;p35"/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ID" dirty="0"/>
              <a:t>	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mantan</a:t>
            </a:r>
            <a:r>
              <a:rPr lang="en-ID" dirty="0"/>
              <a:t> </a:t>
            </a:r>
            <a:r>
              <a:rPr lang="en-ID" dirty="0" err="1"/>
              <a:t>kapten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Kerajaan </a:t>
            </a:r>
            <a:r>
              <a:rPr lang="en-ID" dirty="0" err="1"/>
              <a:t>Valdor</a:t>
            </a:r>
            <a:r>
              <a:rPr lang="en-ID" dirty="0"/>
              <a:t> yang </a:t>
            </a:r>
            <a:r>
              <a:rPr lang="en-ID" dirty="0" err="1"/>
              <a:t>dihancurkan</a:t>
            </a:r>
            <a:r>
              <a:rPr lang="en-ID" dirty="0"/>
              <a:t> oleh </a:t>
            </a:r>
            <a:r>
              <a:rPr lang="en-ID" dirty="0" err="1"/>
              <a:t>Zephiron</a:t>
            </a:r>
            <a:r>
              <a:rPr lang="en-ID" dirty="0"/>
              <a:t>. </a:t>
            </a:r>
            <a:r>
              <a:rPr lang="en-ID" dirty="0" err="1"/>
              <a:t>Setelah</a:t>
            </a:r>
            <a:r>
              <a:rPr lang="en-ID" dirty="0"/>
              <a:t> </a:t>
            </a:r>
            <a:r>
              <a:rPr lang="en-ID" dirty="0" err="1"/>
              <a:t>melihat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  <a:r>
              <a:rPr lang="en-ID" dirty="0" err="1"/>
              <a:t>airnya</a:t>
            </a:r>
            <a:r>
              <a:rPr lang="en-ID" dirty="0"/>
              <a:t> </a:t>
            </a:r>
            <a:r>
              <a:rPr lang="en-ID" dirty="0" err="1"/>
              <a:t>terbakar</a:t>
            </a:r>
            <a:r>
              <a:rPr lang="en-ID" dirty="0"/>
              <a:t> dan </a:t>
            </a:r>
            <a:r>
              <a:rPr lang="en-ID" dirty="0" err="1"/>
              <a:t>rajanya</a:t>
            </a:r>
            <a:r>
              <a:rPr lang="en-ID" dirty="0"/>
              <a:t> </a:t>
            </a:r>
            <a:r>
              <a:rPr lang="en-ID" dirty="0" err="1"/>
              <a:t>terbunuh</a:t>
            </a:r>
            <a:r>
              <a:rPr lang="en-ID" dirty="0"/>
              <a:t>, Richard </a:t>
            </a:r>
            <a:r>
              <a:rPr lang="en-ID" dirty="0" err="1"/>
              <a:t>bersumpah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membalas</a:t>
            </a:r>
            <a:r>
              <a:rPr lang="en-ID" dirty="0"/>
              <a:t> </a:t>
            </a:r>
            <a:r>
              <a:rPr lang="en-ID" dirty="0" err="1"/>
              <a:t>dendam</a:t>
            </a:r>
            <a:r>
              <a:rPr lang="en-ID" dirty="0"/>
              <a:t>. Kini,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seorang</a:t>
            </a:r>
            <a:r>
              <a:rPr lang="en-ID" dirty="0"/>
              <a:t> mercenary yang </a:t>
            </a:r>
            <a:r>
              <a:rPr lang="en-ID" dirty="0" err="1"/>
              <a:t>berjuang</a:t>
            </a:r>
            <a:r>
              <a:rPr lang="en-ID" dirty="0"/>
              <a:t> </a:t>
            </a:r>
            <a:r>
              <a:rPr lang="en-ID" dirty="0" err="1"/>
              <a:t>melawan</a:t>
            </a:r>
            <a:r>
              <a:rPr lang="en-ID" dirty="0"/>
              <a:t> </a:t>
            </a:r>
            <a:r>
              <a:rPr lang="en-ID" dirty="0" err="1"/>
              <a:t>tirani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segala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yang </a:t>
            </a:r>
            <a:r>
              <a:rPr lang="en-ID" dirty="0" err="1"/>
              <a:t>diperlukan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6D482EF7-EE01-106E-3DA0-BA22CF4B0793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ID" dirty="0"/>
              <a:t>Richard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01BE692-F629-8F76-6F76-B2D0EB356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61" y="3276783"/>
            <a:ext cx="1308227" cy="153158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B7B59D5-F49E-1D73-BA46-A781B60367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65" t="2665" r="1" b="1"/>
          <a:stretch/>
        </p:blipFill>
        <p:spPr>
          <a:xfrm>
            <a:off x="170985" y="3276783"/>
            <a:ext cx="1609610" cy="16096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D9FD826E-0F90-AC00-5045-B31A51496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59FD592-AEDE-CB13-1C18-682669EEFB98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F2E51140-63E7-9796-5297-92C1A7826524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Archer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02896BC-419A-6B35-98F0-0A2FD1D8C8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D0A3BAAE-F2B1-D870-A89E-8900291C3474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ID" dirty="0"/>
              <a:t>	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prajurit</a:t>
            </a:r>
            <a:r>
              <a:rPr lang="en-ID" dirty="0"/>
              <a:t> </a:t>
            </a:r>
            <a:r>
              <a:rPr lang="en-ID" dirty="0" err="1"/>
              <a:t>bayaran</a:t>
            </a:r>
            <a:r>
              <a:rPr lang="en-ID" dirty="0"/>
              <a:t> yang </a:t>
            </a:r>
            <a:r>
              <a:rPr lang="en-ID" dirty="0" err="1"/>
              <a:t>dulunya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</a:t>
            </a:r>
            <a:r>
              <a:rPr lang="en-ID" dirty="0" err="1"/>
              <a:t>Eldoria</a:t>
            </a:r>
            <a:r>
              <a:rPr lang="en-ID" dirty="0"/>
              <a:t>, </a:t>
            </a:r>
            <a:r>
              <a:rPr lang="en-ID" dirty="0" err="1"/>
              <a:t>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Kerajaan </a:t>
            </a:r>
            <a:r>
              <a:rPr lang="en-ID" dirty="0" err="1"/>
              <a:t>Valdor</a:t>
            </a:r>
            <a:r>
              <a:rPr lang="en-ID" dirty="0"/>
              <a:t>. Saat </a:t>
            </a:r>
            <a:r>
              <a:rPr lang="en-ID" dirty="0" err="1"/>
              <a:t>Zephiron</a:t>
            </a:r>
            <a:r>
              <a:rPr lang="en-ID" dirty="0"/>
              <a:t> </a:t>
            </a:r>
            <a:r>
              <a:rPr lang="en-ID" dirty="0" err="1"/>
              <a:t>menyerang</a:t>
            </a:r>
            <a:r>
              <a:rPr lang="en-ID" dirty="0"/>
              <a:t> dan </a:t>
            </a:r>
            <a:r>
              <a:rPr lang="en-ID" dirty="0" err="1"/>
              <a:t>membakar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</a:t>
            </a:r>
            <a:r>
              <a:rPr lang="en-ID" dirty="0" err="1"/>
              <a:t>suci</a:t>
            </a:r>
            <a:r>
              <a:rPr lang="en-ID" dirty="0"/>
              <a:t>, Reynald </a:t>
            </a:r>
            <a:r>
              <a:rPr lang="en-ID" dirty="0" err="1"/>
              <a:t>kehilangan</a:t>
            </a:r>
            <a:r>
              <a:rPr lang="en-ID" dirty="0"/>
              <a:t> </a:t>
            </a:r>
            <a:r>
              <a:rPr lang="en-ID" dirty="0" err="1"/>
              <a:t>segalanya</a:t>
            </a:r>
            <a:r>
              <a:rPr lang="en-ID" dirty="0"/>
              <a:t>, </a:t>
            </a:r>
            <a:r>
              <a:rPr lang="en-ID" dirty="0" err="1"/>
              <a:t>termasuk</a:t>
            </a:r>
            <a:r>
              <a:rPr lang="en-ID" dirty="0"/>
              <a:t> </a:t>
            </a:r>
            <a:r>
              <a:rPr lang="en-ID" dirty="0" err="1"/>
              <a:t>keluarganya</a:t>
            </a:r>
            <a:r>
              <a:rPr lang="en-ID" dirty="0"/>
              <a:t>. Kini,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bertempur</a:t>
            </a:r>
            <a:r>
              <a:rPr lang="en-ID" dirty="0"/>
              <a:t>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membalas</a:t>
            </a:r>
            <a:r>
              <a:rPr lang="en-ID" dirty="0"/>
              <a:t> </a:t>
            </a:r>
            <a:r>
              <a:rPr lang="en-ID" dirty="0" err="1"/>
              <a:t>dendam</a:t>
            </a:r>
            <a:r>
              <a:rPr lang="en-ID" dirty="0"/>
              <a:t>, </a:t>
            </a:r>
            <a:r>
              <a:rPr lang="en-ID" dirty="0" err="1"/>
              <a:t>tetapi</a:t>
            </a:r>
            <a:r>
              <a:rPr lang="en-ID" dirty="0"/>
              <a:t> juga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memastikan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lain yang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nasib</a:t>
            </a:r>
            <a:r>
              <a:rPr lang="en-ID" dirty="0"/>
              <a:t> yang </a:t>
            </a:r>
            <a:r>
              <a:rPr lang="en-ID" dirty="0" err="1"/>
              <a:t>sama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FED002E9-BD29-FB71-20EA-8AD770184692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</a:t>
            </a:r>
            <a:endParaRPr lang="en-ID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10F40C-CC8E-CE1C-D93D-DD876635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30" y="3178390"/>
            <a:ext cx="1710697" cy="17106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DECAE1-DBF0-E289-753A-CB7DADA69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630" y="3178389"/>
            <a:ext cx="1710697" cy="171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583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AA30CC60-6CA3-C894-FBEC-25ADB326B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F72D30DA-0C33-747C-85CA-0704705A2589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F22E464-F4B0-D46D-4266-F2686A137BE3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170985" y="2374050"/>
            <a:ext cx="1639259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Mage</a:t>
            </a:r>
            <a:endParaRPr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2B9510D8-0C74-B3CD-133E-85C97DFF3A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8707" y="1693650"/>
            <a:ext cx="115055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984" name="Google Shape;984;p35">
            <a:extLst>
              <a:ext uri="{FF2B5EF4-FFF2-40B4-BE49-F238E27FC236}">
                <a16:creationId xmlns:a16="http://schemas.microsoft.com/office/drawing/2014/main" id="{50E89FF6-C130-BC3E-0D37-CCEAD31199FE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821783" y="1641366"/>
            <a:ext cx="6504199" cy="174689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ID" dirty="0"/>
              <a:t>	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mantan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istana</a:t>
            </a:r>
            <a:r>
              <a:rPr lang="en-ID" dirty="0"/>
              <a:t> Kerajaan </a:t>
            </a:r>
            <a:r>
              <a:rPr lang="en-ID" dirty="0" err="1"/>
              <a:t>Valdor</a:t>
            </a:r>
            <a:r>
              <a:rPr lang="en-ID" dirty="0"/>
              <a:t> yang lolos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menyaksikan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 </a:t>
            </a:r>
            <a:r>
              <a:rPr lang="en-ID" dirty="0" err="1"/>
              <a:t>membantai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 </a:t>
            </a:r>
            <a:r>
              <a:rPr lang="en-ID" dirty="0" err="1"/>
              <a:t>Sejak</a:t>
            </a:r>
            <a:r>
              <a:rPr lang="en-ID" dirty="0"/>
              <a:t>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mengabdikan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segala</a:t>
            </a:r>
            <a:r>
              <a:rPr lang="en-ID" dirty="0"/>
              <a:t>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yang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menjatuhkan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, </a:t>
            </a:r>
            <a:r>
              <a:rPr lang="en-ID" dirty="0" err="1"/>
              <a:t>bahkan</a:t>
            </a:r>
            <a:r>
              <a:rPr lang="en-ID" dirty="0"/>
              <a:t> </a:t>
            </a:r>
            <a:r>
              <a:rPr lang="en-ID" dirty="0" err="1"/>
              <a:t>jika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berarti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.</a:t>
            </a:r>
          </a:p>
        </p:txBody>
      </p:sp>
      <p:sp>
        <p:nvSpPr>
          <p:cNvPr id="26" name="Google Shape;984;p35">
            <a:extLst>
              <a:ext uri="{FF2B5EF4-FFF2-40B4-BE49-F238E27FC236}">
                <a16:creationId xmlns:a16="http://schemas.microsoft.com/office/drawing/2014/main" id="{1A742CA1-3D89-A02C-BFB4-D880A79D49A8}"/>
              </a:ext>
            </a:extLst>
          </p:cNvPr>
          <p:cNvSpPr txBox="1">
            <a:spLocks/>
          </p:cNvSpPr>
          <p:nvPr/>
        </p:nvSpPr>
        <p:spPr>
          <a:xfrm>
            <a:off x="431780" y="2769450"/>
            <a:ext cx="1003011" cy="268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/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Bryant</a:t>
            </a:r>
            <a:endParaRPr lang="en-ID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1F1E79-08FD-172C-6B9E-A16C317F2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710" y="3164850"/>
            <a:ext cx="1781955" cy="1819872"/>
          </a:xfrm>
          <a:prstGeom prst="rect">
            <a:avLst/>
          </a:prstGeom>
        </p:spPr>
      </p:pic>
      <p:pic>
        <p:nvPicPr>
          <p:cNvPr id="7" name="Picture 2" descr="SHADOW WIZARD MONEY GANG : r/PixelArt">
            <a:extLst>
              <a:ext uri="{FF2B5EF4-FFF2-40B4-BE49-F238E27FC236}">
                <a16:creationId xmlns:a16="http://schemas.microsoft.com/office/drawing/2014/main" id="{955EC705-CBFB-A593-C2C3-171A3D0E9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11" y="3164851"/>
            <a:ext cx="1819872" cy="1819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6748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45"/>
          <p:cNvSpPr/>
          <p:nvPr/>
        </p:nvSpPr>
        <p:spPr>
          <a:xfrm rot="10800000" flipH="1">
            <a:off x="1178750" y="2505678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45"/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225636" y="1743730"/>
            <a:ext cx="6200889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sv-SE" dirty="0"/>
              <a:t>Menyusup ke desa pertama yang dikuasai pasukan Zephiron dan mendapatkan informasi tentang rencana King Bob. Setelah mengalahkan pemimpin pasukan penjajah, desa dibebaskan dan para mercenary mendapatkan petunjuk menuju daerah berikutnya.</a:t>
            </a:r>
            <a:endParaRPr lang="en-US" dirty="0"/>
          </a:p>
        </p:txBody>
      </p:sp>
      <p:sp>
        <p:nvSpPr>
          <p:cNvPr id="1182" name="Google Shape;1182;p45"/>
          <p:cNvSpPr txBox="1">
            <a:spLocks noGrp="1"/>
          </p:cNvSpPr>
          <p:nvPr>
            <p:ph type="subTitle" idx="3"/>
          </p:nvPr>
        </p:nvSpPr>
        <p:spPr>
          <a:xfrm>
            <a:off x="2225636" y="2911418"/>
            <a:ext cx="6044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Mencari</a:t>
            </a:r>
            <a:r>
              <a:rPr lang="en-ID" dirty="0"/>
              <a:t> </a:t>
            </a:r>
            <a:r>
              <a:rPr lang="en-ID" dirty="0" err="1"/>
              <a:t>sekutu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suku</a:t>
            </a:r>
            <a:r>
              <a:rPr lang="en-ID" dirty="0"/>
              <a:t> elf yang </a:t>
            </a:r>
            <a:r>
              <a:rPr lang="en-ID" dirty="0" err="1"/>
              <a:t>masih</a:t>
            </a:r>
            <a:r>
              <a:rPr lang="en-ID" dirty="0"/>
              <a:t> </a:t>
            </a:r>
            <a:r>
              <a:rPr lang="en-ID" dirty="0" err="1"/>
              <a:t>bertahan</a:t>
            </a:r>
            <a:r>
              <a:rPr lang="en-ID" dirty="0"/>
              <a:t>. </a:t>
            </a:r>
            <a:r>
              <a:rPr lang="en-ID" dirty="0" err="1"/>
              <a:t>Setelah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</a:t>
            </a:r>
            <a:r>
              <a:rPr lang="en-ID" dirty="0" err="1"/>
              <a:t>komandan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, </a:t>
            </a:r>
            <a:r>
              <a:rPr lang="en-ID" dirty="0" err="1"/>
              <a:t>suku</a:t>
            </a:r>
            <a:r>
              <a:rPr lang="en-ID" dirty="0"/>
              <a:t> elf </a:t>
            </a:r>
            <a:r>
              <a:rPr lang="en-ID" dirty="0" err="1"/>
              <a:t>bersedia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dan </a:t>
            </a:r>
            <a:r>
              <a:rPr lang="en-ID" dirty="0" err="1"/>
              <a:t>memberikan</a:t>
            </a:r>
            <a:r>
              <a:rPr lang="en-ID" dirty="0"/>
              <a:t> </a:t>
            </a:r>
            <a:r>
              <a:rPr lang="en-ID" dirty="0" err="1"/>
              <a:t>informasi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persembunyian</a:t>
            </a:r>
            <a:r>
              <a:rPr lang="en-ID" dirty="0"/>
              <a:t> </a:t>
            </a:r>
            <a:r>
              <a:rPr lang="en-ID" dirty="0" err="1"/>
              <a:t>jenderal</a:t>
            </a:r>
            <a:r>
              <a:rPr lang="en-ID" dirty="0"/>
              <a:t> </a:t>
            </a:r>
            <a:r>
              <a:rPr lang="en-ID" dirty="0" err="1"/>
              <a:t>perang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.</a:t>
            </a:r>
            <a:endParaRPr dirty="0"/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Grassland</a:t>
            </a:r>
          </a:p>
        </p:txBody>
      </p:sp>
      <p:sp>
        <p:nvSpPr>
          <p:cNvPr id="1185" name="Google Shape;1185;p45"/>
          <p:cNvSpPr txBox="1">
            <a:spLocks noGrp="1"/>
          </p:cNvSpPr>
          <p:nvPr>
            <p:ph type="title" idx="2"/>
          </p:nvPr>
        </p:nvSpPr>
        <p:spPr>
          <a:xfrm>
            <a:off x="2225637" y="2459318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Forest</a:t>
            </a:r>
            <a:endParaRPr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sp>
        <p:nvSpPr>
          <p:cNvPr id="5" name="Google Shape;1179;p45">
            <a:extLst>
              <a:ext uri="{FF2B5EF4-FFF2-40B4-BE49-F238E27FC236}">
                <a16:creationId xmlns:a16="http://schemas.microsoft.com/office/drawing/2014/main" id="{C70070F2-1F06-CA10-D8D2-F6476E885B2D}"/>
              </a:ext>
            </a:extLst>
          </p:cNvPr>
          <p:cNvSpPr/>
          <p:nvPr/>
        </p:nvSpPr>
        <p:spPr>
          <a:xfrm rot="10800000" flipH="1">
            <a:off x="1178750" y="3636412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82;p45">
            <a:extLst>
              <a:ext uri="{FF2B5EF4-FFF2-40B4-BE49-F238E27FC236}">
                <a16:creationId xmlns:a16="http://schemas.microsoft.com/office/drawing/2014/main" id="{070E2A49-F868-A64D-0589-7E884AD0B9F2}"/>
              </a:ext>
            </a:extLst>
          </p:cNvPr>
          <p:cNvSpPr txBox="1">
            <a:spLocks/>
          </p:cNvSpPr>
          <p:nvPr/>
        </p:nvSpPr>
        <p:spPr>
          <a:xfrm>
            <a:off x="2225636" y="4042152"/>
            <a:ext cx="5943003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 err="1"/>
              <a:t>Menghancurkan</a:t>
            </a:r>
            <a:r>
              <a:rPr lang="en-US" dirty="0"/>
              <a:t> armada </a:t>
            </a:r>
            <a:r>
              <a:rPr lang="en-US" dirty="0" err="1"/>
              <a:t>Zephiron</a:t>
            </a:r>
            <a:r>
              <a:rPr lang="en-US" dirty="0"/>
              <a:t>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mereka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mengirim</a:t>
            </a:r>
            <a:r>
              <a:rPr lang="en-US" dirty="0"/>
              <a:t> </a:t>
            </a:r>
            <a:r>
              <a:rPr lang="en-US" dirty="0" err="1"/>
              <a:t>bala</a:t>
            </a:r>
            <a:r>
              <a:rPr lang="en-US" dirty="0"/>
              <a:t> </a:t>
            </a:r>
            <a:r>
              <a:rPr lang="en-US" dirty="0" err="1"/>
              <a:t>bantuan</a:t>
            </a:r>
            <a:r>
              <a:rPr lang="en-US" dirty="0"/>
              <a:t>. </a:t>
            </a:r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menghancurkan</a:t>
            </a:r>
            <a:r>
              <a:rPr lang="en-US" dirty="0"/>
              <a:t> </a:t>
            </a:r>
            <a:r>
              <a:rPr lang="en-US" dirty="0" err="1"/>
              <a:t>kapal</a:t>
            </a:r>
            <a:r>
              <a:rPr lang="en-US" dirty="0"/>
              <a:t> </a:t>
            </a:r>
            <a:r>
              <a:rPr lang="en-US" dirty="0" err="1"/>
              <a:t>perang</a:t>
            </a:r>
            <a:r>
              <a:rPr lang="en-US" dirty="0"/>
              <a:t> </a:t>
            </a:r>
            <a:r>
              <a:rPr lang="en-US" dirty="0" err="1"/>
              <a:t>utama</a:t>
            </a:r>
            <a:r>
              <a:rPr lang="en-US" dirty="0"/>
              <a:t>, </a:t>
            </a:r>
            <a:r>
              <a:rPr lang="en-US" dirty="0" err="1"/>
              <a:t>Zephiron</a:t>
            </a:r>
            <a:r>
              <a:rPr lang="en-US" dirty="0"/>
              <a:t> </a:t>
            </a:r>
            <a:r>
              <a:rPr lang="en-US" dirty="0" err="1"/>
              <a:t>kehilangan</a:t>
            </a:r>
            <a:r>
              <a:rPr lang="en-US" dirty="0"/>
              <a:t> </a:t>
            </a:r>
            <a:r>
              <a:rPr lang="en-US" dirty="0" err="1"/>
              <a:t>jalur</a:t>
            </a:r>
            <a:r>
              <a:rPr lang="en-US" dirty="0"/>
              <a:t> </a:t>
            </a:r>
            <a:r>
              <a:rPr lang="en-US" dirty="0" err="1"/>
              <a:t>suplai</a:t>
            </a:r>
            <a:r>
              <a:rPr lang="en-US" dirty="0"/>
              <a:t> </a:t>
            </a:r>
            <a:r>
              <a:rPr lang="en-US" dirty="0" err="1"/>
              <a:t>mereka</a:t>
            </a:r>
            <a:r>
              <a:rPr lang="en-US" dirty="0"/>
              <a:t> dan </a:t>
            </a:r>
            <a:r>
              <a:rPr lang="en-US" dirty="0" err="1"/>
              <a:t>semakin</a:t>
            </a:r>
            <a:r>
              <a:rPr lang="en-US" dirty="0"/>
              <a:t> </a:t>
            </a:r>
            <a:r>
              <a:rPr lang="en-US" dirty="0" err="1"/>
              <a:t>terpojok</a:t>
            </a:r>
            <a:r>
              <a:rPr lang="en-US" dirty="0"/>
              <a:t>.</a:t>
            </a:r>
          </a:p>
        </p:txBody>
      </p:sp>
      <p:sp>
        <p:nvSpPr>
          <p:cNvPr id="7" name="Google Shape;1185;p45">
            <a:extLst>
              <a:ext uri="{FF2B5EF4-FFF2-40B4-BE49-F238E27FC236}">
                <a16:creationId xmlns:a16="http://schemas.microsoft.com/office/drawing/2014/main" id="{857964AC-DB47-D42C-4B72-E6D75C815028}"/>
              </a:ext>
            </a:extLst>
          </p:cNvPr>
          <p:cNvSpPr txBox="1">
            <a:spLocks/>
          </p:cNvSpPr>
          <p:nvPr/>
        </p:nvSpPr>
        <p:spPr>
          <a:xfrm>
            <a:off x="2225637" y="3590052"/>
            <a:ext cx="26934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15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ID" dirty="0"/>
              <a:t>Coastal</a:t>
            </a:r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ixel art | &quot;trees&quot; [100x100 pixel] by stls">
            <a:extLst>
              <a:ext uri="{FF2B5EF4-FFF2-40B4-BE49-F238E27FC236}">
                <a16:creationId xmlns:a16="http://schemas.microsoft.com/office/drawing/2014/main" id="{ABAF225F-1DD2-2B90-A281-E5A3889E8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2514859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ixel art | &quot;Beach Background - Terraria&quot; [100x100 pixel] by Ematio">
            <a:extLst>
              <a:ext uri="{FF2B5EF4-FFF2-40B4-BE49-F238E27FC236}">
                <a16:creationId xmlns:a16="http://schemas.microsoft.com/office/drawing/2014/main" id="{A556AE99-F1A8-F3A5-08B1-D22C859EF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3643806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74EC653-F34B-0755-783E-E07F887A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45">
            <a:extLst>
              <a:ext uri="{FF2B5EF4-FFF2-40B4-BE49-F238E27FC236}">
                <a16:creationId xmlns:a16="http://schemas.microsoft.com/office/drawing/2014/main" id="{D39AE182-704E-0326-1B08-2CB72B2D7C29}"/>
              </a:ext>
            </a:extLst>
          </p:cNvPr>
          <p:cNvSpPr/>
          <p:nvPr/>
        </p:nvSpPr>
        <p:spPr>
          <a:xfrm rot="10800000" flipH="1">
            <a:off x="1178750" y="2505678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B30560A2-686C-2862-A58E-EAEE7215FFB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0AC607D-78CA-8984-773F-8831ADE3D1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25636" y="174373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Mengambil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kuno</a:t>
            </a:r>
            <a:r>
              <a:rPr lang="en-ID" dirty="0"/>
              <a:t> yang </a:t>
            </a:r>
            <a:r>
              <a:rPr lang="en-ID" dirty="0" err="1"/>
              <a:t>disegel</a:t>
            </a:r>
            <a:r>
              <a:rPr lang="en-ID" dirty="0"/>
              <a:t> di </a:t>
            </a:r>
            <a:r>
              <a:rPr lang="en-ID" dirty="0" err="1"/>
              <a:t>puncak</a:t>
            </a:r>
            <a:r>
              <a:rPr lang="en-ID" dirty="0"/>
              <a:t> </a:t>
            </a:r>
            <a:r>
              <a:rPr lang="en-ID" dirty="0" err="1"/>
              <a:t>gunung</a:t>
            </a:r>
            <a:r>
              <a:rPr lang="en-ID" dirty="0"/>
              <a:t>.</a:t>
            </a:r>
            <a:r>
              <a:rPr lang="sv-SE" dirty="0"/>
              <a:t> Setelah mengalahkan naga es penjaga kuil, para mercenary mendapatkan senjata legendaris yang dapat menembus pertahanan King Bob Jr.</a:t>
            </a:r>
            <a:endParaRPr dirty="0"/>
          </a:p>
        </p:txBody>
      </p:sp>
      <p:sp>
        <p:nvSpPr>
          <p:cNvPr id="1182" name="Google Shape;1182;p45">
            <a:extLst>
              <a:ext uri="{FF2B5EF4-FFF2-40B4-BE49-F238E27FC236}">
                <a16:creationId xmlns:a16="http://schemas.microsoft.com/office/drawing/2014/main" id="{2A12F7B7-778B-7153-37F6-3B12C76D2A5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2225637" y="2911418"/>
            <a:ext cx="6298602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Menghancurkan</a:t>
            </a:r>
            <a:r>
              <a:rPr lang="en-ID" dirty="0"/>
              <a:t> </a:t>
            </a:r>
            <a:r>
              <a:rPr lang="en-ID" dirty="0" err="1"/>
              <a:t>tambang</a:t>
            </a:r>
            <a:r>
              <a:rPr lang="en-ID" dirty="0"/>
              <a:t> batu </a:t>
            </a:r>
            <a:r>
              <a:rPr lang="en-ID" dirty="0" err="1"/>
              <a:t>sihir</a:t>
            </a:r>
            <a:r>
              <a:rPr lang="en-ID" dirty="0"/>
              <a:t> yang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memperkuat</a:t>
            </a:r>
            <a:r>
              <a:rPr lang="en-ID" dirty="0"/>
              <a:t> </a:t>
            </a:r>
            <a:r>
              <a:rPr lang="en-ID" dirty="0" err="1"/>
              <a:t>pasukannya</a:t>
            </a:r>
            <a:r>
              <a:rPr lang="en-ID" dirty="0"/>
              <a:t>.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menghancurkan</a:t>
            </a:r>
            <a:r>
              <a:rPr lang="en-ID" dirty="0"/>
              <a:t> inti </a:t>
            </a:r>
            <a:r>
              <a:rPr lang="en-ID" dirty="0" err="1"/>
              <a:t>tambang</a:t>
            </a:r>
            <a:r>
              <a:rPr lang="en-ID" dirty="0"/>
              <a:t>, </a:t>
            </a:r>
            <a:r>
              <a:rPr lang="en-ID" dirty="0" err="1"/>
              <a:t>suplai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 </a:t>
            </a:r>
            <a:r>
              <a:rPr lang="en-ID" dirty="0" err="1"/>
              <a:t>terganggu</a:t>
            </a:r>
            <a:r>
              <a:rPr lang="en-ID" dirty="0"/>
              <a:t>, </a:t>
            </a:r>
            <a:r>
              <a:rPr lang="en-ID" dirty="0" err="1"/>
              <a:t>melemahkan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mereka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wilayah.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BEBDFCC-A5E1-95BA-FFF7-8B041F44BD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Snow Mountain</a:t>
            </a:r>
          </a:p>
        </p:txBody>
      </p:sp>
      <p:sp>
        <p:nvSpPr>
          <p:cNvPr id="1185" name="Google Shape;1185;p45">
            <a:extLst>
              <a:ext uri="{FF2B5EF4-FFF2-40B4-BE49-F238E27FC236}">
                <a16:creationId xmlns:a16="http://schemas.microsoft.com/office/drawing/2014/main" id="{A679BD4C-890A-5B85-3E87-51D093CF0A5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225637" y="2459318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Cave</a:t>
            </a:r>
            <a:endParaRPr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1B370F8D-6180-16D3-A801-DAE271E53850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sp>
        <p:nvSpPr>
          <p:cNvPr id="5" name="Google Shape;1179;p45">
            <a:extLst>
              <a:ext uri="{FF2B5EF4-FFF2-40B4-BE49-F238E27FC236}">
                <a16:creationId xmlns:a16="http://schemas.microsoft.com/office/drawing/2014/main" id="{85DAB749-EF46-2420-8B0F-E44AB84CC959}"/>
              </a:ext>
            </a:extLst>
          </p:cNvPr>
          <p:cNvSpPr/>
          <p:nvPr/>
        </p:nvSpPr>
        <p:spPr>
          <a:xfrm rot="10800000" flipH="1">
            <a:off x="1178750" y="3636412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82;p45">
            <a:extLst>
              <a:ext uri="{FF2B5EF4-FFF2-40B4-BE49-F238E27FC236}">
                <a16:creationId xmlns:a16="http://schemas.microsoft.com/office/drawing/2014/main" id="{31F1BC1F-7688-F784-EAEA-600A1B0F6C55}"/>
              </a:ext>
            </a:extLst>
          </p:cNvPr>
          <p:cNvSpPr txBox="1">
            <a:spLocks/>
          </p:cNvSpPr>
          <p:nvPr/>
        </p:nvSpPr>
        <p:spPr>
          <a:xfrm>
            <a:off x="2225636" y="4042152"/>
            <a:ext cx="6105563" cy="5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 err="1"/>
              <a:t>Menyerang</a:t>
            </a:r>
            <a:r>
              <a:rPr lang="en-US" dirty="0"/>
              <a:t> </a:t>
            </a:r>
            <a:r>
              <a:rPr lang="en-US" dirty="0" err="1"/>
              <a:t>benteng</a:t>
            </a:r>
            <a:r>
              <a:rPr lang="en-US" dirty="0"/>
              <a:t> </a:t>
            </a:r>
            <a:r>
              <a:rPr lang="en-US" dirty="0" err="1"/>
              <a:t>terakhir</a:t>
            </a:r>
            <a:r>
              <a:rPr lang="en-US" dirty="0"/>
              <a:t> King Bob Jr.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menghadapi</a:t>
            </a:r>
            <a:r>
              <a:rPr lang="en-US" dirty="0"/>
              <a:t> King Bob. </a:t>
            </a:r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pertarungan</a:t>
            </a:r>
            <a:r>
              <a:rPr lang="en-US" dirty="0"/>
              <a:t> </a:t>
            </a:r>
            <a:r>
              <a:rPr lang="en-US" dirty="0" err="1"/>
              <a:t>sengit</a:t>
            </a:r>
            <a:r>
              <a:rPr lang="en-US" dirty="0"/>
              <a:t> </a:t>
            </a:r>
            <a:r>
              <a:rPr lang="en-US" dirty="0" err="1"/>
              <a:t>melawan</a:t>
            </a:r>
            <a:r>
              <a:rPr lang="en-US" dirty="0"/>
              <a:t> King Bob Jr., </a:t>
            </a:r>
            <a:r>
              <a:rPr lang="en-US" dirty="0" err="1"/>
              <a:t>benteng</a:t>
            </a:r>
            <a:r>
              <a:rPr lang="en-US" dirty="0"/>
              <a:t> </a:t>
            </a:r>
            <a:r>
              <a:rPr lang="en-US" dirty="0" err="1"/>
              <a:t>utama</a:t>
            </a:r>
            <a:r>
              <a:rPr lang="en-US" dirty="0"/>
              <a:t> </a:t>
            </a:r>
            <a:r>
              <a:rPr lang="en-US" dirty="0" err="1"/>
              <a:t>Zephiron</a:t>
            </a:r>
            <a:r>
              <a:rPr lang="en-US" dirty="0"/>
              <a:t> </a:t>
            </a:r>
            <a:r>
              <a:rPr lang="en-US" dirty="0" err="1"/>
              <a:t>jatuh</a:t>
            </a:r>
            <a:r>
              <a:rPr lang="en-US" dirty="0"/>
              <a:t>,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jalan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kastil</a:t>
            </a:r>
            <a:r>
              <a:rPr lang="en-US" dirty="0"/>
              <a:t> </a:t>
            </a:r>
            <a:r>
              <a:rPr lang="en-US" dirty="0" err="1"/>
              <a:t>terakhir</a:t>
            </a:r>
            <a:r>
              <a:rPr lang="en-US" dirty="0"/>
              <a:t> </a:t>
            </a:r>
            <a:r>
              <a:rPr lang="en-US" dirty="0" err="1"/>
              <a:t>tempat</a:t>
            </a:r>
            <a:r>
              <a:rPr lang="en-US" dirty="0"/>
              <a:t> King Bob </a:t>
            </a:r>
            <a:r>
              <a:rPr lang="en-US" dirty="0" err="1"/>
              <a:t>bersembunyi</a:t>
            </a:r>
            <a:r>
              <a:rPr lang="en-US" dirty="0"/>
              <a:t>.</a:t>
            </a:r>
          </a:p>
        </p:txBody>
      </p:sp>
      <p:sp>
        <p:nvSpPr>
          <p:cNvPr id="7" name="Google Shape;1185;p45">
            <a:extLst>
              <a:ext uri="{FF2B5EF4-FFF2-40B4-BE49-F238E27FC236}">
                <a16:creationId xmlns:a16="http://schemas.microsoft.com/office/drawing/2014/main" id="{58638161-A471-F3BC-D3E6-F26DC7267ECC}"/>
              </a:ext>
            </a:extLst>
          </p:cNvPr>
          <p:cNvSpPr txBox="1">
            <a:spLocks/>
          </p:cNvSpPr>
          <p:nvPr/>
        </p:nvSpPr>
        <p:spPr>
          <a:xfrm>
            <a:off x="2225637" y="3590052"/>
            <a:ext cx="26934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15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Press Start 2P"/>
              <a:buNone/>
              <a:defRPr sz="2200" b="0" i="0" u="none" strike="noStrike" cap="none">
                <a:solidFill>
                  <a:schemeClr val="lt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ID" dirty="0"/>
              <a:t>Desert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E09EFC-CCB6-BA37-C037-FF76FA834A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DAB939-4C85-836D-0547-7C59C4F8D3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623" r="10385"/>
          <a:stretch/>
        </p:blipFill>
        <p:spPr>
          <a:xfrm>
            <a:off x="1173662" y="3639994"/>
            <a:ext cx="884872" cy="901101"/>
          </a:xfrm>
          <a:prstGeom prst="rect">
            <a:avLst/>
          </a:prstGeom>
        </p:spPr>
      </p:pic>
      <p:pic>
        <p:nvPicPr>
          <p:cNvPr id="6146" name="Picture 2" descr="Top free game assets tagged cave - Page 2 - itch.io">
            <a:extLst>
              <a:ext uri="{FF2B5EF4-FFF2-40B4-BE49-F238E27FC236}">
                <a16:creationId xmlns:a16="http://schemas.microsoft.com/office/drawing/2014/main" id="{80B9321E-B47A-3971-1B2F-5BAF8B5A8F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1173663" y="2481098"/>
            <a:ext cx="884871" cy="93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8980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Detail Level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879856" y="1111050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biome disini akan ada total 6 biome yang mencakup dari grass land , snow mountain forest cave, coastal dan desert.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disetiap biome akan ada difficulty tersendiri dirating dari 1 – 5 , dari grassland paling mudah , desert  paling susah .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difficulty di sini akan di rating dari beberapa faktor (musuh, map, debuff map)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</a:pP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Detail Level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879856" y="1111050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mulai dari difficulty 2 forest, akan dinaikkan tingkat kesusahan dari map yang lebih susah.Pada cave , map lebih sempit dari forest tapi tidak banyak obstacle, musuhnya akan lebih bervariasi( udara dan darat),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snow mountain akan kena debuff pada stage itu slowness, lalu frost bite jika terlalu lama tanpa api unggun, musuh tidak akan lebih susah grassland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DD0595B4-0887-9A18-14BE-10854C30B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782EAFF0-3BFF-65E6-368C-FDC65A9BFA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Detail Level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4AB750F-1EEE-BC82-7C8D-BC069A72571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79856" y="1111050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dari difficulty 4 coastal, tingkat kesusahan ditingkatkan dari  musuh ada varian bandit baru pirates(harpooneer, cannon, captain(mini boss)), map environment efek baru (drowning)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untuk yang paling susah untuk level normal difficulty 5 desert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musuh dan map akan ditingkatkan kesusahan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map akan memberi debuff dot kepada player (pharaoh’s curse),musuh akan ada tipe baru, debuffer,  bandit akan lebih kuat.  dan ada musuh tanker(mummy), pelan dan tebal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127000" indent="0" algn="just">
              <a:lnSpc>
                <a:spcPct val="115000"/>
              </a:lnSpc>
              <a:spcAft>
                <a:spcPts val="800"/>
              </a:spcAft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772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/>
          <p:cNvSpPr txBox="1">
            <a:spLocks noGrp="1"/>
          </p:cNvSpPr>
          <p:nvPr>
            <p:ph type="title"/>
          </p:nvPr>
        </p:nvSpPr>
        <p:spPr>
          <a:xfrm>
            <a:off x="1813050" y="106834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Musuh Biome</a:t>
            </a:r>
            <a:endParaRPr dirty="0"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1"/>
          </p:nvPr>
        </p:nvSpPr>
        <p:spPr>
          <a:xfrm>
            <a:off x="2155200" y="952312"/>
            <a:ext cx="4833600" cy="31480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bandit (all biome)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stray knight(all biome)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knight (last level)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mummy( desert)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scorpion(desert)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skeleton (cave, snow(snow variant))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vampire (cave(rare))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bat(cave)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pharaoh’s minion (desert)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7BBE12D-B302-B025-DB82-F0D511657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8809FED0-AA6A-7E3C-9422-70F1062DE2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13050" y="106834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Boss Biome</a:t>
            </a:r>
            <a:endParaRPr dirty="0"/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45D02CC7-3D79-D0D9-10B0-1B9802ED708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5200" y="952313"/>
            <a:ext cx="4833600" cy="21037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grassland: grrrrr~~ awoooo~~</a:t>
            </a:r>
            <a:endParaRPr lang="en-US" kern="100" dirty="0"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desert : anubis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snow : ice golem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cave: vamping (vampking)(funky vampire)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forest: ricarduh (monkey king)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coastal:  seabound(pirate ship)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733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8FB51-3E41-1D4E-0946-80D793364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grrrrr</a:t>
            </a:r>
            <a:r>
              <a:rPr lang="en-US" dirty="0"/>
              <a:t>~~ </a:t>
            </a:r>
            <a:r>
              <a:rPr lang="en-US" dirty="0" err="1"/>
              <a:t>awoooo</a:t>
            </a:r>
            <a:r>
              <a:rPr lang="en-US" dirty="0"/>
              <a:t>~~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85E3C0-FED5-EA74-2F7E-BF387ABF0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55200" y="2905015"/>
            <a:ext cx="4833600" cy="1113000"/>
          </a:xfrm>
        </p:spPr>
        <p:txBody>
          <a:bodyPr/>
          <a:lstStyle/>
          <a:p>
            <a:r>
              <a:rPr lang="en-US" dirty="0" err="1"/>
              <a:t>Serigala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menghalang</a:t>
            </a:r>
            <a:r>
              <a:rPr lang="en-US" dirty="0"/>
              <a:t> player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pergi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stage </a:t>
            </a:r>
            <a:r>
              <a:rPr lang="en-US" dirty="0" err="1"/>
              <a:t>selanjutnya</a:t>
            </a:r>
            <a:r>
              <a:rPr lang="en-US" dirty="0"/>
              <a:t> ,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686657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1F1B2-59A1-BDF1-CF08-D9A7BCFA8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ricarduh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26D3F3-3C82-5E0E-6A8C-B8C3EF140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55200" y="2929078"/>
            <a:ext cx="4833600" cy="1113000"/>
          </a:xfrm>
        </p:spPr>
        <p:txBody>
          <a:bodyPr/>
          <a:lstStyle/>
          <a:p>
            <a:r>
              <a:rPr lang="en-US" dirty="0"/>
              <a:t>Boss di forest </a:t>
            </a:r>
            <a:r>
              <a:rPr lang="en-US" dirty="0" err="1"/>
              <a:t>mengurung</a:t>
            </a:r>
            <a:r>
              <a:rPr lang="en-US" dirty="0"/>
              <a:t> </a:t>
            </a:r>
            <a:r>
              <a:rPr lang="en-US" dirty="0" err="1"/>
              <a:t>suku</a:t>
            </a:r>
            <a:r>
              <a:rPr lang="en-US" dirty="0"/>
              <a:t> elf , </a:t>
            </a:r>
            <a:r>
              <a:rPr lang="en-US" dirty="0" err="1"/>
              <a:t>maka</a:t>
            </a:r>
            <a:r>
              <a:rPr lang="en-US" dirty="0"/>
              <a:t> player </a:t>
            </a:r>
            <a:r>
              <a:rPr lang="en-US" dirty="0" err="1"/>
              <a:t>berusaha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menyelamatkan</a:t>
            </a:r>
            <a:r>
              <a:rPr lang="en-US" dirty="0"/>
              <a:t> </a:t>
            </a:r>
            <a:r>
              <a:rPr lang="en-US" dirty="0" err="1"/>
              <a:t>suku</a:t>
            </a:r>
            <a:r>
              <a:rPr lang="en-US" dirty="0"/>
              <a:t> elf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mengalahkan</a:t>
            </a:r>
            <a:r>
              <a:rPr lang="en-US" dirty="0"/>
              <a:t> </a:t>
            </a:r>
            <a:r>
              <a:rPr lang="en-US" dirty="0" err="1"/>
              <a:t>ricarduh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6312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0C479-87AC-4566-9E9B-FE6BC73FF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vamping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CE1FB5-1D24-48A5-2F7C-9D5C5DBD0B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Vamping </a:t>
            </a:r>
            <a:r>
              <a:rPr lang="en-US" dirty="0" err="1"/>
              <a:t>menjaga</a:t>
            </a:r>
            <a:r>
              <a:rPr lang="en-US" dirty="0"/>
              <a:t> batu </a:t>
            </a:r>
            <a:r>
              <a:rPr lang="en-US" dirty="0" err="1"/>
              <a:t>sihir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suruhan</a:t>
            </a:r>
            <a:r>
              <a:rPr lang="en-US" dirty="0"/>
              <a:t> Kerajaan </a:t>
            </a:r>
            <a:r>
              <a:rPr lang="en-US" dirty="0" err="1"/>
              <a:t>zephiron</a:t>
            </a:r>
            <a:r>
              <a:rPr lang="en-US" dirty="0"/>
              <a:t> 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8287648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996B-D8CA-1D05-46E7-5C10AB4D9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seabound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F92805-FBFD-3D4F-8820-4138A1B6C1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98513" y="2799136"/>
            <a:ext cx="5458383" cy="1820989"/>
          </a:xfrm>
        </p:spPr>
        <p:txBody>
          <a:bodyPr/>
          <a:lstStyle/>
          <a:p>
            <a:r>
              <a:rPr lang="en-US" dirty="0"/>
              <a:t>seabound </a:t>
            </a:r>
            <a:r>
              <a:rPr lang="en-US" dirty="0" err="1"/>
              <a:t>menghalang</a:t>
            </a:r>
            <a:r>
              <a:rPr lang="en-US" dirty="0"/>
              <a:t> player </a:t>
            </a:r>
          </a:p>
          <a:p>
            <a:r>
              <a:rPr lang="en-US" dirty="0"/>
              <a:t>Dari </a:t>
            </a:r>
            <a:r>
              <a:rPr lang="en-US" dirty="0" err="1"/>
              <a:t>menuju</a:t>
            </a:r>
            <a:r>
              <a:rPr lang="en-US" dirty="0"/>
              <a:t> </a:t>
            </a:r>
            <a:r>
              <a:rPr lang="en-US" dirty="0" err="1"/>
              <a:t>terus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Kerajaan </a:t>
            </a:r>
            <a:r>
              <a:rPr lang="en-US" dirty="0" err="1"/>
              <a:t>zephyrus</a:t>
            </a:r>
            <a:endParaRPr lang="en-US" dirty="0"/>
          </a:p>
          <a:p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076184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4890A-5D73-020E-B8A1-547AF9D9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anubis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23CB86-328F-5F49-B490-4A89BDE17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55200" y="2601818"/>
            <a:ext cx="5126312" cy="1845053"/>
          </a:xfrm>
        </p:spPr>
        <p:txBody>
          <a:bodyPr/>
          <a:lstStyle/>
          <a:p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penjaga</a:t>
            </a:r>
            <a:r>
              <a:rPr lang="en-US" dirty="0"/>
              <a:t> </a:t>
            </a:r>
            <a:r>
              <a:rPr lang="en-US" dirty="0" err="1"/>
              <a:t>terakhir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Kerajaan </a:t>
            </a:r>
            <a:r>
              <a:rPr lang="en-US" dirty="0" err="1"/>
              <a:t>zephyrus</a:t>
            </a:r>
            <a:r>
              <a:rPr lang="en-US" dirty="0"/>
              <a:t> , yang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dilewati</a:t>
            </a:r>
            <a:r>
              <a:rPr lang="en-US" dirty="0"/>
              <a:t> player agar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Kerajaan </a:t>
            </a:r>
            <a:r>
              <a:rPr lang="en-US" dirty="0" err="1"/>
              <a:t>zephyrus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47345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8EFBE-E6E6-2DA8-D382-BB2328098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Ice golem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FE03F3-2BB3-AE2B-7AE1-384BF89931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Boss </a:t>
            </a: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menjaga</a:t>
            </a:r>
            <a:r>
              <a:rPr lang="en-US" dirty="0"/>
              <a:t> </a:t>
            </a:r>
            <a:r>
              <a:rPr lang="en-US" dirty="0" err="1"/>
              <a:t>senjata</a:t>
            </a:r>
            <a:r>
              <a:rPr lang="en-US" dirty="0"/>
              <a:t> yang </a:t>
            </a:r>
            <a:r>
              <a:rPr lang="en-US" dirty="0" err="1"/>
              <a:t>diincar</a:t>
            </a:r>
            <a:r>
              <a:rPr lang="en-US" dirty="0"/>
              <a:t> oleh player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882012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899" y="1540450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Story end</a:t>
            </a:r>
            <a:endParaRPr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4" y="2435000"/>
            <a:ext cx="5708499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/>
              <a:t>K</a:t>
            </a:r>
            <a:r>
              <a:rPr lang="en" dirty="0"/>
              <a:t>etika King Bob dari kerajaan zephiron dikalahkan, king Bob di kurung dan king Bob jr. dihukum untuk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membantu membangun kembali kerajaan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Bersam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karakter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utama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yang telah dihancurkan Zephiron dan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ketenteraman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Kembali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untuk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selanjut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629" y="1774601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884</Words>
  <Application>Microsoft Office PowerPoint</Application>
  <PresentationFormat>On-screen Show (16:9)</PresentationFormat>
  <Paragraphs>82</Paragraphs>
  <Slides>20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Symbol</vt:lpstr>
      <vt:lpstr>Muli</vt:lpstr>
      <vt:lpstr>Arial</vt:lpstr>
      <vt:lpstr>Aptos</vt:lpstr>
      <vt:lpstr>Press Start 2P</vt:lpstr>
      <vt:lpstr>Maven Pro</vt:lpstr>
      <vt:lpstr>Roboto</vt:lpstr>
      <vt:lpstr>Super Pixel Vintage Gaming by Slidesgo</vt:lpstr>
      <vt:lpstr>GAME PROG</vt:lpstr>
      <vt:lpstr>Back Story</vt:lpstr>
      <vt:lpstr>Karakter Utama</vt:lpstr>
      <vt:lpstr>Karakter Utama</vt:lpstr>
      <vt:lpstr>Karakter Utama</vt:lpstr>
      <vt:lpstr>Grassland</vt:lpstr>
      <vt:lpstr>Snow Mountain</vt:lpstr>
      <vt:lpstr>Detail Level</vt:lpstr>
      <vt:lpstr>Detail Level</vt:lpstr>
      <vt:lpstr>Detail Level</vt:lpstr>
      <vt:lpstr>Musuh Biome</vt:lpstr>
      <vt:lpstr>Boss Biome</vt:lpstr>
      <vt:lpstr>grrrrr~~ awoooo~~</vt:lpstr>
      <vt:lpstr>ricarduh</vt:lpstr>
      <vt:lpstr>vamping</vt:lpstr>
      <vt:lpstr>seabound</vt:lpstr>
      <vt:lpstr>anubis</vt:lpstr>
      <vt:lpstr>Ice golem</vt:lpstr>
      <vt:lpstr>Story end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reykamadjaya@gmail.com</cp:lastModifiedBy>
  <cp:revision>13</cp:revision>
  <dcterms:modified xsi:type="dcterms:W3CDTF">2025-03-11T03:18:13Z</dcterms:modified>
</cp:coreProperties>
</file>