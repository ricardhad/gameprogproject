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8" r:id="rId1"/>
  </p:sldMasterIdLst>
  <p:notesMasterIdLst>
    <p:notesMasterId r:id="rId41"/>
  </p:notesMasterIdLst>
  <p:sldIdLst>
    <p:sldId id="256" r:id="rId2"/>
    <p:sldId id="328" r:id="rId3"/>
    <p:sldId id="333" r:id="rId4"/>
    <p:sldId id="334" r:id="rId5"/>
    <p:sldId id="257" r:id="rId6"/>
    <p:sldId id="317" r:id="rId7"/>
    <p:sldId id="261" r:id="rId8"/>
    <p:sldId id="258" r:id="rId9"/>
    <p:sldId id="320" r:id="rId10"/>
    <p:sldId id="321" r:id="rId11"/>
    <p:sldId id="322" r:id="rId12"/>
    <p:sldId id="323" r:id="rId13"/>
    <p:sldId id="324" r:id="rId14"/>
    <p:sldId id="268" r:id="rId15"/>
    <p:sldId id="335" r:id="rId16"/>
    <p:sldId id="336" r:id="rId17"/>
    <p:sldId id="337" r:id="rId18"/>
    <p:sldId id="338" r:id="rId19"/>
    <p:sldId id="340" r:id="rId20"/>
    <p:sldId id="351" r:id="rId21"/>
    <p:sldId id="295" r:id="rId22"/>
    <p:sldId id="325" r:id="rId23"/>
    <p:sldId id="326" r:id="rId24"/>
    <p:sldId id="313" r:id="rId25"/>
    <p:sldId id="314" r:id="rId26"/>
    <p:sldId id="315" r:id="rId27"/>
    <p:sldId id="316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27" r:id="rId39"/>
    <p:sldId id="282" r:id="rId4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CDC32E2D-7BA9-44F8-BF3C-1CD5075F5B07}">
          <p14:sldIdLst>
            <p14:sldId id="256"/>
          </p14:sldIdLst>
        </p14:section>
        <p14:section name="Analisa" id="{FB1A2E95-1B4A-45D7-920B-8337665FB3BB}">
          <p14:sldIdLst>
            <p14:sldId id="328"/>
            <p14:sldId id="333"/>
            <p14:sldId id="334"/>
          </p14:sldIdLst>
        </p14:section>
        <p14:section name="back story" id="{BEE7DE58-3D8E-46CE-8A77-07DBDC3E841B}">
          <p14:sldIdLst>
            <p14:sldId id="257"/>
            <p14:sldId id="317"/>
            <p14:sldId id="261"/>
          </p14:sldIdLst>
        </p14:section>
        <p14:section name="kingdom lore" id="{49B591C0-4EFA-4835-9EC9-4FBE2DA69A4B}">
          <p14:sldIdLst>
            <p14:sldId id="258"/>
            <p14:sldId id="320"/>
            <p14:sldId id="321"/>
          </p14:sldIdLst>
        </p14:section>
        <p14:section name="main char" id="{511458C4-5736-40F4-86F3-31BD53742AFB}">
          <p14:sldIdLst>
            <p14:sldId id="322"/>
            <p14:sldId id="323"/>
            <p14:sldId id="324"/>
          </p14:sldIdLst>
        </p14:section>
        <p14:section name="stage" id="{01AA45A6-93FC-4BAB-B404-7A8D18C4B541}">
          <p14:sldIdLst>
            <p14:sldId id="268"/>
            <p14:sldId id="335"/>
            <p14:sldId id="336"/>
            <p14:sldId id="337"/>
            <p14:sldId id="338"/>
            <p14:sldId id="340"/>
          </p14:sldIdLst>
        </p14:section>
        <p14:section name="enemies" id="{00166AFF-AA52-4C59-9500-345BD85BDECA}">
          <p14:sldIdLst>
            <p14:sldId id="351"/>
            <p14:sldId id="295"/>
            <p14:sldId id="325"/>
            <p14:sldId id="326"/>
            <p14:sldId id="313"/>
            <p14:sldId id="314"/>
            <p14:sldId id="315"/>
            <p14:sldId id="316"/>
          </p14:sldIdLst>
        </p14:section>
        <p14:section name="struktur" id="{1F65B20A-8395-4FBF-9858-67F664926ABD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27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40E5C6-45F6-46E8-8BFB-9439B383B45D}">
  <a:tblStyle styleId="{C540E5C6-45F6-46E8-8BFB-9439B383B4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0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ace710277d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ace710277d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6ed1d3ee59_0_10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6ed1d3ee59_0_10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>
          <a:extLst>
            <a:ext uri="{FF2B5EF4-FFF2-40B4-BE49-F238E27FC236}">
              <a16:creationId xmlns:a16="http://schemas.microsoft.com/office/drawing/2014/main" id="{5CC44622-DDA0-1A42-A7AD-6AB0DF9D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6ed1d3ee59_0_10069:notes">
            <a:extLst>
              <a:ext uri="{FF2B5EF4-FFF2-40B4-BE49-F238E27FC236}">
                <a16:creationId xmlns:a16="http://schemas.microsoft.com/office/drawing/2014/main" id="{10550CE6-D527-DE38-9FAB-9DB6C8C4F8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6ed1d3ee59_0_10069:notes">
            <a:extLst>
              <a:ext uri="{FF2B5EF4-FFF2-40B4-BE49-F238E27FC236}">
                <a16:creationId xmlns:a16="http://schemas.microsoft.com/office/drawing/2014/main" id="{8A5CF2CB-807B-9F45-90F0-D96B0940D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2157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6f1bce38b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6f1bce38b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EFBFAE4F-7F56-3A70-5628-8CF8AC36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99F64539-EDAE-8DFD-A741-1EE9E40E4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AF834060-B7A0-1FD6-125D-129C65B70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88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E2F0CB12-9A66-2FCC-9ABA-D35DF0BC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0BA8746D-CF2D-D4A6-BEC2-A3177BB22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57F41C3F-B2D8-BFB1-00D6-13AA6561C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2714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BD43527B-87B2-FCF4-85F7-FBACEB74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0FA03BB3-291B-BFA7-31CC-2AF3B8F76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FB791D78-4993-4FC7-7648-01C7D4ABB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253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2CEE47A8-E662-C673-4BA2-DFEBB16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DDAF6605-7B39-F0A3-686D-66039203C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1B0029A0-2249-8F3C-E797-913C11C3B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2005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71B8A3D5-27E0-4C87-F1C6-6329B5B2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6f1ba423c3_0_5:notes">
            <a:extLst>
              <a:ext uri="{FF2B5EF4-FFF2-40B4-BE49-F238E27FC236}">
                <a16:creationId xmlns:a16="http://schemas.microsoft.com/office/drawing/2014/main" id="{CFB73AA4-5126-5AA7-D947-4AFBEDF4D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6f1ba423c3_0_5:notes">
            <a:extLst>
              <a:ext uri="{FF2B5EF4-FFF2-40B4-BE49-F238E27FC236}">
                <a16:creationId xmlns:a16="http://schemas.microsoft.com/office/drawing/2014/main" id="{D893063C-C3C7-144E-47FD-D366FAD8B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824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8D7C9050-1063-D3EB-D02A-32AE2226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CDC23D1F-134E-BFC0-980B-A56B4CBDB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F21D48E9-89D0-1F78-F863-6596D19D0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062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ABD7663E-7CB9-666C-ABA1-A75939C8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8C029038-DA8A-6D45-B23A-0914E7105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43B5B55E-878D-CBA6-2582-67D1113C4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964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17B52A7-AE2F-4CB8-3672-5C8E35F3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5D6F2DD1-2D68-4FC6-6D22-32B566C8A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46A2E64B-7F7E-AAB4-1605-6E3C6FFC2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999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F582D2EF-6BCC-674B-F347-9D6C3890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39F5F87D-FD37-3E68-AC69-AEA445F07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81CABCEA-EAD9-3210-19CF-43D5B2256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988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>
          <a:extLst>
            <a:ext uri="{FF2B5EF4-FFF2-40B4-BE49-F238E27FC236}">
              <a16:creationId xmlns:a16="http://schemas.microsoft.com/office/drawing/2014/main" id="{703282EB-1D6F-5617-52CF-D0B6C721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ad10344254_0_433:notes">
            <a:extLst>
              <a:ext uri="{FF2B5EF4-FFF2-40B4-BE49-F238E27FC236}">
                <a16:creationId xmlns:a16="http://schemas.microsoft.com/office/drawing/2014/main" id="{B3245351-663E-86D9-8464-384F066D6D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ad10344254_0_433:notes">
            <a:extLst>
              <a:ext uri="{FF2B5EF4-FFF2-40B4-BE49-F238E27FC236}">
                <a16:creationId xmlns:a16="http://schemas.microsoft.com/office/drawing/2014/main" id="{F3DB1637-8373-5371-679B-0731DB094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1794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35C2F682-6A77-457F-5625-DFCAA3C75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E1E0D264-EA85-9586-5DB8-4DF9A3A098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D1AB1B8A-2C58-DE18-F778-27C8B0576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6787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1714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28A7A3A7-D0B3-1609-D8DB-2126403E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8A7F39B7-E449-0490-C140-D654ADFB3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E5D6186C-1542-A3EC-DF07-7E39A2D74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822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E6FADE06-B1D3-5E52-A7E1-0B5718E9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4394426A-E18E-9417-5F74-A95833C9A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DDAE2EC0-1C32-B7EF-4C2A-C991748E4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00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9670B0DD-0D99-D2A6-BA13-61365EB7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8EE66E9D-C3E9-1C17-5BFE-1A7EE14A10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6A3D8D63-35D0-A968-1373-AF44423DA7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401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6C816A70-22FB-48E9-80E4-0A512B5A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AAA20EC2-9CE4-4172-EEA0-FFE72E80C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DFFE50E6-0F5E-9F04-04A7-9F77A68DD9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474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F27D83C0-605A-F218-C8AC-869AF514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F6BD78A8-4CA6-F967-0B39-C816E120C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6133D7C9-DF15-3B8E-09A4-4A0606738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299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>
          <a:extLst>
            <a:ext uri="{FF2B5EF4-FFF2-40B4-BE49-F238E27FC236}">
              <a16:creationId xmlns:a16="http://schemas.microsoft.com/office/drawing/2014/main" id="{A6882682-A21D-3E66-8127-AF4382C3E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a3364f6310_1_0:notes">
            <a:extLst>
              <a:ext uri="{FF2B5EF4-FFF2-40B4-BE49-F238E27FC236}">
                <a16:creationId xmlns:a16="http://schemas.microsoft.com/office/drawing/2014/main" id="{1C83F7DE-9983-C97E-0169-BE66AC9B9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a3364f6310_1_0:notes">
            <a:extLst>
              <a:ext uri="{FF2B5EF4-FFF2-40B4-BE49-F238E27FC236}">
                <a16:creationId xmlns:a16="http://schemas.microsoft.com/office/drawing/2014/main" id="{E7D43C28-9B43-E591-4314-96B344D43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1516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a3364f6310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a3364f6310_1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5890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94861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8972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7944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76915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94861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53833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30750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897255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48697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07668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9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257017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7666240" y="363586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" y="3034023"/>
            <a:ext cx="295338" cy="302004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9" y="243186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84677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846774" y="303468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-51" y="1784888"/>
            <a:ext cx="295369" cy="302004"/>
          </a:xfrm>
          <a:custGeom>
            <a:avLst/>
            <a:gdLst/>
            <a:ahLst/>
            <a:cxnLst/>
            <a:rect l="l" t="t" r="r" b="b"/>
            <a:pathLst>
              <a:path w="9515" h="10579" extrusionOk="0">
                <a:moveTo>
                  <a:pt x="1" y="1"/>
                </a:moveTo>
                <a:lnTo>
                  <a:pt x="1" y="10579"/>
                </a:lnTo>
                <a:lnTo>
                  <a:pt x="9515" y="10579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90611" y="3034023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0637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-5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016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7993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76892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3834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2805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667320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5704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47780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846852" y="243208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5" y="10547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846837" y="1829248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9"/>
                </a:lnTo>
                <a:lnTo>
                  <a:pt x="9484" y="10579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074526" y="3637928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768933" y="3638751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258967" y="303510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841100" y="2279225"/>
            <a:ext cx="5461800" cy="9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2358950" y="3281500"/>
            <a:ext cx="42831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ctrTitle" idx="2"/>
          </p:nvPr>
        </p:nvSpPr>
        <p:spPr>
          <a:xfrm>
            <a:off x="713100" y="1323175"/>
            <a:ext cx="7717800" cy="7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 flipH="1">
            <a:off x="589991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 flipH="1">
            <a:off x="531019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 flipH="1">
            <a:off x="1771844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 flipH="1">
            <a:off x="1183064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flipH="1">
            <a:off x="592413" y="4239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1207825" y="3983254"/>
            <a:ext cx="6700500" cy="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 idx="2" hasCustomPrompt="1"/>
          </p:nvPr>
        </p:nvSpPr>
        <p:spPr>
          <a:xfrm>
            <a:off x="3722450" y="526575"/>
            <a:ext cx="1699200" cy="31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8972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" y="3034023"/>
            <a:ext cx="295338" cy="302004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" y="243186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90637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-5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9016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 rot="10800000" flipH="1">
            <a:off x="8257867" y="14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 rot="10800000" flipH="1">
            <a:off x="8847624" y="602608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 rot="10800000" flipH="1">
            <a:off x="8848630" y="-2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 rot="10800000" flipH="1">
            <a:off x="8847702" y="1205203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5" y="10547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 rot="10800000" flipH="1">
            <a:off x="8847687" y="1807156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9"/>
                </a:lnTo>
                <a:lnTo>
                  <a:pt x="9484" y="10579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 rot="10800000" flipH="1">
            <a:off x="8259817" y="602189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body" idx="1"/>
          </p:nvPr>
        </p:nvSpPr>
        <p:spPr>
          <a:xfrm>
            <a:off x="717425" y="1203750"/>
            <a:ext cx="7709100" cy="3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  <a:defRPr sz="1200">
                <a:solidFill>
                  <a:srgbClr val="FFFFFF"/>
                </a:solidFill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○"/>
              <a:defRPr>
                <a:solidFill>
                  <a:srgbClr val="FFFFFF"/>
                </a:solidFill>
              </a:defRPr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■"/>
              <a:defRPr>
                <a:solidFill>
                  <a:srgbClr val="FFFFFF"/>
                </a:solidFill>
              </a:defRPr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●"/>
              <a:defRPr>
                <a:solidFill>
                  <a:srgbClr val="FFFFFF"/>
                </a:solidFill>
              </a:defRPr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○"/>
              <a:defRPr>
                <a:solidFill>
                  <a:srgbClr val="FFFFFF"/>
                </a:solidFill>
              </a:defRPr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■"/>
              <a:defRPr>
                <a:solidFill>
                  <a:srgbClr val="FFFFFF"/>
                </a:solidFill>
              </a:defRPr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●"/>
              <a:defRPr>
                <a:solidFill>
                  <a:srgbClr val="FFFFFF"/>
                </a:solidFill>
              </a:defRPr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uli"/>
              <a:buChar char="○"/>
              <a:defRPr>
                <a:solidFill>
                  <a:srgbClr val="FFFFFF"/>
                </a:solidFill>
              </a:defRPr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Font typeface="Muli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-295875" y="3054825"/>
            <a:ext cx="2159700" cy="5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235895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294866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58977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76920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53838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9021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117998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76897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53839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12858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71785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12810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307596" y="36379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9" y="3636224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848624" y="363770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 txBox="1">
            <a:spLocks noGrp="1"/>
          </p:cNvSpPr>
          <p:nvPr>
            <p:ph type="title"/>
          </p:nvPr>
        </p:nvSpPr>
        <p:spPr>
          <a:xfrm>
            <a:off x="1108900" y="1540450"/>
            <a:ext cx="3552000" cy="8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9" name="Google Shape;169;p7"/>
          <p:cNvSpPr txBox="1">
            <a:spLocks noGrp="1"/>
          </p:cNvSpPr>
          <p:nvPr>
            <p:ph type="body" idx="1"/>
          </p:nvPr>
        </p:nvSpPr>
        <p:spPr>
          <a:xfrm>
            <a:off x="1108875" y="2435000"/>
            <a:ext cx="4084200" cy="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 b="0"/>
            </a:lvl1pPr>
            <a:lvl2pPr marL="914400" lvl="1" indent="-33020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 rot="-5400000" flipH="1">
            <a:off x="8837117" y="2417294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 rot="-5400000" flipH="1">
            <a:off x="8837117" y="3022331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 rot="-5400000" flipH="1">
            <a:off x="8218864" y="-3340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 rot="-5400000" flipH="1">
            <a:off x="8218848" y="60171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"/>
          <p:cNvSpPr/>
          <p:nvPr/>
        </p:nvSpPr>
        <p:spPr>
          <a:xfrm rot="-5400000" flipH="1">
            <a:off x="8218848" y="120675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 rot="-5400000" flipH="1">
            <a:off x="8218848" y="181178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"/>
          <p:cNvSpPr/>
          <p:nvPr/>
        </p:nvSpPr>
        <p:spPr>
          <a:xfrm rot="-5400000" flipH="1">
            <a:off x="8218848" y="3021891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 rot="-5400000" flipH="1">
            <a:off x="8218848" y="362692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"/>
          <p:cNvSpPr/>
          <p:nvPr/>
        </p:nvSpPr>
        <p:spPr>
          <a:xfrm rot="-5400000" flipH="1">
            <a:off x="8218848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 rot="-5400000" flipH="1">
            <a:off x="7600595" y="-2900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"/>
          <p:cNvSpPr/>
          <p:nvPr/>
        </p:nvSpPr>
        <p:spPr>
          <a:xfrm rot="-5400000" flipH="1">
            <a:off x="6982340" y="-3354"/>
            <a:ext cx="303021" cy="309859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 rot="-5400000" flipH="1">
            <a:off x="6364086" y="-2900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/>
          <p:nvPr/>
        </p:nvSpPr>
        <p:spPr>
          <a:xfrm rot="-5400000" flipH="1">
            <a:off x="6982818" y="602114"/>
            <a:ext cx="302065" cy="309859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 rot="-5400000" flipH="1">
            <a:off x="7601074" y="60258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 rot="-5400000" flipH="1">
            <a:off x="8837548" y="-3385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 rot="-5400000" flipH="1">
            <a:off x="8837586" y="60210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"/>
          <p:cNvSpPr/>
          <p:nvPr/>
        </p:nvSpPr>
        <p:spPr>
          <a:xfrm rot="-5400000" flipH="1">
            <a:off x="8837584" y="1207199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 rot="-5400000" flipH="1">
            <a:off x="8835354" y="181197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 rot="-5400000" flipH="1">
            <a:off x="8218844" y="24172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"/>
          <p:cNvSpPr/>
          <p:nvPr/>
        </p:nvSpPr>
        <p:spPr>
          <a:xfrm rot="-5400000" flipH="1">
            <a:off x="8835362" y="36273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 rot="-5400000" flipH="1">
            <a:off x="8835842" y="423239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 rot="-5400000" flipH="1">
            <a:off x="8835362" y="483747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 rot="-5400000" flipH="1">
            <a:off x="8218902" y="423196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 rot="-5400000" flipH="1">
            <a:off x="7602324" y="181198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"/>
          <p:cNvSpPr/>
          <p:nvPr/>
        </p:nvSpPr>
        <p:spPr>
          <a:xfrm rot="-5400000" flipH="1">
            <a:off x="7602324" y="362570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 rot="-5400000" flipH="1">
            <a:off x="7601900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 rot="-5400000" flipH="1">
            <a:off x="6984953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 txBox="1">
            <a:spLocks noGrp="1"/>
          </p:cNvSpPr>
          <p:nvPr>
            <p:ph type="title"/>
          </p:nvPr>
        </p:nvSpPr>
        <p:spPr>
          <a:xfrm>
            <a:off x="1500200" y="1693000"/>
            <a:ext cx="5612700" cy="16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8"/>
          <p:cNvSpPr/>
          <p:nvPr/>
        </p:nvSpPr>
        <p:spPr>
          <a:xfrm rot="-5400000" flipH="1">
            <a:off x="6368449" y="483746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 rot="-5400000" flipH="1">
            <a:off x="5692174" y="-291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 rot="-5400000" flipH="1">
            <a:off x="5020249" y="-291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 rot="-5400000" flipH="1">
            <a:off x="5752349" y="483747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 rot="5400000">
            <a:off x="3454" y="-3368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 rot="5400000">
            <a:off x="3438" y="60168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"/>
          <p:cNvSpPr/>
          <p:nvPr/>
        </p:nvSpPr>
        <p:spPr>
          <a:xfrm rot="5400000">
            <a:off x="3438" y="181175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 rot="5400000">
            <a:off x="3438" y="362689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"/>
          <p:cNvSpPr/>
          <p:nvPr/>
        </p:nvSpPr>
        <p:spPr>
          <a:xfrm rot="5400000">
            <a:off x="3438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 rot="5400000">
            <a:off x="621721" y="-2929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"/>
          <p:cNvSpPr/>
          <p:nvPr/>
        </p:nvSpPr>
        <p:spPr>
          <a:xfrm rot="5400000">
            <a:off x="622197" y="602552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 rot="5400000">
            <a:off x="3442" y="241723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 rot="5400000">
            <a:off x="3384" y="423194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 rot="5400000">
            <a:off x="619959" y="1811954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"/>
          <p:cNvSpPr/>
          <p:nvPr/>
        </p:nvSpPr>
        <p:spPr>
          <a:xfrm rot="5400000">
            <a:off x="619959" y="362567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 rot="5400000">
            <a:off x="620383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"/>
          <p:cNvSpPr/>
          <p:nvPr/>
        </p:nvSpPr>
        <p:spPr>
          <a:xfrm rot="5400000">
            <a:off x="1237329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_1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 rot="10800000" flipH="1">
            <a:off x="0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3"/>
          <p:cNvSpPr/>
          <p:nvPr/>
        </p:nvSpPr>
        <p:spPr>
          <a:xfrm rot="10800000" flipH="1">
            <a:off x="589715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 rot="10800000" flipH="1">
            <a:off x="1179430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/>
          <p:nvPr/>
        </p:nvSpPr>
        <p:spPr>
          <a:xfrm rot="10800000" flipH="1">
            <a:off x="886" y="1807370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 rot="10800000" flipH="1">
            <a:off x="912" y="120519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 rot="10800000" flipH="1">
            <a:off x="444" y="-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 rot="10800000" flipH="1">
            <a:off x="590206" y="14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 rot="10800000" flipH="1">
            <a:off x="1179204" y="169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"/>
          <p:cNvSpPr/>
          <p:nvPr/>
        </p:nvSpPr>
        <p:spPr>
          <a:xfrm rot="10800000" flipH="1">
            <a:off x="1179208" y="120349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8846692" y="4840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7666361" y="423742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8846692" y="363545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8255915" y="363404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7666361" y="4842351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8256995" y="42363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8256073" y="48386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846724" y="4237634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8848642" y="3033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1"/>
          </p:nvPr>
        </p:nvSpPr>
        <p:spPr>
          <a:xfrm>
            <a:off x="1407681" y="4102075"/>
            <a:ext cx="3075000" cy="3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subTitle" idx="2"/>
          </p:nvPr>
        </p:nvSpPr>
        <p:spPr>
          <a:xfrm>
            <a:off x="4661319" y="4104337"/>
            <a:ext cx="3075000" cy="3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title" hasCustomPrompt="1"/>
          </p:nvPr>
        </p:nvSpPr>
        <p:spPr>
          <a:xfrm>
            <a:off x="1462581" y="1367150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2" name="Google Shape;362;p13"/>
          <p:cNvSpPr txBox="1">
            <a:spLocks noGrp="1"/>
          </p:cNvSpPr>
          <p:nvPr>
            <p:ph type="title" idx="3" hasCustomPrompt="1"/>
          </p:nvPr>
        </p:nvSpPr>
        <p:spPr>
          <a:xfrm>
            <a:off x="4716219" y="1367150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3" name="Google Shape;363;p13"/>
          <p:cNvSpPr txBox="1">
            <a:spLocks noGrp="1"/>
          </p:cNvSpPr>
          <p:nvPr>
            <p:ph type="title" idx="4" hasCustomPrompt="1"/>
          </p:nvPr>
        </p:nvSpPr>
        <p:spPr>
          <a:xfrm>
            <a:off x="1462581" y="2996049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4" name="Google Shape;364;p13"/>
          <p:cNvSpPr txBox="1">
            <a:spLocks noGrp="1"/>
          </p:cNvSpPr>
          <p:nvPr>
            <p:ph type="title" idx="5" hasCustomPrompt="1"/>
          </p:nvPr>
        </p:nvSpPr>
        <p:spPr>
          <a:xfrm>
            <a:off x="4716219" y="2998075"/>
            <a:ext cx="296520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5" name="Google Shape;365;p13"/>
          <p:cNvSpPr txBox="1">
            <a:spLocks noGrp="1"/>
          </p:cNvSpPr>
          <p:nvPr>
            <p:ph type="subTitle" idx="6"/>
          </p:nvPr>
        </p:nvSpPr>
        <p:spPr>
          <a:xfrm>
            <a:off x="1781031" y="2015850"/>
            <a:ext cx="2328300" cy="3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66" name="Google Shape;366;p13"/>
          <p:cNvSpPr txBox="1">
            <a:spLocks noGrp="1"/>
          </p:cNvSpPr>
          <p:nvPr>
            <p:ph type="subTitle" idx="7"/>
          </p:nvPr>
        </p:nvSpPr>
        <p:spPr>
          <a:xfrm>
            <a:off x="5034669" y="2018575"/>
            <a:ext cx="2328300" cy="3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67" name="Google Shape;367;p13"/>
          <p:cNvSpPr txBox="1">
            <a:spLocks noGrp="1"/>
          </p:cNvSpPr>
          <p:nvPr>
            <p:ph type="subTitle" idx="8"/>
          </p:nvPr>
        </p:nvSpPr>
        <p:spPr>
          <a:xfrm>
            <a:off x="5034669" y="3643025"/>
            <a:ext cx="23283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68" name="Google Shape;368;p13"/>
          <p:cNvSpPr txBox="1">
            <a:spLocks noGrp="1"/>
          </p:cNvSpPr>
          <p:nvPr>
            <p:ph type="subTitle" idx="9"/>
          </p:nvPr>
        </p:nvSpPr>
        <p:spPr>
          <a:xfrm>
            <a:off x="1407681" y="2479575"/>
            <a:ext cx="30750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9" name="Google Shape;369;p13"/>
          <p:cNvSpPr txBox="1">
            <a:spLocks noGrp="1"/>
          </p:cNvSpPr>
          <p:nvPr>
            <p:ph type="subTitle" idx="13"/>
          </p:nvPr>
        </p:nvSpPr>
        <p:spPr>
          <a:xfrm>
            <a:off x="4668369" y="2480138"/>
            <a:ext cx="3060900" cy="3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13"/>
          <p:cNvSpPr txBox="1">
            <a:spLocks noGrp="1"/>
          </p:cNvSpPr>
          <p:nvPr>
            <p:ph type="subTitle" idx="14"/>
          </p:nvPr>
        </p:nvSpPr>
        <p:spPr>
          <a:xfrm>
            <a:off x="1781031" y="3640250"/>
            <a:ext cx="23283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371" name="Google Shape;371;p13"/>
          <p:cNvSpPr txBox="1">
            <a:spLocks noGrp="1"/>
          </p:cNvSpPr>
          <p:nvPr>
            <p:ph type="title" idx="15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_ONLY_1_1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/>
          <p:nvPr/>
        </p:nvSpPr>
        <p:spPr>
          <a:xfrm rot="10800000" flipH="1">
            <a:off x="8257042" y="17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7"/>
          <p:cNvSpPr/>
          <p:nvPr/>
        </p:nvSpPr>
        <p:spPr>
          <a:xfrm rot="10800000" flipH="1">
            <a:off x="34" y="604097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7"/>
          <p:cNvSpPr/>
          <p:nvPr/>
        </p:nvSpPr>
        <p:spPr>
          <a:xfrm rot="10800000" flipH="1">
            <a:off x="589750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7"/>
          <p:cNvSpPr/>
          <p:nvPr/>
        </p:nvSpPr>
        <p:spPr>
          <a:xfrm rot="10800000" flipH="1">
            <a:off x="1179465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7"/>
          <p:cNvSpPr/>
          <p:nvPr/>
        </p:nvSpPr>
        <p:spPr>
          <a:xfrm rot="10800000" flipH="1">
            <a:off x="34" y="1207138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7"/>
          <p:cNvSpPr/>
          <p:nvPr/>
        </p:nvSpPr>
        <p:spPr>
          <a:xfrm rot="10800000" flipH="1">
            <a:off x="8846799" y="6042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7"/>
          <p:cNvSpPr/>
          <p:nvPr/>
        </p:nvSpPr>
        <p:spPr>
          <a:xfrm rot="10800000" flipH="1">
            <a:off x="590662" y="12071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7"/>
          <p:cNvSpPr/>
          <p:nvPr/>
        </p:nvSpPr>
        <p:spPr>
          <a:xfrm rot="10800000" flipH="1">
            <a:off x="-25" y="106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7"/>
          <p:cNvSpPr/>
          <p:nvPr/>
        </p:nvSpPr>
        <p:spPr>
          <a:xfrm rot="10800000" flipH="1">
            <a:off x="590194" y="19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7"/>
          <p:cNvSpPr/>
          <p:nvPr/>
        </p:nvSpPr>
        <p:spPr>
          <a:xfrm rot="10800000" flipH="1">
            <a:off x="1179956" y="1938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7"/>
          <p:cNvSpPr/>
          <p:nvPr/>
        </p:nvSpPr>
        <p:spPr>
          <a:xfrm rot="10800000" flipH="1">
            <a:off x="1768954" y="361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7"/>
          <p:cNvSpPr/>
          <p:nvPr/>
        </p:nvSpPr>
        <p:spPr>
          <a:xfrm rot="10800000" flipH="1">
            <a:off x="7076711" y="-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7"/>
          <p:cNvSpPr/>
          <p:nvPr/>
        </p:nvSpPr>
        <p:spPr>
          <a:xfrm rot="10800000" flipH="1">
            <a:off x="7667345" y="6059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7"/>
          <p:cNvSpPr/>
          <p:nvPr/>
        </p:nvSpPr>
        <p:spPr>
          <a:xfrm rot="10800000" flipH="1">
            <a:off x="7666423" y="36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7"/>
          <p:cNvSpPr/>
          <p:nvPr/>
        </p:nvSpPr>
        <p:spPr>
          <a:xfrm rot="10800000" flipH="1">
            <a:off x="8257074" y="6038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7"/>
          <p:cNvSpPr/>
          <p:nvPr/>
        </p:nvSpPr>
        <p:spPr>
          <a:xfrm rot="10800000" flipH="1">
            <a:off x="8848605" y="212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7"/>
          <p:cNvSpPr/>
          <p:nvPr/>
        </p:nvSpPr>
        <p:spPr>
          <a:xfrm rot="10800000" flipH="1">
            <a:off x="8847805" y="120691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7"/>
          <p:cNvSpPr txBox="1">
            <a:spLocks noGrp="1"/>
          </p:cNvSpPr>
          <p:nvPr>
            <p:ph type="title"/>
          </p:nvPr>
        </p:nvSpPr>
        <p:spPr>
          <a:xfrm>
            <a:off x="2102668" y="18200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6" name="Google Shape;476;p17"/>
          <p:cNvSpPr txBox="1">
            <a:spLocks noGrp="1"/>
          </p:cNvSpPr>
          <p:nvPr>
            <p:ph type="subTitle" idx="1"/>
          </p:nvPr>
        </p:nvSpPr>
        <p:spPr>
          <a:xfrm>
            <a:off x="2102668" y="2272050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7" name="Google Shape;477;p17"/>
          <p:cNvSpPr txBox="1">
            <a:spLocks noGrp="1"/>
          </p:cNvSpPr>
          <p:nvPr>
            <p:ph type="title" idx="2"/>
          </p:nvPr>
        </p:nvSpPr>
        <p:spPr>
          <a:xfrm>
            <a:off x="2102668" y="33929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17"/>
          <p:cNvSpPr txBox="1">
            <a:spLocks noGrp="1"/>
          </p:cNvSpPr>
          <p:nvPr>
            <p:ph type="subTitle" idx="3"/>
          </p:nvPr>
        </p:nvSpPr>
        <p:spPr>
          <a:xfrm>
            <a:off x="2102668" y="3845075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9" name="Google Shape;479;p17"/>
          <p:cNvSpPr txBox="1">
            <a:spLocks noGrp="1"/>
          </p:cNvSpPr>
          <p:nvPr>
            <p:ph type="title" idx="4"/>
          </p:nvPr>
        </p:nvSpPr>
        <p:spPr>
          <a:xfrm>
            <a:off x="5809669" y="18200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17"/>
          <p:cNvSpPr txBox="1">
            <a:spLocks noGrp="1"/>
          </p:cNvSpPr>
          <p:nvPr>
            <p:ph type="subTitle" idx="5"/>
          </p:nvPr>
        </p:nvSpPr>
        <p:spPr>
          <a:xfrm>
            <a:off x="5809671" y="2272050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1" name="Google Shape;481;p17"/>
          <p:cNvSpPr txBox="1">
            <a:spLocks noGrp="1"/>
          </p:cNvSpPr>
          <p:nvPr>
            <p:ph type="title" idx="6"/>
          </p:nvPr>
        </p:nvSpPr>
        <p:spPr>
          <a:xfrm>
            <a:off x="5809669" y="3392975"/>
            <a:ext cx="2693400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2" name="Google Shape;482;p17"/>
          <p:cNvSpPr txBox="1">
            <a:spLocks noGrp="1"/>
          </p:cNvSpPr>
          <p:nvPr>
            <p:ph type="subTitle" idx="7"/>
          </p:nvPr>
        </p:nvSpPr>
        <p:spPr>
          <a:xfrm>
            <a:off x="5809671" y="3845075"/>
            <a:ext cx="2423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3" name="Google Shape;483;p17"/>
          <p:cNvSpPr txBox="1">
            <a:spLocks noGrp="1"/>
          </p:cNvSpPr>
          <p:nvPr>
            <p:ph type="title" idx="8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APTION_ONLY_1_1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7"/>
          <p:cNvSpPr/>
          <p:nvPr/>
        </p:nvSpPr>
        <p:spPr>
          <a:xfrm>
            <a:off x="235895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7"/>
          <p:cNvSpPr/>
          <p:nvPr/>
        </p:nvSpPr>
        <p:spPr>
          <a:xfrm>
            <a:off x="294866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7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7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7"/>
          <p:cNvSpPr/>
          <p:nvPr/>
        </p:nvSpPr>
        <p:spPr>
          <a:xfrm>
            <a:off x="5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7"/>
          <p:cNvSpPr/>
          <p:nvPr/>
        </p:nvSpPr>
        <p:spPr>
          <a:xfrm>
            <a:off x="58977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7"/>
          <p:cNvSpPr/>
          <p:nvPr/>
        </p:nvSpPr>
        <p:spPr>
          <a:xfrm>
            <a:off x="176920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353838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7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27"/>
          <p:cNvSpPr/>
          <p:nvPr/>
        </p:nvSpPr>
        <p:spPr>
          <a:xfrm>
            <a:off x="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7"/>
          <p:cNvSpPr/>
          <p:nvPr/>
        </p:nvSpPr>
        <p:spPr>
          <a:xfrm>
            <a:off x="59021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117998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7"/>
          <p:cNvSpPr/>
          <p:nvPr/>
        </p:nvSpPr>
        <p:spPr>
          <a:xfrm>
            <a:off x="176897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7"/>
          <p:cNvSpPr/>
          <p:nvPr/>
        </p:nvSpPr>
        <p:spPr>
          <a:xfrm>
            <a:off x="353839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412858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7"/>
          <p:cNvSpPr/>
          <p:nvPr/>
        </p:nvSpPr>
        <p:spPr>
          <a:xfrm>
            <a:off x="471785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7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7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7"/>
          <p:cNvSpPr/>
          <p:nvPr/>
        </p:nvSpPr>
        <p:spPr>
          <a:xfrm>
            <a:off x="412810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7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7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7"/>
          <p:cNvSpPr/>
          <p:nvPr/>
        </p:nvSpPr>
        <p:spPr>
          <a:xfrm>
            <a:off x="1768971" y="36379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59" y="3636224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27"/>
          <p:cNvSpPr/>
          <p:nvPr/>
        </p:nvSpPr>
        <p:spPr>
          <a:xfrm>
            <a:off x="8848624" y="363770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7"/>
          <p:cNvSpPr txBox="1">
            <a:spLocks noGrp="1"/>
          </p:cNvSpPr>
          <p:nvPr>
            <p:ph type="subTitle" idx="1"/>
          </p:nvPr>
        </p:nvSpPr>
        <p:spPr>
          <a:xfrm>
            <a:off x="1059150" y="1276625"/>
            <a:ext cx="702570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1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7"/>
          <p:cNvSpPr txBox="1">
            <a:spLocks noGrp="1"/>
          </p:cNvSpPr>
          <p:nvPr>
            <p:ph type="title"/>
          </p:nvPr>
        </p:nvSpPr>
        <p:spPr>
          <a:xfrm>
            <a:off x="2332425" y="3034500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Char char="-"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88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8" r:id="rId6"/>
    <p:sldLayoutId id="2147483659" r:id="rId7"/>
    <p:sldLayoutId id="2147483663" r:id="rId8"/>
    <p:sldLayoutId id="214748367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gif"/><Relationship Id="rId4" Type="http://schemas.openxmlformats.org/officeDocument/2006/relationships/image" Target="../media/image24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gif"/><Relationship Id="rId4" Type="http://schemas.openxmlformats.org/officeDocument/2006/relationships/image" Target="../media/image27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gif"/><Relationship Id="rId4" Type="http://schemas.openxmlformats.org/officeDocument/2006/relationships/image" Target="../media/image30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gif"/><Relationship Id="rId4" Type="http://schemas.openxmlformats.org/officeDocument/2006/relationships/image" Target="../media/image3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gif"/><Relationship Id="rId4" Type="http://schemas.openxmlformats.org/officeDocument/2006/relationships/image" Target="../media/image37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gif"/><Relationship Id="rId4" Type="http://schemas.openxmlformats.org/officeDocument/2006/relationships/image" Target="../media/image40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3"/>
          <p:cNvSpPr txBox="1">
            <a:spLocks noGrp="1"/>
          </p:cNvSpPr>
          <p:nvPr>
            <p:ph type="ctrTitle"/>
          </p:nvPr>
        </p:nvSpPr>
        <p:spPr>
          <a:xfrm>
            <a:off x="1841100" y="1078247"/>
            <a:ext cx="5461800" cy="9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PROYEK GAME PROG</a:t>
            </a:r>
            <a:endParaRPr b="1" dirty="0"/>
          </a:p>
        </p:txBody>
      </p:sp>
      <p:sp>
        <p:nvSpPr>
          <p:cNvPr id="964" name="Google Shape;964;p33"/>
          <p:cNvSpPr txBox="1">
            <a:spLocks noGrp="1"/>
          </p:cNvSpPr>
          <p:nvPr>
            <p:ph type="subTitle" idx="1"/>
          </p:nvPr>
        </p:nvSpPr>
        <p:spPr>
          <a:xfrm>
            <a:off x="2439563" y="2097534"/>
            <a:ext cx="4264874" cy="16770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ichard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adiyanto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222117055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gnatius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ryant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222117029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eynard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amadjaja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222117054 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hio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ichcie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umundo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-</a:t>
            </a:r>
            <a:r>
              <a:rPr lang="id-ID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222117065</a:t>
            </a:r>
            <a:endParaRPr lang="en-ID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5" name="Google Shape;965;p33"/>
          <p:cNvSpPr txBox="1">
            <a:spLocks noGrp="1"/>
          </p:cNvSpPr>
          <p:nvPr>
            <p:ph type="ctrTitle" idx="2"/>
          </p:nvPr>
        </p:nvSpPr>
        <p:spPr>
          <a:xfrm>
            <a:off x="713100" y="274960"/>
            <a:ext cx="7717800" cy="7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PIXEL GUARDIAN</a:t>
            </a:r>
            <a:endParaRPr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7F06D0-3F9F-406B-8AAE-C8077E4AB939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92286" y="189236"/>
            <a:ext cx="2091577" cy="726042"/>
          </a:xfrm>
        </p:spPr>
        <p:txBody>
          <a:bodyPr/>
          <a:lstStyle/>
          <a:p>
            <a:r>
              <a:rPr lang="en-US" sz="3600" b="1" dirty="0"/>
              <a:t>Analisa</a:t>
            </a:r>
            <a:endParaRPr lang="id-ID" sz="3600" b="1" dirty="0"/>
          </a:p>
        </p:txBody>
      </p:sp>
      <p:sp>
        <p:nvSpPr>
          <p:cNvPr id="4" name="Google Shape;971;p34">
            <a:extLst>
              <a:ext uri="{FF2B5EF4-FFF2-40B4-BE49-F238E27FC236}">
                <a16:creationId xmlns:a16="http://schemas.microsoft.com/office/drawing/2014/main" id="{0F113B5C-5A8A-CFAD-DC7F-A08301D872C9}"/>
              </a:ext>
            </a:extLst>
          </p:cNvPr>
          <p:cNvSpPr txBox="1">
            <a:spLocks/>
          </p:cNvSpPr>
          <p:nvPr/>
        </p:nvSpPr>
        <p:spPr>
          <a:xfrm>
            <a:off x="451784" y="2482372"/>
            <a:ext cx="4033427" cy="13076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8750"/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Celeste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merupakan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platformer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bergaya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pixel art.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Untuk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proyek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elemen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platforming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direferensikan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dari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Celeste.</a:t>
            </a:r>
          </a:p>
        </p:txBody>
      </p:sp>
      <p:pic>
        <p:nvPicPr>
          <p:cNvPr id="7" name="Picture 2" descr="Celeste | Download and Buy Today - Epic Games Store">
            <a:extLst>
              <a:ext uri="{FF2B5EF4-FFF2-40B4-BE49-F238E27FC236}">
                <a16:creationId xmlns:a16="http://schemas.microsoft.com/office/drawing/2014/main" id="{33B30F95-BB3E-1080-1D08-D7A67D5F5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67" y="191397"/>
            <a:ext cx="2119868" cy="211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eleste | Download and Buy Today - Epic Games Store">
            <a:extLst>
              <a:ext uri="{FF2B5EF4-FFF2-40B4-BE49-F238E27FC236}">
                <a16:creationId xmlns:a16="http://schemas.microsoft.com/office/drawing/2014/main" id="{78058CD5-CDC0-FF4D-CC2E-46780F18F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71" y="189236"/>
            <a:ext cx="3776339" cy="212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eleste | Nintendo Switch download software | Games | Nintendo">
            <a:extLst>
              <a:ext uri="{FF2B5EF4-FFF2-40B4-BE49-F238E27FC236}">
                <a16:creationId xmlns:a16="http://schemas.microsoft.com/office/drawing/2014/main" id="{D162B5D9-5B22-D0C1-52EB-9BE2746C6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417" y="2482372"/>
            <a:ext cx="4033427" cy="22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5B0EF93B-F12D-5A70-B4B2-77C793FEDD4E}"/>
              </a:ext>
            </a:extLst>
          </p:cNvPr>
          <p:cNvSpPr txBox="1">
            <a:spLocks/>
          </p:cNvSpPr>
          <p:nvPr/>
        </p:nvSpPr>
        <p:spPr>
          <a:xfrm>
            <a:off x="192285" y="1670777"/>
            <a:ext cx="2091577" cy="72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Press Start 2P"/>
              <a:buNone/>
              <a:defRPr sz="8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800" b="1" dirty="0"/>
              <a:t>Celeste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312746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829E-4AE8-83E1-5342-073F0F14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ead Cells - IGN">
            <a:extLst>
              <a:ext uri="{FF2B5EF4-FFF2-40B4-BE49-F238E27FC236}">
                <a16:creationId xmlns:a16="http://schemas.microsoft.com/office/drawing/2014/main" id="{D3654044-2688-6B83-1691-82FC97AA5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66" y="189235"/>
            <a:ext cx="2119867" cy="2119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F46B8B6-632B-C01C-07DD-3BAAD827D983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92286" y="189236"/>
            <a:ext cx="2091577" cy="726042"/>
          </a:xfrm>
        </p:spPr>
        <p:txBody>
          <a:bodyPr/>
          <a:lstStyle/>
          <a:p>
            <a:r>
              <a:rPr lang="en-US" sz="3600" b="1" dirty="0"/>
              <a:t>Analisa</a:t>
            </a:r>
            <a:endParaRPr lang="id-ID" sz="3600" b="1" dirty="0"/>
          </a:p>
        </p:txBody>
      </p:sp>
      <p:sp>
        <p:nvSpPr>
          <p:cNvPr id="4" name="Google Shape;971;p34">
            <a:extLst>
              <a:ext uri="{FF2B5EF4-FFF2-40B4-BE49-F238E27FC236}">
                <a16:creationId xmlns:a16="http://schemas.microsoft.com/office/drawing/2014/main" id="{85794441-3519-6BE4-B5D0-1AF25C7DF00C}"/>
              </a:ext>
            </a:extLst>
          </p:cNvPr>
          <p:cNvSpPr txBox="1">
            <a:spLocks/>
          </p:cNvSpPr>
          <p:nvPr/>
        </p:nvSpPr>
        <p:spPr>
          <a:xfrm>
            <a:off x="451784" y="2482372"/>
            <a:ext cx="4033427" cy="1683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8750"/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Dead Cells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merupakan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sidescroller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dengan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gaya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seni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gelap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sistem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rute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panggung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bebas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.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Untuk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proyek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aspek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artstyle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dan route map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mereferensikan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Dead Cells,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khususnya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dalam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hal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estetika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dark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kebebasan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eksplorasi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stage-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53224A8-D81D-7EA9-F04A-C968165C4138}"/>
              </a:ext>
            </a:extLst>
          </p:cNvPr>
          <p:cNvSpPr txBox="1">
            <a:spLocks/>
          </p:cNvSpPr>
          <p:nvPr/>
        </p:nvSpPr>
        <p:spPr>
          <a:xfrm>
            <a:off x="451784" y="1670777"/>
            <a:ext cx="1969582" cy="72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Press Start 2P"/>
              <a:buNone/>
              <a:defRPr sz="8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800" b="1" dirty="0"/>
              <a:t>Dead Cells</a:t>
            </a:r>
            <a:endParaRPr lang="id-ID" sz="2800" b="1" dirty="0"/>
          </a:p>
        </p:txBody>
      </p:sp>
      <p:pic>
        <p:nvPicPr>
          <p:cNvPr id="6" name="Picture 6" descr="» Dead Cells | Jeux vidéo">
            <a:extLst>
              <a:ext uri="{FF2B5EF4-FFF2-40B4-BE49-F238E27FC236}">
                <a16:creationId xmlns:a16="http://schemas.microsoft.com/office/drawing/2014/main" id="{FDF8EC01-9D35-CED2-35D2-80601B21F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081" y="2490369"/>
            <a:ext cx="4031129" cy="22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 20% on Dead Cells on Steam">
            <a:extLst>
              <a:ext uri="{FF2B5EF4-FFF2-40B4-BE49-F238E27FC236}">
                <a16:creationId xmlns:a16="http://schemas.microsoft.com/office/drawing/2014/main" id="{9355727A-4F32-5664-8BCB-D3552A516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71" y="189234"/>
            <a:ext cx="3776339" cy="212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14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D822C-FBFD-890B-D40B-4DC571BA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Soul Knight Prequel Tier List">
            <a:extLst>
              <a:ext uri="{FF2B5EF4-FFF2-40B4-BE49-F238E27FC236}">
                <a16:creationId xmlns:a16="http://schemas.microsoft.com/office/drawing/2014/main" id="{174443C6-6861-7E19-0EC8-D6C3B63D8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307" y="2490370"/>
            <a:ext cx="4042903" cy="226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oul Knight Wallpapers - Top Free Soul Knight Backgrounds - WallpaperAccess">
            <a:extLst>
              <a:ext uri="{FF2B5EF4-FFF2-40B4-BE49-F238E27FC236}">
                <a16:creationId xmlns:a16="http://schemas.microsoft.com/office/drawing/2014/main" id="{D8627E63-819B-3014-A0BC-F00EF5D9B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871" y="189234"/>
            <a:ext cx="3776340" cy="212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oul Knight Prequel - Apps on Google Play">
            <a:extLst>
              <a:ext uri="{FF2B5EF4-FFF2-40B4-BE49-F238E27FC236}">
                <a16:creationId xmlns:a16="http://schemas.microsoft.com/office/drawing/2014/main" id="{18F633D1-D9F5-89DF-7C63-827BE368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66" y="196987"/>
            <a:ext cx="2119866" cy="211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DF9337-BCD7-075F-371B-851D8496AC9A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92286" y="189236"/>
            <a:ext cx="2091577" cy="726042"/>
          </a:xfrm>
        </p:spPr>
        <p:txBody>
          <a:bodyPr/>
          <a:lstStyle/>
          <a:p>
            <a:r>
              <a:rPr lang="en-US" sz="3600" b="1" dirty="0"/>
              <a:t>Analisa</a:t>
            </a:r>
            <a:endParaRPr lang="id-ID" sz="3600" b="1" dirty="0"/>
          </a:p>
        </p:txBody>
      </p:sp>
      <p:sp>
        <p:nvSpPr>
          <p:cNvPr id="4" name="Google Shape;971;p34">
            <a:extLst>
              <a:ext uri="{FF2B5EF4-FFF2-40B4-BE49-F238E27FC236}">
                <a16:creationId xmlns:a16="http://schemas.microsoft.com/office/drawing/2014/main" id="{86FED1A2-F296-B416-5625-AF542BEC2D57}"/>
              </a:ext>
            </a:extLst>
          </p:cNvPr>
          <p:cNvSpPr txBox="1">
            <a:spLocks/>
          </p:cNvSpPr>
          <p:nvPr/>
        </p:nvSpPr>
        <p:spPr>
          <a:xfrm>
            <a:off x="451784" y="2482372"/>
            <a:ext cx="4033427" cy="16839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8750"/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Soul Knight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merupakan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top – down shooter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dengan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elemen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roguelike.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Untuk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proyek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aspek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UI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sistem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upgrade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mereferensikan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Soul Knight,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terutama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karena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desain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antarmukanya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sesuai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dengan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gaya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game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ini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dan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sistem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upgradenya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yang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sederhana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menggunakan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 </a:t>
            </a:r>
            <a:r>
              <a:rPr lang="en-ID" dirty="0" err="1">
                <a:solidFill>
                  <a:schemeClr val="bg1"/>
                </a:solidFill>
                <a:cs typeface="LilyUPC" panose="020B0502040204020203" pitchFamily="34" charset="-34"/>
              </a:rPr>
              <a:t>koin</a:t>
            </a:r>
            <a:r>
              <a:rPr lang="en-ID" dirty="0">
                <a:solidFill>
                  <a:schemeClr val="bg1"/>
                </a:solidFill>
                <a:cs typeface="LilyUPC" panose="020B0502040204020203" pitchFamily="34" charset="-34"/>
              </a:rPr>
              <a:t>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8AD8450-550D-E924-465B-199D76F93D3B}"/>
              </a:ext>
            </a:extLst>
          </p:cNvPr>
          <p:cNvSpPr txBox="1">
            <a:spLocks/>
          </p:cNvSpPr>
          <p:nvPr/>
        </p:nvSpPr>
        <p:spPr>
          <a:xfrm>
            <a:off x="451784" y="1670777"/>
            <a:ext cx="1969582" cy="726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Press Start 2P"/>
              <a:buNone/>
              <a:defRPr sz="8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0"/>
              <a:buFont typeface="Press Start 2P"/>
              <a:buNone/>
              <a:defRPr sz="12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800" b="1" dirty="0"/>
              <a:t>Soul Knight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320739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4"/>
          <p:cNvSpPr txBox="1">
            <a:spLocks noGrp="1"/>
          </p:cNvSpPr>
          <p:nvPr>
            <p:ph type="title"/>
          </p:nvPr>
        </p:nvSpPr>
        <p:spPr>
          <a:xfrm>
            <a:off x="3304730" y="347496"/>
            <a:ext cx="2534539" cy="5257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Back Story</a:t>
            </a:r>
            <a:endParaRPr sz="3600" b="1" dirty="0"/>
          </a:p>
        </p:txBody>
      </p:sp>
      <p:sp>
        <p:nvSpPr>
          <p:cNvPr id="971" name="Google Shape;971;p34"/>
          <p:cNvSpPr txBox="1">
            <a:spLocks noGrp="1"/>
          </p:cNvSpPr>
          <p:nvPr>
            <p:ph type="body" idx="1"/>
          </p:nvPr>
        </p:nvSpPr>
        <p:spPr>
          <a:xfrm>
            <a:off x="846635" y="873225"/>
            <a:ext cx="7709100" cy="39510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indent="0">
              <a:buNone/>
            </a:pPr>
            <a:r>
              <a:rPr lang="en-ID" dirty="0">
                <a:cs typeface="LilyUPC" panose="020B0502040204020203" pitchFamily="34" charset="-34"/>
              </a:rPr>
              <a:t>Dunia </a:t>
            </a:r>
            <a:r>
              <a:rPr lang="en-ID" dirty="0" err="1">
                <a:cs typeface="LilyUPC" panose="020B0502040204020203" pitchFamily="34" charset="-34"/>
              </a:rPr>
              <a:t>Crystallia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terdiri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dari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empat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besar</a:t>
            </a:r>
            <a:r>
              <a:rPr lang="en-ID" dirty="0">
                <a:cs typeface="LilyUPC" panose="020B0502040204020203" pitchFamily="34" charset="-34"/>
              </a:rPr>
              <a:t> yang </a:t>
            </a:r>
            <a:r>
              <a:rPr lang="en-ID" dirty="0" err="1">
                <a:cs typeface="LilyUPC" panose="020B0502040204020203" pitchFamily="34" charset="-34"/>
              </a:rPr>
              <a:t>hidup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dalam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kedamaian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harmoni</a:t>
            </a:r>
            <a:r>
              <a:rPr lang="en-ID" dirty="0">
                <a:cs typeface="LilyUPC" panose="020B0502040204020203" pitchFamily="34" charset="-34"/>
              </a:rPr>
              <a:t>. </a:t>
            </a:r>
            <a:r>
              <a:rPr lang="en-ID" dirty="0" err="1">
                <a:cs typeface="LilyUPC" panose="020B0502040204020203" pitchFamily="34" charset="-34"/>
              </a:rPr>
              <a:t>Keempat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tersebut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adalah</a:t>
            </a:r>
            <a:r>
              <a:rPr lang="en-ID" dirty="0">
                <a:cs typeface="LilyUPC" panose="020B0502040204020203" pitchFamily="34" charset="-34"/>
              </a:rPr>
              <a:t> Emerald Kingdom, Ruby Kingdom, Sapphire Kingdom, dan Obsidian Kingdom.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bertahun</a:t>
            </a:r>
            <a:r>
              <a:rPr lang="en-ID" dirty="0"/>
              <a:t> – </a:t>
            </a:r>
            <a:r>
              <a:rPr lang="en-ID" dirty="0" err="1"/>
              <a:t>tahun</a:t>
            </a:r>
            <a:r>
              <a:rPr lang="en-ID" dirty="0"/>
              <a:t>, </a:t>
            </a:r>
            <a:r>
              <a:rPr lang="en-ID" dirty="0" err="1"/>
              <a:t>keempat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bahu – </a:t>
            </a:r>
            <a:r>
              <a:rPr lang="en-ID" dirty="0" err="1"/>
              <a:t>membahu</a:t>
            </a:r>
            <a:r>
              <a:rPr lang="en-ID" dirty="0"/>
              <a:t> dan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masa </a:t>
            </a:r>
            <a:r>
              <a:rPr lang="en-ID" dirty="0" err="1"/>
              <a:t>depan</a:t>
            </a:r>
            <a:r>
              <a:rPr lang="en-ID" dirty="0"/>
              <a:t> yang </a:t>
            </a:r>
            <a:r>
              <a:rPr lang="en-ID" dirty="0" err="1"/>
              <a:t>sejahtera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penduduk</a:t>
            </a:r>
            <a:r>
              <a:rPr lang="en-ID" dirty="0"/>
              <a:t> </a:t>
            </a:r>
            <a:r>
              <a:rPr lang="en-ID" dirty="0" err="1"/>
              <a:t>Crystallia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kedamaian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runtuh</a:t>
            </a:r>
            <a:r>
              <a:rPr lang="en-ID" dirty="0"/>
              <a:t> </a:t>
            </a:r>
            <a:r>
              <a:rPr lang="en-ID" dirty="0" err="1"/>
              <a:t>seketika</a:t>
            </a:r>
            <a:r>
              <a:rPr lang="en-ID" dirty="0"/>
              <a:t> Obsidian Kingdom </a:t>
            </a:r>
            <a:r>
              <a:rPr lang="en-ID" dirty="0" err="1"/>
              <a:t>mengalami</a:t>
            </a:r>
            <a:r>
              <a:rPr lang="en-ID" dirty="0"/>
              <a:t> </a:t>
            </a:r>
            <a:r>
              <a:rPr lang="en-ID" dirty="0" err="1"/>
              <a:t>kekacauan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yang </a:t>
            </a:r>
            <a:r>
              <a:rPr lang="en-ID" dirty="0" err="1"/>
              <a:t>mengguncang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wilayahnya</a:t>
            </a:r>
            <a:r>
              <a:rPr lang="en-ID" dirty="0"/>
              <a:t>.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penyakit</a:t>
            </a:r>
            <a:r>
              <a:rPr lang="en-ID" dirty="0"/>
              <a:t> </a:t>
            </a:r>
            <a:r>
              <a:rPr lang="en-ID" dirty="0" err="1"/>
              <a:t>wabah</a:t>
            </a:r>
            <a:r>
              <a:rPr lang="en-ID" dirty="0"/>
              <a:t> yang </a:t>
            </a:r>
            <a:r>
              <a:rPr lang="en-ID" dirty="0" err="1"/>
              <a:t>menyebar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, </a:t>
            </a:r>
            <a:r>
              <a:rPr lang="en-ID" dirty="0" err="1"/>
              <a:t>merenggut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nyawa</a:t>
            </a:r>
            <a:r>
              <a:rPr lang="en-ID" dirty="0"/>
              <a:t> dan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penderitaan</a:t>
            </a:r>
            <a:r>
              <a:rPr lang="en-ID" dirty="0"/>
              <a:t> </a:t>
            </a:r>
            <a:r>
              <a:rPr lang="en-ID" dirty="0" err="1"/>
              <a:t>berat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penjuru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Dilanda</a:t>
            </a:r>
            <a:r>
              <a:rPr lang="en-ID" dirty="0"/>
              <a:t> </a:t>
            </a:r>
            <a:r>
              <a:rPr lang="en-ID" dirty="0" err="1"/>
              <a:t>keputusasaan</a:t>
            </a:r>
            <a:r>
              <a:rPr lang="en-ID" dirty="0"/>
              <a:t>, sang </a:t>
            </a:r>
            <a:r>
              <a:rPr lang="en-ID" dirty="0" err="1"/>
              <a:t>pangeran</a:t>
            </a:r>
            <a:r>
              <a:rPr lang="en-ID" dirty="0"/>
              <a:t> </a:t>
            </a:r>
            <a:r>
              <a:rPr lang="en-ID" dirty="0" err="1"/>
              <a:t>memilih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terlarang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dan </a:t>
            </a:r>
            <a:r>
              <a:rPr lang="en-ID" dirty="0" err="1"/>
              <a:t>mempelajari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hitam</a:t>
            </a:r>
            <a:r>
              <a:rPr lang="en-ID" dirty="0"/>
              <a:t> demi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kerajaannya</a:t>
            </a:r>
            <a:r>
              <a:rPr lang="en-ID" dirty="0"/>
              <a:t>. Keputusan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murka</a:t>
            </a:r>
            <a:r>
              <a:rPr lang="en-ID" dirty="0"/>
              <a:t> sang raja,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mengasingkan</a:t>
            </a:r>
            <a:r>
              <a:rPr lang="en-ID" dirty="0"/>
              <a:t> </a:t>
            </a:r>
            <a:r>
              <a:rPr lang="en-ID" dirty="0" err="1"/>
              <a:t>putranya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hutan</a:t>
            </a:r>
            <a:r>
              <a:rPr lang="en-ID" dirty="0"/>
              <a:t> yang </a:t>
            </a:r>
            <a:r>
              <a:rPr lang="en-ID" dirty="0" err="1"/>
              <a:t>terpencil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dirty="0"/>
              <a:t>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pengasingan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sang </a:t>
            </a:r>
            <a:r>
              <a:rPr lang="en-ID" dirty="0" err="1"/>
              <a:t>pangeran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memperdalam</a:t>
            </a:r>
            <a:r>
              <a:rPr lang="en-ID" dirty="0"/>
              <a:t> </a:t>
            </a:r>
            <a:r>
              <a:rPr lang="en-ID" dirty="0" err="1"/>
              <a:t>ilmu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hitam</a:t>
            </a:r>
            <a:r>
              <a:rPr lang="en-ID" dirty="0"/>
              <a:t>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akhirnya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menguasainya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keberhasilannya</a:t>
            </a:r>
            <a:r>
              <a:rPr lang="en-ID" dirty="0"/>
              <a:t> </a:t>
            </a:r>
            <a:r>
              <a:rPr lang="en-ID" dirty="0" err="1"/>
              <a:t>mengeluarkan</a:t>
            </a:r>
            <a:r>
              <a:rPr lang="en-ID" dirty="0"/>
              <a:t> </a:t>
            </a:r>
            <a:r>
              <a:rPr lang="en-ID" dirty="0" err="1"/>
              <a:t>roh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yang </a:t>
            </a:r>
            <a:r>
              <a:rPr lang="en-ID" dirty="0" err="1"/>
              <a:t>terkurung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bangkit</a:t>
            </a:r>
            <a:r>
              <a:rPr lang="en-ID" dirty="0"/>
              <a:t> dan </a:t>
            </a:r>
            <a:r>
              <a:rPr lang="en-ID" dirty="0" err="1"/>
              <a:t>merasuki</a:t>
            </a:r>
            <a:r>
              <a:rPr lang="en-ID" dirty="0"/>
              <a:t> </a:t>
            </a:r>
            <a:r>
              <a:rPr lang="en-ID" dirty="0" err="1"/>
              <a:t>dirinya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>
          <a:extLst>
            <a:ext uri="{FF2B5EF4-FFF2-40B4-BE49-F238E27FC236}">
              <a16:creationId xmlns:a16="http://schemas.microsoft.com/office/drawing/2014/main" id="{9D8C80A2-26C0-227F-BB1A-F5A7E848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4">
            <a:extLst>
              <a:ext uri="{FF2B5EF4-FFF2-40B4-BE49-F238E27FC236}">
                <a16:creationId xmlns:a16="http://schemas.microsoft.com/office/drawing/2014/main" id="{ACC38086-1CE1-FAC8-7AE3-2A1CCF1A7D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8158" y="258042"/>
            <a:ext cx="3187683" cy="9588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600" b="1" dirty="0" err="1"/>
              <a:t>Lanjutan</a:t>
            </a:r>
            <a:br>
              <a:rPr lang="en-ID" sz="3600" b="1" dirty="0"/>
            </a:br>
            <a:r>
              <a:rPr lang="en-ID" sz="3600" b="1" dirty="0"/>
              <a:t>Back Story</a:t>
            </a:r>
            <a:endParaRPr sz="3600" b="1" dirty="0"/>
          </a:p>
        </p:txBody>
      </p:sp>
      <p:sp>
        <p:nvSpPr>
          <p:cNvPr id="971" name="Google Shape;971;p34">
            <a:extLst>
              <a:ext uri="{FF2B5EF4-FFF2-40B4-BE49-F238E27FC236}">
                <a16:creationId xmlns:a16="http://schemas.microsoft.com/office/drawing/2014/main" id="{11006D16-99AD-0E64-28A7-54D4BA60D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7523" y="1364324"/>
            <a:ext cx="8109834" cy="26816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indent="0">
              <a:buNone/>
            </a:pPr>
            <a:r>
              <a:rPr lang="en-ID" dirty="0"/>
              <a:t>Sang </a:t>
            </a:r>
            <a:r>
              <a:rPr lang="en-ID" dirty="0" err="1"/>
              <a:t>pangeran</a:t>
            </a:r>
            <a:r>
              <a:rPr lang="en-ID" dirty="0"/>
              <a:t> </a:t>
            </a:r>
            <a:r>
              <a:rPr lang="en-ID" dirty="0" err="1"/>
              <a:t>kini</a:t>
            </a:r>
            <a:r>
              <a:rPr lang="en-ID" dirty="0"/>
              <a:t> </a:t>
            </a:r>
            <a:r>
              <a:rPr lang="en-ID" dirty="0" err="1"/>
              <a:t>dirasuki</a:t>
            </a:r>
            <a:r>
              <a:rPr lang="en-ID" dirty="0"/>
              <a:t> </a:t>
            </a:r>
            <a:r>
              <a:rPr lang="en-ID" dirty="0" err="1"/>
              <a:t>roh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dan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Obsidian Kingdom. </a:t>
            </a:r>
            <a:r>
              <a:rPr lang="en-ID" dirty="0" err="1"/>
              <a:t>Kepulangannya</a:t>
            </a:r>
            <a:r>
              <a:rPr lang="en-ID" dirty="0"/>
              <a:t> </a:t>
            </a:r>
            <a:r>
              <a:rPr lang="en-ID" dirty="0" err="1"/>
              <a:t>menimbulkan</a:t>
            </a:r>
            <a:r>
              <a:rPr lang="en-ID" dirty="0"/>
              <a:t> </a:t>
            </a:r>
            <a:r>
              <a:rPr lang="en-ID" dirty="0" err="1"/>
              <a:t>kemarahan</a:t>
            </a:r>
            <a:r>
              <a:rPr lang="en-ID" dirty="0"/>
              <a:t> sang Raja Obsidian,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tak</a:t>
            </a:r>
            <a:r>
              <a:rPr lang="en-ID" dirty="0"/>
              <a:t> lama </a:t>
            </a:r>
            <a:r>
              <a:rPr lang="en-ID" dirty="0" err="1"/>
              <a:t>kemudian</a:t>
            </a:r>
            <a:r>
              <a:rPr lang="en-ID" dirty="0"/>
              <a:t> sang raja </a:t>
            </a:r>
            <a:r>
              <a:rPr lang="en-ID" dirty="0" err="1"/>
              <a:t>menyadari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anaknya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kendali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 err="1"/>
              <a:t>Seketika</a:t>
            </a:r>
            <a:r>
              <a:rPr lang="en-ID" dirty="0"/>
              <a:t> sang raja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menyadarkan</a:t>
            </a:r>
            <a:r>
              <a:rPr lang="en-ID" dirty="0"/>
              <a:t> </a:t>
            </a:r>
            <a:r>
              <a:rPr lang="en-ID" dirty="0" err="1"/>
              <a:t>putranya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, </a:t>
            </a:r>
            <a:r>
              <a:rPr lang="en-ID" dirty="0" err="1"/>
              <a:t>dia</a:t>
            </a:r>
            <a:r>
              <a:rPr lang="en-ID" dirty="0"/>
              <a:t> pun </a:t>
            </a:r>
            <a:r>
              <a:rPr lang="en-ID" dirty="0" err="1"/>
              <a:t>ikut</a:t>
            </a:r>
            <a:r>
              <a:rPr lang="en-ID" dirty="0"/>
              <a:t> </a:t>
            </a:r>
            <a:r>
              <a:rPr lang="en-ID" dirty="0" err="1"/>
              <a:t>dirasuki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percobaannya</a:t>
            </a:r>
            <a:r>
              <a:rPr lang="en-ID" dirty="0"/>
              <a:t>. Roh </a:t>
            </a:r>
            <a:r>
              <a:rPr lang="en-ID" dirty="0" err="1"/>
              <a:t>jahat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mengungkapkan</a:t>
            </a:r>
            <a:r>
              <a:rPr lang="en-ID" dirty="0"/>
              <a:t> </a:t>
            </a:r>
            <a:r>
              <a:rPr lang="en-ID" dirty="0" err="1"/>
              <a:t>niatnya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menguasai</a:t>
            </a:r>
            <a:r>
              <a:rPr lang="en-ID" dirty="0"/>
              <a:t> dunia </a:t>
            </a:r>
            <a:r>
              <a:rPr lang="en-ID" dirty="0" err="1"/>
              <a:t>Crystallia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membuka</a:t>
            </a:r>
            <a:r>
              <a:rPr lang="en-ID" dirty="0"/>
              <a:t> portal dan </a:t>
            </a:r>
            <a:r>
              <a:rPr lang="en-ID" dirty="0" err="1"/>
              <a:t>memanggil</a:t>
            </a:r>
            <a:r>
              <a:rPr lang="en-ID" dirty="0"/>
              <a:t> </a:t>
            </a:r>
            <a:r>
              <a:rPr lang="en-ID" dirty="0" err="1"/>
              <a:t>pasukan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dunia lain.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>
              <a:buNone/>
            </a:pPr>
            <a:r>
              <a:rPr lang="en-ID" dirty="0"/>
              <a:t>Perang </a:t>
            </a:r>
            <a:r>
              <a:rPr lang="en-ID" dirty="0" err="1"/>
              <a:t>besar</a:t>
            </a:r>
            <a:r>
              <a:rPr lang="en-ID" dirty="0"/>
              <a:t> pun </a:t>
            </a:r>
            <a:r>
              <a:rPr lang="en-ID" dirty="0" err="1"/>
              <a:t>pecah</a:t>
            </a:r>
            <a:r>
              <a:rPr lang="en-ID" dirty="0"/>
              <a:t>, </a:t>
            </a:r>
            <a:r>
              <a:rPr lang="en-ID" dirty="0" err="1"/>
              <a:t>dipicu</a:t>
            </a:r>
            <a:r>
              <a:rPr lang="en-ID" dirty="0"/>
              <a:t> oleh </a:t>
            </a:r>
            <a:r>
              <a:rPr lang="en-ID" dirty="0" err="1"/>
              <a:t>serangan</a:t>
            </a:r>
            <a:r>
              <a:rPr lang="en-ID" dirty="0"/>
              <a:t> Obsidian Kingdom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tanggapan</a:t>
            </a:r>
            <a:r>
              <a:rPr lang="en-ID" dirty="0"/>
              <a:t>,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masing – masing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menghentikan</a:t>
            </a:r>
            <a:r>
              <a:rPr lang="en-ID" dirty="0"/>
              <a:t> </a:t>
            </a:r>
            <a:r>
              <a:rPr lang="en-ID" dirty="0" err="1"/>
              <a:t>invasi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>
              <a:cs typeface="LilyUPC" panose="020B0502040204020203" pitchFamily="34" charset="-34"/>
            </a:endParaRPr>
          </a:p>
          <a:p>
            <a:pPr marL="158750" indent="0" algn="just">
              <a:buNone/>
            </a:pPr>
            <a:r>
              <a:rPr lang="en-ID" dirty="0" err="1"/>
              <a:t>Ketigaa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ditugaskan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menghentikan</a:t>
            </a:r>
            <a:r>
              <a:rPr lang="en-ID" dirty="0"/>
              <a:t> </a:t>
            </a:r>
            <a:r>
              <a:rPr lang="en-ID" dirty="0" err="1"/>
              <a:t>penguasaan</a:t>
            </a:r>
            <a:r>
              <a:rPr lang="en-ID" dirty="0"/>
              <a:t> Obsidian Kingdom dan </a:t>
            </a:r>
            <a:r>
              <a:rPr lang="en-ID" dirty="0" err="1"/>
              <a:t>pasukan</a:t>
            </a:r>
            <a:r>
              <a:rPr lang="en-ID" dirty="0"/>
              <a:t> </a:t>
            </a:r>
            <a:r>
              <a:rPr lang="en-ID" dirty="0" err="1"/>
              <a:t>gelap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dunia lain.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mengenal</a:t>
            </a:r>
            <a:r>
              <a:rPr lang="en-ID" dirty="0"/>
              <a:t>, </a:t>
            </a: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belajar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demi </a:t>
            </a:r>
            <a:r>
              <a:rPr lang="en-ID" dirty="0" err="1"/>
              <a:t>menghentikan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</a:t>
            </a:r>
            <a:r>
              <a:rPr lang="en-ID" dirty="0" err="1"/>
              <a:t>jahat</a:t>
            </a:r>
            <a:r>
              <a:rPr lang="en-ID" dirty="0"/>
              <a:t> dan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Crystallia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kehancuran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7444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38"/>
          <p:cNvSpPr txBox="1">
            <a:spLocks noGrp="1"/>
          </p:cNvSpPr>
          <p:nvPr>
            <p:ph type="title"/>
          </p:nvPr>
        </p:nvSpPr>
        <p:spPr>
          <a:xfrm>
            <a:off x="1315130" y="220808"/>
            <a:ext cx="4964641" cy="8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 dirty="0"/>
              <a:t>Game Endings</a:t>
            </a:r>
            <a:endParaRPr sz="36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77623E-D226-31D0-6461-748977E17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647" y="204073"/>
            <a:ext cx="1594297" cy="159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05;p38">
            <a:extLst>
              <a:ext uri="{FF2B5EF4-FFF2-40B4-BE49-F238E27FC236}">
                <a16:creationId xmlns:a16="http://schemas.microsoft.com/office/drawing/2014/main" id="{0A6C559F-A931-6990-DADD-C580BDF974AC}"/>
              </a:ext>
            </a:extLst>
          </p:cNvPr>
          <p:cNvSpPr txBox="1">
            <a:spLocks/>
          </p:cNvSpPr>
          <p:nvPr/>
        </p:nvSpPr>
        <p:spPr>
          <a:xfrm>
            <a:off x="677295" y="1184478"/>
            <a:ext cx="1275669" cy="75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D" sz="2400" b="1" dirty="0"/>
              <a:t>Good Ending</a:t>
            </a:r>
          </a:p>
        </p:txBody>
      </p:sp>
      <p:sp>
        <p:nvSpPr>
          <p:cNvPr id="3" name="Google Shape;1005;p38">
            <a:extLst>
              <a:ext uri="{FF2B5EF4-FFF2-40B4-BE49-F238E27FC236}">
                <a16:creationId xmlns:a16="http://schemas.microsoft.com/office/drawing/2014/main" id="{3882F86E-79B1-6319-3D76-6BAE126AFCA7}"/>
              </a:ext>
            </a:extLst>
          </p:cNvPr>
          <p:cNvSpPr txBox="1">
            <a:spLocks/>
          </p:cNvSpPr>
          <p:nvPr/>
        </p:nvSpPr>
        <p:spPr>
          <a:xfrm>
            <a:off x="3102885" y="1179548"/>
            <a:ext cx="1275669" cy="75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D" sz="2400" b="1" dirty="0"/>
              <a:t>Neutral Ending</a:t>
            </a:r>
          </a:p>
        </p:txBody>
      </p:sp>
      <p:sp>
        <p:nvSpPr>
          <p:cNvPr id="4" name="Google Shape;1005;p38">
            <a:extLst>
              <a:ext uri="{FF2B5EF4-FFF2-40B4-BE49-F238E27FC236}">
                <a16:creationId xmlns:a16="http://schemas.microsoft.com/office/drawing/2014/main" id="{3F8D61F0-2187-CD6C-9968-7F968C161EA6}"/>
              </a:ext>
            </a:extLst>
          </p:cNvPr>
          <p:cNvSpPr txBox="1">
            <a:spLocks/>
          </p:cNvSpPr>
          <p:nvPr/>
        </p:nvSpPr>
        <p:spPr>
          <a:xfrm>
            <a:off x="5770097" y="1003887"/>
            <a:ext cx="1275669" cy="75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pPr algn="ctr">
              <a:buClr>
                <a:schemeClr val="dk1"/>
              </a:buClr>
              <a:buSzPts val="1100"/>
              <a:buFont typeface="Arial"/>
              <a:buNone/>
            </a:pPr>
            <a:r>
              <a:rPr lang="en-ID" sz="2400" b="1" dirty="0"/>
              <a:t>Bad Ending</a:t>
            </a:r>
          </a:p>
        </p:txBody>
      </p:sp>
      <p:sp>
        <p:nvSpPr>
          <p:cNvPr id="12" name="Google Shape;1008;p38">
            <a:extLst>
              <a:ext uri="{FF2B5EF4-FFF2-40B4-BE49-F238E27FC236}">
                <a16:creationId xmlns:a16="http://schemas.microsoft.com/office/drawing/2014/main" id="{228084C8-28AC-012D-F5F2-545B9C2DA13F}"/>
              </a:ext>
            </a:extLst>
          </p:cNvPr>
          <p:cNvSpPr txBox="1">
            <a:spLocks/>
          </p:cNvSpPr>
          <p:nvPr/>
        </p:nvSpPr>
        <p:spPr>
          <a:xfrm>
            <a:off x="223941" y="1990768"/>
            <a:ext cx="2219713" cy="320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 err="1"/>
              <a:t>Ketiga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- Sapphire, Emerald, dan Ruby,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diselamatkan</a:t>
            </a:r>
            <a:r>
              <a:rPr lang="en-ID" dirty="0"/>
              <a:t> </a:t>
            </a:r>
            <a:r>
              <a:rPr lang="en-ID" dirty="0" err="1"/>
              <a:t>sepenuhnya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yang </a:t>
            </a:r>
            <a:r>
              <a:rPr lang="en-ID" dirty="0" err="1"/>
              <a:t>mengintai</a:t>
            </a:r>
            <a:r>
              <a:rPr lang="en-ID" dirty="0"/>
              <a:t>. </a:t>
            </a:r>
            <a:r>
              <a:rPr lang="en-ID" dirty="0" err="1"/>
              <a:t>Perdamaian</a:t>
            </a:r>
            <a:r>
              <a:rPr lang="en-ID" dirty="0"/>
              <a:t> pun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tercipta</a:t>
            </a:r>
            <a:r>
              <a:rPr lang="en-ID" dirty="0"/>
              <a:t> di </a:t>
            </a:r>
            <a:r>
              <a:rPr lang="en-ID" dirty="0" err="1"/>
              <a:t>seluruh</a:t>
            </a:r>
            <a:r>
              <a:rPr lang="en-ID" dirty="0"/>
              <a:t> wilayah.</a:t>
            </a:r>
          </a:p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/>
              <a:t>Obsidian kingdom </a:t>
            </a:r>
            <a:r>
              <a:rPr lang="en-ID" dirty="0" err="1"/>
              <a:t>terselamatkan</a:t>
            </a:r>
            <a:r>
              <a:rPr lang="en-ID" dirty="0"/>
              <a:t> , Dimana raja dan </a:t>
            </a:r>
            <a:r>
              <a:rPr lang="en-ID" dirty="0" err="1"/>
              <a:t>pangeran</a:t>
            </a:r>
            <a:r>
              <a:rPr lang="en-ID" dirty="0"/>
              <a:t> Kembali normal dan </a:t>
            </a:r>
            <a:r>
              <a:rPr lang="en-ID" dirty="0" err="1"/>
              <a:t>lanjut</a:t>
            </a:r>
            <a:r>
              <a:rPr lang="en-ID" dirty="0"/>
              <a:t> </a:t>
            </a:r>
            <a:r>
              <a:rPr lang="en-ID" dirty="0" err="1"/>
              <a:t>membenarkan</a:t>
            </a:r>
            <a:r>
              <a:rPr lang="en-ID" dirty="0"/>
              <a:t> Obsidian kingdom dan kingdom </a:t>
            </a:r>
            <a:r>
              <a:rPr lang="en-ID" dirty="0" err="1"/>
              <a:t>lainnya</a:t>
            </a:r>
            <a:endParaRPr lang="en-ID" dirty="0"/>
          </a:p>
        </p:txBody>
      </p:sp>
      <p:sp>
        <p:nvSpPr>
          <p:cNvPr id="13" name="Google Shape;1008;p38">
            <a:extLst>
              <a:ext uri="{FF2B5EF4-FFF2-40B4-BE49-F238E27FC236}">
                <a16:creationId xmlns:a16="http://schemas.microsoft.com/office/drawing/2014/main" id="{6B6E4D62-458D-ABC3-69C5-4514639672A5}"/>
              </a:ext>
            </a:extLst>
          </p:cNvPr>
          <p:cNvSpPr txBox="1">
            <a:spLocks/>
          </p:cNvSpPr>
          <p:nvPr/>
        </p:nvSpPr>
        <p:spPr>
          <a:xfrm>
            <a:off x="2572554" y="1990768"/>
            <a:ext cx="2336330" cy="2230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/>
              <a:t>Hanya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4 </a:t>
            </a:r>
            <a:r>
              <a:rPr lang="en-ID" dirty="0" err="1"/>
              <a:t>kerajaan</a:t>
            </a:r>
            <a:r>
              <a:rPr lang="en-ID" dirty="0"/>
              <a:t> - Sapphire, </a:t>
            </a:r>
            <a:r>
              <a:rPr lang="en-ID" dirty="0" err="1"/>
              <a:t>Emerald,Obsidian</a:t>
            </a:r>
            <a:r>
              <a:rPr lang="en-ID" dirty="0"/>
              <a:t> dan Ruby , yang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diselamatkan</a:t>
            </a:r>
            <a:r>
              <a:rPr lang="en-ID" dirty="0"/>
              <a:t>.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</a:t>
            </a:r>
            <a:r>
              <a:rPr lang="en-ID" dirty="0" err="1"/>
              <a:t>diatasi</a:t>
            </a:r>
            <a:r>
              <a:rPr lang="en-ID" dirty="0"/>
              <a:t>, </a:t>
            </a:r>
            <a:r>
              <a:rPr lang="en-ID" dirty="0" err="1"/>
              <a:t>kehancuran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menyisakan</a:t>
            </a:r>
            <a:r>
              <a:rPr lang="en-ID" dirty="0"/>
              <a:t> </a:t>
            </a:r>
            <a:r>
              <a:rPr lang="en-ID" dirty="0" err="1"/>
              <a:t>luka</a:t>
            </a:r>
            <a:r>
              <a:rPr lang="en-ID" dirty="0"/>
              <a:t> yang </a:t>
            </a:r>
            <a:r>
              <a:rPr lang="en-ID" dirty="0" err="1"/>
              <a:t>dalam</a:t>
            </a:r>
            <a:r>
              <a:rPr lang="en-ID" dirty="0"/>
              <a:t>.</a:t>
            </a:r>
          </a:p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/>
              <a:t>Obsidian kingdom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jatuh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raja dan </a:t>
            </a:r>
            <a:r>
              <a:rPr lang="en-ID" dirty="0" err="1"/>
              <a:t>pangeran</a:t>
            </a:r>
            <a:r>
              <a:rPr lang="en-ID" dirty="0"/>
              <a:t> yang </a:t>
            </a:r>
            <a:r>
              <a:rPr lang="en-ID" dirty="0" err="1"/>
              <a:t>hidup</a:t>
            </a:r>
            <a:endParaRPr lang="en-US" dirty="0"/>
          </a:p>
        </p:txBody>
      </p:sp>
      <p:sp>
        <p:nvSpPr>
          <p:cNvPr id="14" name="Google Shape;1008;p38">
            <a:extLst>
              <a:ext uri="{FF2B5EF4-FFF2-40B4-BE49-F238E27FC236}">
                <a16:creationId xmlns:a16="http://schemas.microsoft.com/office/drawing/2014/main" id="{36728E37-5DBF-D6AF-C500-A90340A131A7}"/>
              </a:ext>
            </a:extLst>
          </p:cNvPr>
          <p:cNvSpPr txBox="1">
            <a:spLocks/>
          </p:cNvSpPr>
          <p:nvPr/>
        </p:nvSpPr>
        <p:spPr>
          <a:xfrm>
            <a:off x="5334666" y="1798370"/>
            <a:ext cx="2146528" cy="204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 algn="ctr">
              <a:spcAft>
                <a:spcPts val="1000"/>
              </a:spcAft>
              <a:buFont typeface="Maven Pro"/>
              <a:buNone/>
            </a:pP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- Sapphire, Emerald, dan Ruby,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hancur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tersisa</a:t>
            </a:r>
            <a:r>
              <a:rPr lang="en-ID" dirty="0"/>
              <a:t>. Sang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– </a:t>
            </a:r>
            <a:r>
              <a:rPr lang="en-ID" dirty="0" err="1"/>
              <a:t>satunya</a:t>
            </a:r>
            <a:r>
              <a:rPr lang="en-ID" dirty="0"/>
              <a:t> yang </a:t>
            </a:r>
            <a:r>
              <a:rPr lang="en-ID" dirty="0" err="1"/>
              <a:t>selamat</a:t>
            </a:r>
            <a:r>
              <a:rPr lang="en-ID" dirty="0"/>
              <a:t>, </a:t>
            </a:r>
            <a:r>
              <a:rPr lang="en-ID" dirty="0" err="1"/>
              <a:t>berjalan</a:t>
            </a:r>
            <a:r>
              <a:rPr lang="en-ID" dirty="0"/>
              <a:t> </a:t>
            </a:r>
            <a:r>
              <a:rPr lang="en-ID" dirty="0" err="1"/>
              <a:t>seorang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di dunia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runtuh</a:t>
            </a:r>
            <a:r>
              <a:rPr lang="en-ID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5"/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 Emerald Kingdom</a:t>
            </a:r>
          </a:p>
        </p:txBody>
      </p:sp>
      <p:sp>
        <p:nvSpPr>
          <p:cNvPr id="977" name="Google Shape;977;p35"/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Emerald Kingdom</a:t>
            </a:r>
            <a:endParaRPr sz="2000" dirty="0"/>
          </a:p>
        </p:txBody>
      </p:sp>
      <p:sp>
        <p:nvSpPr>
          <p:cNvPr id="980" name="Google Shape;980;p35"/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C872DAA-5686-ED3A-AAAB-311743CC7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33" y="2915080"/>
            <a:ext cx="2042339" cy="204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71;p34">
            <a:extLst>
              <a:ext uri="{FF2B5EF4-FFF2-40B4-BE49-F238E27FC236}">
                <a16:creationId xmlns:a16="http://schemas.microsoft.com/office/drawing/2014/main" id="{F1AFDAF8-D1FE-1AF0-B0D7-4B2F6D4C2611}"/>
              </a:ext>
            </a:extLst>
          </p:cNvPr>
          <p:cNvSpPr txBox="1">
            <a:spLocks/>
          </p:cNvSpPr>
          <p:nvPr/>
        </p:nvSpPr>
        <p:spPr>
          <a:xfrm>
            <a:off x="1850413" y="1026278"/>
            <a:ext cx="6667945" cy="153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>
                <a:cs typeface="LilyUPC" panose="020B0502040204020203" pitchFamily="34" charset="-34"/>
              </a:rPr>
              <a:t>Emerald Kingdom </a:t>
            </a:r>
            <a:r>
              <a:rPr lang="en-ID" dirty="0" err="1">
                <a:cs typeface="LilyUPC" panose="020B0502040204020203" pitchFamily="34" charset="-34"/>
              </a:rPr>
              <a:t>adalah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yang </a:t>
            </a:r>
            <a:r>
              <a:rPr lang="en-ID" dirty="0" err="1">
                <a:cs typeface="LilyUPC" panose="020B0502040204020203" pitchFamily="34" charset="-34"/>
              </a:rPr>
              <a:t>subur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hijau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dikenal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karena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keharmonisan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dengan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alam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keberanian</a:t>
            </a:r>
            <a:r>
              <a:rPr lang="en-ID" dirty="0">
                <a:cs typeface="LilyUPC" panose="020B0502040204020203" pitchFamily="34" charset="-34"/>
              </a:rPr>
              <a:t>, dan </a:t>
            </a:r>
            <a:r>
              <a:rPr lang="en-ID" dirty="0" err="1">
                <a:cs typeface="LilyUPC" panose="020B0502040204020203" pitchFamily="34" charset="-34"/>
              </a:rPr>
              <a:t>nilai-nilai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kehormatan</a:t>
            </a:r>
            <a:r>
              <a:rPr lang="en-ID" dirty="0">
                <a:cs typeface="LilyUPC" panose="020B0502040204020203" pitchFamily="34" charset="-34"/>
              </a:rPr>
              <a:t>. </a:t>
            </a:r>
            <a:r>
              <a:rPr lang="en-ID" dirty="0" err="1">
                <a:cs typeface="LilyUPC" panose="020B0502040204020203" pitchFamily="34" charset="-34"/>
              </a:rPr>
              <a:t>Dipimpin</a:t>
            </a:r>
            <a:r>
              <a:rPr lang="en-ID" dirty="0">
                <a:cs typeface="LilyUPC" panose="020B0502040204020203" pitchFamily="34" charset="-34"/>
              </a:rPr>
              <a:t> oleh </a:t>
            </a:r>
            <a:r>
              <a:rPr lang="en-ID" dirty="0" err="1">
                <a:cs typeface="LilyUPC" panose="020B0502040204020203" pitchFamily="34" charset="-34"/>
              </a:rPr>
              <a:t>pemimpin</a:t>
            </a:r>
            <a:r>
              <a:rPr lang="en-ID" dirty="0">
                <a:cs typeface="LilyUPC" panose="020B0502040204020203" pitchFamily="34" charset="-34"/>
              </a:rPr>
              <a:t> yang </a:t>
            </a:r>
            <a:r>
              <a:rPr lang="en-ID" dirty="0" err="1">
                <a:cs typeface="LilyUPC" panose="020B0502040204020203" pitchFamily="34" charset="-34"/>
              </a:rPr>
              <a:t>bijak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kerajaan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ini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menjadi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tempat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lahirnya</a:t>
            </a:r>
            <a:r>
              <a:rPr lang="en-ID" dirty="0">
                <a:cs typeface="LilyUPC" panose="020B0502040204020203" pitchFamily="34" charset="-34"/>
              </a:rPr>
              <a:t> para </a:t>
            </a:r>
            <a:r>
              <a:rPr lang="en-ID" dirty="0" err="1">
                <a:cs typeface="LilyUPC" panose="020B0502040204020203" pitchFamily="34" charset="-34"/>
              </a:rPr>
              <a:t>pahlawan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benteng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terakhir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melawan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kegelapan</a:t>
            </a:r>
            <a:r>
              <a:rPr lang="en-ID" dirty="0">
                <a:cs typeface="LilyUPC" panose="020B0502040204020203" pitchFamily="34" charset="-34"/>
              </a:rPr>
              <a:t>. Istana dan </a:t>
            </a:r>
            <a:r>
              <a:rPr lang="en-ID" dirty="0" err="1">
                <a:cs typeface="LilyUPC" panose="020B0502040204020203" pitchFamily="34" charset="-34"/>
              </a:rPr>
              <a:t>bentengnya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terbuat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dari</a:t>
            </a:r>
            <a:r>
              <a:rPr lang="en-ID" dirty="0">
                <a:cs typeface="LilyUPC" panose="020B0502040204020203" pitchFamily="34" charset="-34"/>
              </a:rPr>
              <a:t> batu </a:t>
            </a:r>
            <a:r>
              <a:rPr lang="en-ID" dirty="0" err="1">
                <a:cs typeface="LilyUPC" panose="020B0502040204020203" pitchFamily="34" charset="-34"/>
              </a:rPr>
              <a:t>zamrud</a:t>
            </a:r>
            <a:r>
              <a:rPr lang="en-ID" dirty="0">
                <a:cs typeface="LilyUPC" panose="020B0502040204020203" pitchFamily="34" charset="-34"/>
              </a:rPr>
              <a:t>, </a:t>
            </a:r>
            <a:r>
              <a:rPr lang="en-ID" dirty="0" err="1">
                <a:cs typeface="LilyUPC" panose="020B0502040204020203" pitchFamily="34" charset="-34"/>
              </a:rPr>
              <a:t>simbol</a:t>
            </a:r>
            <a:r>
              <a:rPr lang="en-ID" dirty="0">
                <a:cs typeface="LilyUPC" panose="020B0502040204020203" pitchFamily="34" charset="-34"/>
              </a:rPr>
              <a:t> </a:t>
            </a:r>
            <a:r>
              <a:rPr lang="en-ID" dirty="0" err="1">
                <a:cs typeface="LilyUPC" panose="020B0502040204020203" pitchFamily="34" charset="-34"/>
              </a:rPr>
              <a:t>kekuatan</a:t>
            </a:r>
            <a:r>
              <a:rPr lang="en-ID" dirty="0">
                <a:cs typeface="LilyUPC" panose="020B0502040204020203" pitchFamily="34" charset="-34"/>
              </a:rPr>
              <a:t> dan </a:t>
            </a:r>
            <a:r>
              <a:rPr lang="en-ID" dirty="0" err="1">
                <a:cs typeface="LilyUPC" panose="020B0502040204020203" pitchFamily="34" charset="-34"/>
              </a:rPr>
              <a:t>perlindungan</a:t>
            </a:r>
            <a:r>
              <a:rPr lang="en-ID" dirty="0">
                <a:cs typeface="LilyUPC" panose="020B0502040204020203" pitchFamily="34" charset="-34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8BD09B8E-EAE5-6C4B-8939-D13349FA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8F8BE982-B7CF-3736-A60B-558C31FCD52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Ruby Kingdom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9FC32-4380-75BF-0109-FC279C516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2" y="2915080"/>
            <a:ext cx="2041200" cy="204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CE4A54F7-F2D5-35EE-34A6-0D556B321C6B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Ruby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Kingdom</a:t>
            </a:r>
            <a:endParaRPr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969E3F49-F966-3E63-0C96-B4F4EF2093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" name="Google Shape;971;p34">
            <a:extLst>
              <a:ext uri="{FF2B5EF4-FFF2-40B4-BE49-F238E27FC236}">
                <a16:creationId xmlns:a16="http://schemas.microsoft.com/office/drawing/2014/main" id="{70387071-A7F7-9166-0DD7-5BD236E9F542}"/>
              </a:ext>
            </a:extLst>
          </p:cNvPr>
          <p:cNvSpPr txBox="1">
            <a:spLocks/>
          </p:cNvSpPr>
          <p:nvPr/>
        </p:nvSpPr>
        <p:spPr>
          <a:xfrm>
            <a:off x="1850413" y="1026278"/>
            <a:ext cx="6667945" cy="153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Ruby Kingdom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yang </a:t>
            </a:r>
            <a:r>
              <a:rPr lang="en-ID" dirty="0" err="1"/>
              <a:t>berapi</a:t>
            </a:r>
            <a:r>
              <a:rPr lang="en-ID" dirty="0"/>
              <a:t> – </a:t>
            </a:r>
            <a:r>
              <a:rPr lang="en-ID" dirty="0" err="1"/>
              <a:t>api</a:t>
            </a:r>
            <a:r>
              <a:rPr lang="en-ID" dirty="0"/>
              <a:t> dan </a:t>
            </a:r>
            <a:r>
              <a:rPr lang="en-ID" dirty="0" err="1"/>
              <a:t>penuh</a:t>
            </a:r>
            <a:r>
              <a:rPr lang="en-ID" dirty="0"/>
              <a:t> </a:t>
            </a:r>
            <a:r>
              <a:rPr lang="en-ID" dirty="0" err="1"/>
              <a:t>semangat</a:t>
            </a:r>
            <a:r>
              <a:rPr lang="en-ID" dirty="0"/>
              <a:t>, </a:t>
            </a:r>
            <a:r>
              <a:rPr lang="en-ID" dirty="0" err="1"/>
              <a:t>terletak</a:t>
            </a:r>
            <a:r>
              <a:rPr lang="en-ID" dirty="0"/>
              <a:t> di </a:t>
            </a:r>
            <a:r>
              <a:rPr lang="en-ID" dirty="0" err="1"/>
              <a:t>daerah</a:t>
            </a:r>
            <a:r>
              <a:rPr lang="en-ID" dirty="0"/>
              <a:t> </a:t>
            </a:r>
            <a:r>
              <a:rPr lang="en-ID" dirty="0" err="1"/>
              <a:t>pegunungan</a:t>
            </a:r>
            <a:r>
              <a:rPr lang="en-ID" dirty="0"/>
              <a:t> </a:t>
            </a:r>
            <a:r>
              <a:rPr lang="en-ID" dirty="0" err="1"/>
              <a:t>vulkanik</a:t>
            </a:r>
            <a:r>
              <a:rPr lang="en-ID" dirty="0"/>
              <a:t> yang </a:t>
            </a:r>
            <a:r>
              <a:rPr lang="en-ID" dirty="0" err="1"/>
              <a:t>keras</a:t>
            </a:r>
            <a:r>
              <a:rPr lang="en-ID" dirty="0"/>
              <a:t>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indah</a:t>
            </a:r>
            <a:r>
              <a:rPr lang="en-ID" dirty="0"/>
              <a:t>.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keteguhan</a:t>
            </a:r>
            <a:r>
              <a:rPr lang="en-ID" dirty="0"/>
              <a:t> dan </a:t>
            </a:r>
            <a:r>
              <a:rPr lang="en-ID" dirty="0" err="1"/>
              <a:t>tekad</a:t>
            </a:r>
            <a:r>
              <a:rPr lang="en-ID" dirty="0"/>
              <a:t> </a:t>
            </a:r>
            <a:r>
              <a:rPr lang="en-ID" dirty="0" err="1"/>
              <a:t>rakyatnya</a:t>
            </a:r>
            <a:r>
              <a:rPr lang="en-ID" dirty="0"/>
              <a:t>,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melatih</a:t>
            </a:r>
            <a:r>
              <a:rPr lang="en-ID" dirty="0"/>
              <a:t> para </a:t>
            </a:r>
            <a:r>
              <a:rPr lang="en-ID" dirty="0" err="1"/>
              <a:t>prajuritnya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tahan</a:t>
            </a:r>
            <a:r>
              <a:rPr lang="en-ID" dirty="0"/>
              <a:t> banting, </a:t>
            </a:r>
            <a:r>
              <a:rPr lang="en-ID" dirty="0" err="1"/>
              <a:t>fokus</a:t>
            </a:r>
            <a:r>
              <a:rPr lang="en-ID" dirty="0"/>
              <a:t>, dan </a:t>
            </a:r>
            <a:r>
              <a:rPr lang="en-ID" dirty="0" err="1"/>
              <a:t>disiplin</a:t>
            </a:r>
            <a:r>
              <a:rPr lang="en-ID" dirty="0"/>
              <a:t>. </a:t>
            </a:r>
            <a:r>
              <a:rPr lang="en-ID" dirty="0" err="1"/>
              <a:t>Semangat</a:t>
            </a:r>
            <a:r>
              <a:rPr lang="en-ID" dirty="0"/>
              <a:t> </a:t>
            </a:r>
            <a:r>
              <a:rPr lang="en-ID" dirty="0" err="1"/>
              <a:t>juang</a:t>
            </a:r>
            <a:r>
              <a:rPr lang="en-ID" dirty="0"/>
              <a:t> dan </a:t>
            </a:r>
            <a:r>
              <a:rPr lang="en-ID" dirty="0" err="1"/>
              <a:t>kehormatan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Ruby Kingdom.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6445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12D9A166-B67B-6723-31B9-D8D543C9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stle on a hill surrounded by water&#10;&#10;AI-generated content may be incorrect.">
            <a:extLst>
              <a:ext uri="{FF2B5EF4-FFF2-40B4-BE49-F238E27FC236}">
                <a16:creationId xmlns:a16="http://schemas.microsoft.com/office/drawing/2014/main" id="{BBA5D95F-A530-DDE2-3659-849647F97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71" y="2915081"/>
            <a:ext cx="2041199" cy="2041199"/>
          </a:xfrm>
          <a:prstGeom prst="rect">
            <a:avLst/>
          </a:prstGeom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186A5D79-7CC3-88AD-39CB-7B5CB1DF1871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Sapphire Kingdom</a:t>
            </a:r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B49A9221-DB05-BE52-F654-7A83E2BE71E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Sapphire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Kingdom</a:t>
            </a:r>
            <a:endParaRPr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B89E3DED-2173-BB9D-CCED-BE13468492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" name="Google Shape;971;p34">
            <a:extLst>
              <a:ext uri="{FF2B5EF4-FFF2-40B4-BE49-F238E27FC236}">
                <a16:creationId xmlns:a16="http://schemas.microsoft.com/office/drawing/2014/main" id="{97EC57F1-F342-F628-0444-1E9A8ED95E23}"/>
              </a:ext>
            </a:extLst>
          </p:cNvPr>
          <p:cNvSpPr txBox="1">
            <a:spLocks/>
          </p:cNvSpPr>
          <p:nvPr/>
        </p:nvSpPr>
        <p:spPr>
          <a:xfrm>
            <a:off x="1850413" y="1026278"/>
            <a:ext cx="6667945" cy="153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Sapphire Kingdom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yang </a:t>
            </a:r>
            <a:r>
              <a:rPr lang="en-ID" dirty="0" err="1"/>
              <a:t>damai</a:t>
            </a:r>
            <a:r>
              <a:rPr lang="en-ID" dirty="0"/>
              <a:t> dan </a:t>
            </a:r>
            <a:r>
              <a:rPr lang="en-ID" dirty="0" err="1"/>
              <a:t>elegan</a:t>
            </a:r>
            <a:r>
              <a:rPr lang="en-ID" dirty="0"/>
              <a:t>, </a:t>
            </a:r>
            <a:r>
              <a:rPr lang="en-ID" dirty="0" err="1"/>
              <a:t>terletak</a:t>
            </a:r>
            <a:r>
              <a:rPr lang="en-ID" dirty="0"/>
              <a:t> di </a:t>
            </a:r>
            <a:r>
              <a:rPr lang="en-ID" dirty="0" err="1"/>
              <a:t>tepian</a:t>
            </a:r>
            <a:r>
              <a:rPr lang="en-ID" dirty="0"/>
              <a:t> </a:t>
            </a:r>
            <a:r>
              <a:rPr lang="en-ID" dirty="0" err="1"/>
              <a:t>danau</a:t>
            </a:r>
            <a:r>
              <a:rPr lang="en-ID" dirty="0"/>
              <a:t> dan wilayah </a:t>
            </a:r>
            <a:r>
              <a:rPr lang="en-ID" dirty="0" err="1"/>
              <a:t>pesisir</a:t>
            </a:r>
            <a:r>
              <a:rPr lang="en-ID" dirty="0"/>
              <a:t> yang </a:t>
            </a:r>
            <a:r>
              <a:rPr lang="en-ID" dirty="0" err="1"/>
              <a:t>dipenuhi</a:t>
            </a:r>
            <a:r>
              <a:rPr lang="en-ID" dirty="0"/>
              <a:t> </a:t>
            </a:r>
            <a:r>
              <a:rPr lang="en-ID" dirty="0" err="1"/>
              <a:t>kristal</a:t>
            </a:r>
            <a:r>
              <a:rPr lang="en-ID" dirty="0"/>
              <a:t> </a:t>
            </a:r>
            <a:r>
              <a:rPr lang="en-ID" dirty="0" err="1"/>
              <a:t>biru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.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pusat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dan </a:t>
            </a:r>
            <a:r>
              <a:rPr lang="en-ID" dirty="0" err="1"/>
              <a:t>seni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, </a:t>
            </a:r>
            <a:r>
              <a:rPr lang="en-ID" dirty="0" err="1"/>
              <a:t>kerajaan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dihuni</a:t>
            </a:r>
            <a:r>
              <a:rPr lang="en-ID" dirty="0"/>
              <a:t> oleh para </a:t>
            </a:r>
            <a:r>
              <a:rPr lang="en-ID" dirty="0" err="1"/>
              <a:t>cendekiawan</a:t>
            </a:r>
            <a:r>
              <a:rPr lang="en-ID" dirty="0"/>
              <a:t>, </a:t>
            </a:r>
            <a:r>
              <a:rPr lang="en-ID" dirty="0" err="1"/>
              <a:t>penyihir</a:t>
            </a:r>
            <a:r>
              <a:rPr lang="en-ID" dirty="0"/>
              <a:t>, dan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rahasia</a:t>
            </a:r>
            <a:r>
              <a:rPr lang="en-ID" dirty="0"/>
              <a:t> dunia. </a:t>
            </a:r>
            <a:r>
              <a:rPr lang="en-ID" dirty="0" err="1"/>
              <a:t>Masyarakatnya</a:t>
            </a:r>
            <a:r>
              <a:rPr lang="en-ID" dirty="0"/>
              <a:t> </a:t>
            </a:r>
            <a:r>
              <a:rPr lang="en-ID" dirty="0" err="1"/>
              <a:t>menjunjung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kebijaksanaan</a:t>
            </a:r>
            <a:r>
              <a:rPr lang="en-ID" dirty="0"/>
              <a:t>, </a:t>
            </a:r>
            <a:r>
              <a:rPr lang="en-ID" dirty="0" err="1"/>
              <a:t>ketenangan</a:t>
            </a:r>
            <a:r>
              <a:rPr lang="en-ID" dirty="0"/>
              <a:t>, dan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mendalam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kekuatan</a:t>
            </a:r>
            <a:r>
              <a:rPr lang="en-ID" dirty="0"/>
              <a:t> </a:t>
            </a:r>
            <a:r>
              <a:rPr lang="en-ID" dirty="0" err="1"/>
              <a:t>magis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252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EE31AD11-3B64-5AD9-C52A-16C295C2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DA8A89B7-213E-31D5-5FEE-02CAFE271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6" t="1805" r="29826" b="20035"/>
          <a:stretch/>
        </p:blipFill>
        <p:spPr bwMode="auto">
          <a:xfrm>
            <a:off x="201770" y="2915080"/>
            <a:ext cx="2041199" cy="204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984039AB-0E34-0F63-F209-6D421CB3E17D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D" sz="3600" b="1" dirty="0"/>
              <a:t>Brave Knight</a:t>
            </a:r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A51C6CCB-4951-22E0-CD59-8F4BE205CE2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dirty="0"/>
              <a:t>Brave</a:t>
            </a:r>
            <a:br>
              <a:rPr lang="en-ID" sz="2000" dirty="0"/>
            </a:br>
            <a:r>
              <a:rPr lang="en-ID" sz="2000" dirty="0"/>
              <a:t>Knight</a:t>
            </a:r>
            <a:endParaRPr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9AE5B5B1-7F3E-D6EE-0BD9-E80CA8E931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" name="Google Shape;971;p34">
            <a:extLst>
              <a:ext uri="{FF2B5EF4-FFF2-40B4-BE49-F238E27FC236}">
                <a16:creationId xmlns:a16="http://schemas.microsoft.com/office/drawing/2014/main" id="{F2B24E39-F509-0F1C-00B6-A66925A190C4}"/>
              </a:ext>
            </a:extLst>
          </p:cNvPr>
          <p:cNvSpPr txBox="1">
            <a:spLocks/>
          </p:cNvSpPr>
          <p:nvPr/>
        </p:nvSpPr>
        <p:spPr>
          <a:xfrm>
            <a:off x="1831894" y="968168"/>
            <a:ext cx="5480211" cy="165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 err="1"/>
              <a:t>Ksatria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Emerald Kingdom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pribadi</a:t>
            </a:r>
            <a:r>
              <a:rPr lang="en-ID" dirty="0"/>
              <a:t> </a:t>
            </a:r>
            <a:r>
              <a:rPr lang="en-ID" dirty="0" err="1"/>
              <a:t>kerajaan</a:t>
            </a:r>
            <a:r>
              <a:rPr lang="en-ID" dirty="0"/>
              <a:t> yang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perwakilan</a:t>
            </a:r>
            <a:r>
              <a:rPr lang="en-ID" dirty="0"/>
              <a:t> </a:t>
            </a:r>
            <a:r>
              <a:rPr lang="en-ID" dirty="0" err="1"/>
              <a:t>pahlawan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keberanian</a:t>
            </a:r>
            <a:r>
              <a:rPr lang="en-ID" dirty="0"/>
              <a:t> dan </a:t>
            </a:r>
            <a:r>
              <a:rPr lang="en-ID" dirty="0" err="1"/>
              <a:t>kemampuannya</a:t>
            </a:r>
            <a:r>
              <a:rPr lang="en-ID" dirty="0"/>
              <a:t>. Dia </a:t>
            </a:r>
            <a:r>
              <a:rPr lang="en-ID" dirty="0" err="1"/>
              <a:t>sosok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memimpin</a:t>
            </a:r>
            <a:r>
              <a:rPr lang="en-ID" dirty="0"/>
              <a:t> </a:t>
            </a:r>
            <a:r>
              <a:rPr lang="en-ID" dirty="0" err="1"/>
              <a:t>petualangan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pedang</a:t>
            </a:r>
            <a:r>
              <a:rPr lang="en-ID" dirty="0"/>
              <a:t> dan </a:t>
            </a:r>
            <a:r>
              <a:rPr lang="en-ID" dirty="0" err="1"/>
              <a:t>tameng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melindungi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–</a:t>
            </a:r>
            <a:r>
              <a:rPr lang="en-ID" dirty="0" err="1"/>
              <a:t>rekannya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2919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261A94A1-710A-98E9-D593-AB371B30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448C2D1-F372-A6DD-C3A2-66AE7FE81A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60" t="3973" r="37236" b="21970"/>
          <a:stretch/>
        </p:blipFill>
        <p:spPr bwMode="auto">
          <a:xfrm>
            <a:off x="201769" y="2927069"/>
            <a:ext cx="2041199" cy="204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DD1F8366-8739-F78B-3C88-51C5459CB424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/>
              <a:t>Persistent Samurai</a:t>
            </a:r>
            <a:endParaRPr lang="en-US" sz="3600" dirty="0"/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C37796A3-E58B-A2BA-59E7-4D8F3155C9B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/>
              <a:t>Persistent Samurai</a:t>
            </a:r>
            <a:endParaRPr lang="en-US"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E88C0C7E-B7D4-012E-5140-21C9C1DA7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" name="Google Shape;971;p34">
            <a:extLst>
              <a:ext uri="{FF2B5EF4-FFF2-40B4-BE49-F238E27FC236}">
                <a16:creationId xmlns:a16="http://schemas.microsoft.com/office/drawing/2014/main" id="{DA6EB296-9520-3A55-8DC1-8499B86F8B05}"/>
              </a:ext>
            </a:extLst>
          </p:cNvPr>
          <p:cNvSpPr txBox="1">
            <a:spLocks/>
          </p:cNvSpPr>
          <p:nvPr/>
        </p:nvSpPr>
        <p:spPr>
          <a:xfrm>
            <a:off x="1831894" y="968168"/>
            <a:ext cx="5480211" cy="165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Samurai </a:t>
            </a:r>
            <a:r>
              <a:rPr lang="en-ID" dirty="0" err="1"/>
              <a:t>dari</a:t>
            </a:r>
            <a:r>
              <a:rPr lang="en-ID" dirty="0"/>
              <a:t> Ruby Kingdom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kegigihan</a:t>
            </a:r>
            <a:r>
              <a:rPr lang="en-ID" dirty="0"/>
              <a:t> dan </a:t>
            </a:r>
            <a:r>
              <a:rPr lang="en-ID" dirty="0" err="1"/>
              <a:t>keteguhan</a:t>
            </a:r>
            <a:r>
              <a:rPr lang="en-ID" dirty="0"/>
              <a:t> </a:t>
            </a:r>
            <a:r>
              <a:rPr lang="en-ID" dirty="0" err="1"/>
              <a:t>hatinya</a:t>
            </a:r>
            <a:r>
              <a:rPr lang="en-ID" dirty="0"/>
              <a:t>.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menyerah</a:t>
            </a:r>
            <a:r>
              <a:rPr lang="en-ID" dirty="0"/>
              <a:t> dan </a:t>
            </a:r>
            <a:r>
              <a:rPr lang="en-ID" dirty="0" err="1"/>
              <a:t>terkenal</a:t>
            </a:r>
            <a:r>
              <a:rPr lang="en-ID" dirty="0"/>
              <a:t> </a:t>
            </a:r>
            <a:r>
              <a:rPr lang="en-ID" dirty="0" err="1"/>
              <a:t>keras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di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rekan</a:t>
            </a:r>
            <a:r>
              <a:rPr lang="en-ID" dirty="0"/>
              <a:t> –</a:t>
            </a:r>
            <a:r>
              <a:rPr lang="en-ID" dirty="0" err="1"/>
              <a:t>rekannya</a:t>
            </a:r>
            <a:r>
              <a:rPr lang="en-ID" dirty="0"/>
              <a:t>.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busur</a:t>
            </a:r>
            <a:r>
              <a:rPr lang="en-ID" dirty="0"/>
              <a:t> dan </a:t>
            </a:r>
            <a:r>
              <a:rPr lang="en-ID" dirty="0" err="1"/>
              <a:t>panah</a:t>
            </a:r>
            <a:r>
              <a:rPr lang="en-ID" dirty="0"/>
              <a:t>,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unggul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menghadapi</a:t>
            </a:r>
            <a:r>
              <a:rPr lang="en-ID" dirty="0"/>
              <a:t> </a:t>
            </a:r>
            <a:r>
              <a:rPr lang="en-ID" dirty="0" err="1"/>
              <a:t>musuh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jarak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3094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E63AA22D-2D34-0C4D-755D-C82FF2A6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A73D6-DFB4-47AB-BD29-5799D4212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62" t="5934" r="34953" b="21304"/>
          <a:stretch/>
        </p:blipFill>
        <p:spPr bwMode="auto">
          <a:xfrm>
            <a:off x="201768" y="2922957"/>
            <a:ext cx="2041199" cy="204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6" name="Google Shape;976;p35">
            <a:extLst>
              <a:ext uri="{FF2B5EF4-FFF2-40B4-BE49-F238E27FC236}">
                <a16:creationId xmlns:a16="http://schemas.microsoft.com/office/drawing/2014/main" id="{C0D41EC7-5F37-8F33-084F-EA94EAE9F8A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685219" y="301822"/>
            <a:ext cx="7773562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800" b="1" dirty="0"/>
              <a:t>Wise Mage</a:t>
            </a:r>
            <a:endParaRPr lang="en-ID" sz="2800" dirty="0"/>
          </a:p>
        </p:txBody>
      </p:sp>
      <p:sp>
        <p:nvSpPr>
          <p:cNvPr id="977" name="Google Shape;977;p35">
            <a:extLst>
              <a:ext uri="{FF2B5EF4-FFF2-40B4-BE49-F238E27FC236}">
                <a16:creationId xmlns:a16="http://schemas.microsoft.com/office/drawing/2014/main" id="{B30291CD-1DD9-10FB-E74D-BD3D1A823D7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79809" y="1795691"/>
            <a:ext cx="1320930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2000" b="1" dirty="0"/>
              <a:t>Wise Mage</a:t>
            </a:r>
            <a:endParaRPr lang="en-ID" sz="2000" dirty="0"/>
          </a:p>
        </p:txBody>
      </p:sp>
      <p:sp>
        <p:nvSpPr>
          <p:cNvPr id="980" name="Google Shape;980;p35">
            <a:extLst>
              <a:ext uri="{FF2B5EF4-FFF2-40B4-BE49-F238E27FC236}">
                <a16:creationId xmlns:a16="http://schemas.microsoft.com/office/drawing/2014/main" id="{192D2F78-D840-CABD-0555-01626E63E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75" y="1121466"/>
            <a:ext cx="645699" cy="5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" name="Google Shape;971;p34">
            <a:extLst>
              <a:ext uri="{FF2B5EF4-FFF2-40B4-BE49-F238E27FC236}">
                <a16:creationId xmlns:a16="http://schemas.microsoft.com/office/drawing/2014/main" id="{9CEB9F49-B163-5D5E-B08F-00F7B5EE9A3A}"/>
              </a:ext>
            </a:extLst>
          </p:cNvPr>
          <p:cNvSpPr txBox="1">
            <a:spLocks/>
          </p:cNvSpPr>
          <p:nvPr/>
        </p:nvSpPr>
        <p:spPr>
          <a:xfrm>
            <a:off x="1831894" y="968168"/>
            <a:ext cx="5480211" cy="165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58750" indent="0" algn="l"/>
            <a:r>
              <a:rPr lang="en-ID" dirty="0"/>
              <a:t>Mage </a:t>
            </a:r>
            <a:r>
              <a:rPr lang="en-ID" dirty="0" err="1"/>
              <a:t>misterius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Sapphire Kingdom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penyihir</a:t>
            </a:r>
            <a:r>
              <a:rPr lang="en-ID" dirty="0"/>
              <a:t> </a:t>
            </a:r>
            <a:r>
              <a:rPr lang="en-ID" dirty="0" err="1"/>
              <a:t>berprestasi</a:t>
            </a:r>
            <a:r>
              <a:rPr lang="en-ID" dirty="0"/>
              <a:t> yang </a:t>
            </a:r>
            <a:r>
              <a:rPr lang="en-ID" dirty="0" err="1"/>
              <a:t>penuh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jarang</a:t>
            </a:r>
            <a:r>
              <a:rPr lang="en-ID" dirty="0"/>
              <a:t> </a:t>
            </a:r>
            <a:r>
              <a:rPr lang="en-ID" dirty="0" err="1"/>
              <a:t>berbicara</a:t>
            </a:r>
            <a:r>
              <a:rPr lang="en-ID" dirty="0"/>
              <a:t>. Dia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utamanya</a:t>
            </a:r>
            <a:r>
              <a:rPr lang="en-ID" dirty="0"/>
              <a:t>, </a:t>
            </a:r>
            <a:r>
              <a:rPr lang="en-ID" dirty="0" err="1"/>
              <a:t>sejalan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sifatnya</a:t>
            </a:r>
            <a:r>
              <a:rPr lang="en-ID" dirty="0"/>
              <a:t> yang </a:t>
            </a:r>
            <a:r>
              <a:rPr lang="en-ID" dirty="0" err="1"/>
              <a:t>bijak</a:t>
            </a:r>
            <a:r>
              <a:rPr lang="en-ID" dirty="0"/>
              <a:t>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sihir</a:t>
            </a:r>
            <a:r>
              <a:rPr lang="en-ID" dirty="0"/>
              <a:t> </a:t>
            </a:r>
            <a:r>
              <a:rPr lang="en-ID" dirty="0" err="1"/>
              <a:t>menguras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energi</a:t>
            </a:r>
            <a:r>
              <a:rPr lang="en-ID" dirty="0"/>
              <a:t>,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mengeluarkannya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– </a:t>
            </a:r>
            <a:r>
              <a:rPr lang="en-ID" dirty="0" err="1"/>
              <a:t>menerus</a:t>
            </a:r>
            <a:r>
              <a:rPr lang="en-ID" dirty="0"/>
              <a:t>.</a:t>
            </a:r>
            <a:endParaRPr lang="en-ID" dirty="0">
              <a:cs typeface="LilyUPC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5429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5"/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Werewolf, Goblin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Orc Chief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Golem(</a:t>
            </a:r>
            <a:r>
              <a:rPr lang="en-ID" dirty="0" err="1"/>
              <a:t>hijau</a:t>
            </a:r>
            <a:r>
              <a:rPr lang="en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NPC</a:t>
            </a:r>
            <a:r>
              <a:rPr lang="en-ID" dirty="0" err="1"/>
              <a:t>:Villager</a:t>
            </a:r>
            <a:r>
              <a:rPr lang="en-ID" dirty="0"/>
              <a:t>(info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mengalahkan</a:t>
            </a:r>
            <a:r>
              <a:rPr lang="en-ID" dirty="0"/>
              <a:t> dark magic)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dirty="0"/>
              <a:t>: Plains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luas</a:t>
            </a:r>
            <a:r>
              <a:rPr lang="en-ID" dirty="0"/>
              <a:t> dan </a:t>
            </a:r>
            <a:r>
              <a:rPr lang="en-ID" dirty="0" err="1"/>
              <a:t>indah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seketika</a:t>
            </a:r>
            <a:r>
              <a:rPr lang="en-ID" dirty="0"/>
              <a:t> dark magic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menyebar</a:t>
            </a:r>
            <a:r>
              <a:rPr lang="en-ID" dirty="0"/>
              <a:t>, Plains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aggresif</a:t>
            </a:r>
            <a:r>
              <a:rPr lang="en-ID" dirty="0"/>
              <a:t>. </a:t>
            </a:r>
          </a:p>
        </p:txBody>
      </p:sp>
      <p:sp>
        <p:nvSpPr>
          <p:cNvPr id="1184" name="Google Shape;1184;p45"/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Plains Wilderness</a:t>
            </a:r>
            <a:endParaRPr lang="en-ID" dirty="0"/>
          </a:p>
        </p:txBody>
      </p:sp>
      <p:sp>
        <p:nvSpPr>
          <p:cNvPr id="1189" name="Google Shape;1189;p45"/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1 Story</a:t>
            </a:r>
            <a:endParaRPr sz="3600" b="1" dirty="0"/>
          </a:p>
        </p:txBody>
      </p:sp>
      <p:pic>
        <p:nvPicPr>
          <p:cNvPr id="2050" name="Picture 2" descr="Pixilart - Grassy hill by anthony1290f">
            <a:extLst>
              <a:ext uri="{FF2B5EF4-FFF2-40B4-BE49-F238E27FC236}">
                <a16:creationId xmlns:a16="http://schemas.microsoft.com/office/drawing/2014/main" id="{8FFF3783-3E12-4FE6-237F-E49EF721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59" y="1739591"/>
            <a:ext cx="1664318" cy="1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F292952C-130D-83BC-6447-19EECCF4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xel art | &quot;trees&quot; [100x100 pixel] by stls">
            <a:extLst>
              <a:ext uri="{FF2B5EF4-FFF2-40B4-BE49-F238E27FC236}">
                <a16:creationId xmlns:a16="http://schemas.microsoft.com/office/drawing/2014/main" id="{71AB7292-28FB-CDBB-1D7C-CBFAF116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59" y="1739592"/>
            <a:ext cx="1664318" cy="166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EBD39346-2606-FFD7-AF78-2CEFA7EB24D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Goblin, Skeleton, Satyr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Amazon Girl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Gorgon (Medusa)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Peasants(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info)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dirty="0"/>
              <a:t>: Forest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misterius</a:t>
            </a:r>
            <a:r>
              <a:rPr lang="en-ID" dirty="0"/>
              <a:t>, Dimana </a:t>
            </a:r>
            <a:r>
              <a:rPr lang="en-ID" dirty="0" err="1"/>
              <a:t>konon</a:t>
            </a:r>
            <a:r>
              <a:rPr lang="en-ID" dirty="0"/>
              <a:t> </a:t>
            </a:r>
            <a:r>
              <a:rPr lang="en-ID" dirty="0" err="1"/>
              <a:t>siapapun</a:t>
            </a:r>
            <a:r>
              <a:rPr lang="en-ID" dirty="0"/>
              <a:t> yang </a:t>
            </a:r>
            <a:r>
              <a:rPr lang="en-ID" dirty="0" err="1"/>
              <a:t>memasuki</a:t>
            </a:r>
            <a:r>
              <a:rPr lang="en-ID" dirty="0"/>
              <a:t> the forest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…</a:t>
            </a:r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CA2BE8D3-FB8C-5D49-7531-17DB63C98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Forest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8B17D1AB-E851-D753-E94E-8457AC50E17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1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668828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13AF9C93-4A95-44E1-26CF-CE50350F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op free game assets tagged cave - Page 2 - itch.io">
            <a:extLst>
              <a:ext uri="{FF2B5EF4-FFF2-40B4-BE49-F238E27FC236}">
                <a16:creationId xmlns:a16="http://schemas.microsoft.com/office/drawing/2014/main" id="{3BB1E0E6-CFB9-EF50-73A8-CB211C52E4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0" t="109" r="14120" b="-109"/>
          <a:stretch/>
        </p:blipFill>
        <p:spPr bwMode="auto">
          <a:xfrm>
            <a:off x="316260" y="1735816"/>
            <a:ext cx="1664318" cy="176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C22672A9-C2E7-F66C-7197-A240CD2ED8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Gladiator, Demon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Pyromancer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Golem(</a:t>
            </a:r>
            <a:r>
              <a:rPr lang="en-ID" dirty="0" err="1"/>
              <a:t>api</a:t>
            </a:r>
            <a:r>
              <a:rPr lang="en-ID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Dwarf </a:t>
            </a:r>
            <a:r>
              <a:rPr lang="en-ID" dirty="0" err="1"/>
              <a:t>pengungsi</a:t>
            </a:r>
            <a:r>
              <a:rPr lang="en-ID" dirty="0"/>
              <a:t> </a:t>
            </a:r>
            <a:r>
              <a:rPr lang="en-ID" dirty="0" err="1"/>
              <a:t>tambang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b="1" dirty="0"/>
              <a:t> </a:t>
            </a:r>
            <a:r>
              <a:rPr lang="en-ID" dirty="0"/>
              <a:t>: Molten cave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aktif</a:t>
            </a:r>
            <a:r>
              <a:rPr lang="en-ID" dirty="0"/>
              <a:t> </a:t>
            </a:r>
            <a:r>
              <a:rPr lang="en-ID" dirty="0" err="1"/>
              <a:t>dikarenakan</a:t>
            </a:r>
            <a:r>
              <a:rPr lang="en-ID" dirty="0"/>
              <a:t> dark magic dan juga </a:t>
            </a:r>
            <a:r>
              <a:rPr lang="en-ID" dirty="0" err="1"/>
              <a:t>memperlambat</a:t>
            </a:r>
            <a:r>
              <a:rPr lang="en-ID" dirty="0"/>
              <a:t> </a:t>
            </a:r>
            <a:r>
              <a:rPr lang="en-ID" dirty="0" err="1"/>
              <a:t>pergerakan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dikarenakan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nya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panas</a:t>
            </a:r>
            <a:r>
              <a:rPr lang="en-ID" dirty="0"/>
              <a:t>.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material yang sangat Langkah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berkembang</a:t>
            </a:r>
            <a:endParaRPr lang="en-ID" dirty="0"/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69458E80-F901-B0D4-32C2-FBB5887226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Molten Cave 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BB09B3A5-E0CA-9452-4DDA-548C20509F06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2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2574481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5EA44229-3161-5A0B-6A7A-C3CE42E9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BF2E15-260E-B0A4-CFEF-3FF09ADB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43" t="1086" r="27836" b="-1086"/>
          <a:stretch/>
        </p:blipFill>
        <p:spPr>
          <a:xfrm>
            <a:off x="316260" y="1743855"/>
            <a:ext cx="1664318" cy="1786956"/>
          </a:xfrm>
          <a:prstGeom prst="rect">
            <a:avLst/>
          </a:prstGeom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9A33C4E1-0E4C-93B2-2203-CDA1ED07B7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Demon, Frost Yokai, Bone Dwarf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Berserker Dwarf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Golem(es)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Relik</a:t>
            </a:r>
            <a:r>
              <a:rPr lang="en-ID" dirty="0"/>
              <a:t> 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dirty="0"/>
              <a:t>: Frozen Core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 </a:t>
            </a:r>
            <a:r>
              <a:rPr lang="en-ID" dirty="0" err="1"/>
              <a:t>dikarenakan</a:t>
            </a:r>
            <a:r>
              <a:rPr lang="en-ID" dirty="0"/>
              <a:t> </a:t>
            </a:r>
            <a:r>
              <a:rPr lang="en-ID" dirty="0" err="1"/>
              <a:t>badai</a:t>
            </a:r>
            <a:r>
              <a:rPr lang="en-ID" dirty="0"/>
              <a:t> dan </a:t>
            </a:r>
            <a:r>
              <a:rPr lang="en-ID" dirty="0" err="1"/>
              <a:t>musuh-musuh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beradaptasi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dingin</a:t>
            </a:r>
            <a:r>
              <a:rPr lang="en-ID" dirty="0"/>
              <a:t> yang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susah</a:t>
            </a:r>
            <a:r>
              <a:rPr lang="en-ID" dirty="0"/>
              <a:t> </a:t>
            </a:r>
            <a:r>
              <a:rPr lang="en-ID" dirty="0" err="1"/>
              <a:t>melewatinya</a:t>
            </a:r>
            <a:r>
              <a:rPr lang="en-ID" dirty="0"/>
              <a:t>.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material yang sangat Langkah yang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karakter</a:t>
            </a:r>
            <a:r>
              <a:rPr lang="en-ID" dirty="0"/>
              <a:t> </a:t>
            </a:r>
            <a:r>
              <a:rPr lang="en-ID" dirty="0" err="1"/>
              <a:t>berkembang</a:t>
            </a:r>
            <a:endParaRPr lang="en-ID" dirty="0"/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5A9FB81C-C0DC-A4F4-6FB7-A49B68887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/>
              <a:t>Frozen Core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4EAD14D1-BA9B-641B-3B5D-C72F65ADC74E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2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678490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702D0C1F-891D-37A8-B9D3-99F70884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DFEDB-6A52-D880-1713-AF9E90240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623" r="10385"/>
          <a:stretch/>
        </p:blipFill>
        <p:spPr>
          <a:xfrm>
            <a:off x="316260" y="1736232"/>
            <a:ext cx="1664318" cy="1694842"/>
          </a:xfrm>
          <a:prstGeom prst="rect">
            <a:avLst/>
          </a:prstGeom>
        </p:spPr>
      </p:pic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2A8644B8-0990-2B62-91D2-19A1CF5FA2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26287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Orc, Yokai, Satyr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Mini Boss</a:t>
            </a:r>
            <a:r>
              <a:rPr lang="en-ID" dirty="0"/>
              <a:t>: Minotaur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</a:t>
            </a:r>
            <a:r>
              <a:rPr lang="en-ID" b="1" dirty="0"/>
              <a:t>Hellhound</a:t>
            </a:r>
            <a:r>
              <a:rPr lang="en-ID" dirty="0"/>
              <a:t> (3 Phase Battle)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D" i="1" dirty="0"/>
              <a:t>Phase 1</a:t>
            </a:r>
            <a:r>
              <a:rPr lang="en-ID" dirty="0"/>
              <a:t>: </a:t>
            </a:r>
            <a:r>
              <a:rPr lang="en-ID" dirty="0" err="1"/>
              <a:t>Serangan</a:t>
            </a:r>
            <a:r>
              <a:rPr lang="en-ID" dirty="0"/>
              <a:t> </a:t>
            </a:r>
            <a:r>
              <a:rPr lang="en-ID" dirty="0" err="1"/>
              <a:t>fisik</a:t>
            </a:r>
            <a:r>
              <a:rPr lang="en-ID" dirty="0"/>
              <a:t> dan </a:t>
            </a:r>
            <a:r>
              <a:rPr lang="en-ID" dirty="0" err="1"/>
              <a:t>kecepatan</a:t>
            </a:r>
            <a:endParaRPr lang="en-ID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D" i="1" dirty="0"/>
              <a:t>Phase 2</a:t>
            </a:r>
            <a:r>
              <a:rPr lang="en-ID" dirty="0"/>
              <a:t>: </a:t>
            </a:r>
            <a:r>
              <a:rPr lang="en-ID" dirty="0" err="1"/>
              <a:t>Berkepala</a:t>
            </a:r>
            <a:r>
              <a:rPr lang="en-ID" dirty="0"/>
              <a:t> 2 dan Damage Up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D" i="1" dirty="0"/>
              <a:t>Phase 3</a:t>
            </a:r>
            <a:r>
              <a:rPr lang="en-ID" dirty="0"/>
              <a:t>: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iblis</a:t>
            </a:r>
            <a:r>
              <a:rPr lang="en-ID" dirty="0"/>
              <a:t> </a:t>
            </a:r>
            <a:r>
              <a:rPr lang="en-ID" dirty="0" err="1"/>
              <a:t>berkepala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?? Damage??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Dwarf </a:t>
            </a:r>
            <a:r>
              <a:rPr lang="en-ID" dirty="0" err="1"/>
              <a:t>penjaga</a:t>
            </a:r>
            <a:r>
              <a:rPr lang="en-ID" dirty="0"/>
              <a:t> </a:t>
            </a:r>
            <a:r>
              <a:rPr lang="en-ID" dirty="0" err="1"/>
              <a:t>kuil</a:t>
            </a:r>
            <a:r>
              <a:rPr lang="en-ID" dirty="0"/>
              <a:t> </a:t>
            </a:r>
            <a:r>
              <a:rPr lang="en-ID" dirty="0" err="1"/>
              <a:t>bawah</a:t>
            </a:r>
            <a:r>
              <a:rPr lang="en-ID" dirty="0"/>
              <a:t> </a:t>
            </a:r>
            <a:r>
              <a:rPr lang="en-ID" dirty="0" err="1"/>
              <a:t>tanah</a:t>
            </a:r>
            <a:r>
              <a:rPr lang="en-ID" dirty="0"/>
              <a:t>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b="1" dirty="0"/>
              <a:t> </a:t>
            </a:r>
            <a:r>
              <a:rPr lang="en-ID" dirty="0"/>
              <a:t>: </a:t>
            </a:r>
            <a:r>
              <a:rPr lang="en-ID" dirty="0" err="1"/>
              <a:t>Petunjuk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sang </a:t>
            </a:r>
            <a:r>
              <a:rPr lang="en-ID" dirty="0" err="1"/>
              <a:t>pangeran</a:t>
            </a:r>
            <a:r>
              <a:rPr lang="en-ID" dirty="0"/>
              <a:t> dan </a:t>
            </a:r>
            <a:r>
              <a:rPr lang="en-ID" dirty="0" err="1"/>
              <a:t>keinginannya</a:t>
            </a:r>
            <a:r>
              <a:rPr lang="en-ID" dirty="0"/>
              <a:t> </a:t>
            </a:r>
            <a:r>
              <a:rPr lang="en-ID" dirty="0" err="1"/>
              <a:t>membangkitkan</a:t>
            </a:r>
            <a:r>
              <a:rPr lang="en-ID" dirty="0"/>
              <a:t> yang </a:t>
            </a:r>
            <a:r>
              <a:rPr lang="en-ID" dirty="0" err="1"/>
              <a:t>telah</a:t>
            </a:r>
            <a:r>
              <a:rPr lang="en-ID" dirty="0"/>
              <a:t> </a:t>
            </a:r>
            <a:r>
              <a:rPr lang="en-ID" dirty="0" err="1"/>
              <a:t>mati</a:t>
            </a:r>
            <a:r>
              <a:rPr lang="en-ID" dirty="0"/>
              <a:t>.</a:t>
            </a:r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8AF37450-D909-9395-1E81-84E0C4BF57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/>
              <a:t>Illusive Desert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0EF7ADBD-7F8A-D46F-8A45-49E22E23284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256604" y="313875"/>
            <a:ext cx="26307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Stage 3 Story</a:t>
            </a:r>
            <a:endParaRPr sz="3600" b="1" dirty="0"/>
          </a:p>
        </p:txBody>
      </p:sp>
    </p:spTree>
    <p:extLst>
      <p:ext uri="{BB962C8B-B14F-4D97-AF65-F5344CB8AC3E}">
        <p14:creationId xmlns:p14="http://schemas.microsoft.com/office/powerpoint/2010/main" val="1706510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>
          <a:extLst>
            <a:ext uri="{FF2B5EF4-FFF2-40B4-BE49-F238E27FC236}">
              <a16:creationId xmlns:a16="http://schemas.microsoft.com/office/drawing/2014/main" id="{C112AAAC-F4DC-306E-B015-B2AD73D7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5">
            <a:extLst>
              <a:ext uri="{FF2B5EF4-FFF2-40B4-BE49-F238E27FC236}">
                <a16:creationId xmlns:a16="http://schemas.microsoft.com/office/drawing/2014/main" id="{52459B85-7A6D-5E6A-B29A-E71CF44582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9874" y="1743855"/>
            <a:ext cx="6200889" cy="18624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 err="1"/>
              <a:t>Musuh</a:t>
            </a:r>
            <a:r>
              <a:rPr lang="en-ID" dirty="0"/>
              <a:t>: Skeleton Knight, Demon, Corrupted Soldier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Mini</a:t>
            </a:r>
            <a:r>
              <a:rPr lang="en-ID" dirty="0"/>
              <a:t> Boss: Samurai Hitam (Clone)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b="1" dirty="0"/>
              <a:t>Boss</a:t>
            </a:r>
            <a:r>
              <a:rPr lang="en-ID" dirty="0"/>
              <a:t>: </a:t>
            </a:r>
            <a:r>
              <a:rPr lang="en-ID" sz="1400" b="1" dirty="0"/>
              <a:t>Corrupted Dragon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/>
              <a:t>NPC</a:t>
            </a:r>
            <a:r>
              <a:rPr lang="en-ID" dirty="0"/>
              <a:t>: Roh </a:t>
            </a:r>
            <a:r>
              <a:rPr lang="en-ID" dirty="0" err="1"/>
              <a:t>kerajaan</a:t>
            </a:r>
            <a:endParaRPr lang="en-ID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D" b="1" dirty="0" err="1"/>
              <a:t>Deskripsi</a:t>
            </a:r>
            <a:r>
              <a:rPr lang="en-ID" b="1" dirty="0"/>
              <a:t> </a:t>
            </a:r>
            <a:r>
              <a:rPr lang="en-ID" dirty="0"/>
              <a:t>: </a:t>
            </a:r>
            <a:r>
              <a:rPr lang="en-ID" dirty="0" err="1"/>
              <a:t>Kerjaan</a:t>
            </a:r>
            <a:r>
              <a:rPr lang="en-ID" dirty="0"/>
              <a:t> Obsidian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yang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begitu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dark magic, </a:t>
            </a:r>
            <a:r>
              <a:rPr lang="en-ID" dirty="0" err="1"/>
              <a:t>disini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karaktermu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menyelamatkan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mengalahkan</a:t>
            </a:r>
            <a:r>
              <a:rPr lang="en-ID" dirty="0"/>
              <a:t> Anak Raja. Itu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mu..</a:t>
            </a:r>
          </a:p>
        </p:txBody>
      </p:sp>
      <p:sp>
        <p:nvSpPr>
          <p:cNvPr id="1184" name="Google Shape;1184;p45">
            <a:extLst>
              <a:ext uri="{FF2B5EF4-FFF2-40B4-BE49-F238E27FC236}">
                <a16:creationId xmlns:a16="http://schemas.microsoft.com/office/drawing/2014/main" id="{72BCAE46-F622-B5DA-27B6-F15A7EA52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5636" y="1291755"/>
            <a:ext cx="6776123" cy="45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Ruins of Obsidian Kingdom</a:t>
            </a:r>
            <a:endParaRPr lang="en-ID" dirty="0"/>
          </a:p>
        </p:txBody>
      </p:sp>
      <p:sp>
        <p:nvSpPr>
          <p:cNvPr id="1189" name="Google Shape;1189;p45">
            <a:extLst>
              <a:ext uri="{FF2B5EF4-FFF2-40B4-BE49-F238E27FC236}">
                <a16:creationId xmlns:a16="http://schemas.microsoft.com/office/drawing/2014/main" id="{E9918F6F-8E44-41DD-C19B-96212FC05307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2860754" y="313875"/>
            <a:ext cx="3422492" cy="751830"/>
          </a:xfrm>
          <a:prstGeom prst="rect">
            <a:avLst/>
          </a:prstGeom>
        </p:spPr>
        <p:txBody>
          <a:bodyPr spcFirstLastPara="1" wrap="square" lIns="4570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Final Stage Story</a:t>
            </a:r>
            <a:endParaRPr sz="3600" b="1" dirty="0"/>
          </a:p>
        </p:txBody>
      </p:sp>
      <p:pic>
        <p:nvPicPr>
          <p:cNvPr id="3" name="Picture 2" descr="Explore the Ruins: 2D Pixel Art Medieval Castle">
            <a:extLst>
              <a:ext uri="{FF2B5EF4-FFF2-40B4-BE49-F238E27FC236}">
                <a16:creationId xmlns:a16="http://schemas.microsoft.com/office/drawing/2014/main" id="{2B352433-B7A3-1E6D-55F4-444EA0CEC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60" y="1736232"/>
            <a:ext cx="1721085" cy="172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70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E7255970-4F9E-912E-A9C3-4F2F9932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2C11071D-C5C9-2F5D-670D-E39449E77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NPC</a:t>
            </a:r>
            <a:br>
              <a:rPr lang="en-ID" dirty="0"/>
            </a:b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B46B1096-ED01-256B-71B2-CD172C3AFE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9208" y="145471"/>
            <a:ext cx="4338188" cy="2832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Villager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Other Kingdom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Penduduk</a:t>
            </a:r>
            <a:r>
              <a:rPr lang="en-ID" sz="1100" dirty="0"/>
              <a:t> yang </a:t>
            </a:r>
            <a:r>
              <a:rPr lang="en-ID" sz="1100" dirty="0" err="1"/>
              <a:t>akan</a:t>
            </a:r>
            <a:r>
              <a:rPr lang="en-ID" sz="1100" dirty="0"/>
              <a:t> </a:t>
            </a:r>
            <a:r>
              <a:rPr lang="en-ID" sz="1100" dirty="0" err="1"/>
              <a:t>membantu</a:t>
            </a:r>
            <a:r>
              <a:rPr lang="en-ID" sz="1100" dirty="0"/>
              <a:t> progress </a:t>
            </a:r>
            <a:r>
              <a:rPr lang="en-ID" sz="1100" dirty="0" err="1"/>
              <a:t>karakter</a:t>
            </a:r>
            <a:r>
              <a:rPr lang="en-ID" sz="1100" dirty="0"/>
              <a:t> pada </a:t>
            </a:r>
            <a:r>
              <a:rPr lang="en-ID" sz="1100" dirty="0" err="1"/>
              <a:t>petulangannya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marL="127000" indent="0" algn="l"/>
            <a:endParaRPr lang="en-ID" sz="1100" dirty="0"/>
          </a:p>
          <a:p>
            <a:pPr algn="l">
              <a:buNone/>
            </a:pPr>
            <a:r>
              <a:rPr lang="en-ID" sz="1100" b="1" dirty="0"/>
              <a:t>Survivor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Obsidian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seseorang</a:t>
            </a:r>
            <a:r>
              <a:rPr lang="en-ID" sz="1100" dirty="0"/>
              <a:t> yang </a:t>
            </a:r>
            <a:r>
              <a:rPr lang="en-ID" sz="1100" dirty="0" err="1"/>
              <a:t>akan</a:t>
            </a:r>
            <a:r>
              <a:rPr lang="en-ID" sz="1100" dirty="0"/>
              <a:t> </a:t>
            </a:r>
            <a:r>
              <a:rPr lang="en-ID" sz="1100" dirty="0" err="1"/>
              <a:t>kamu</a:t>
            </a:r>
            <a:r>
              <a:rPr lang="en-ID" sz="1100" dirty="0"/>
              <a:t> </a:t>
            </a:r>
            <a:r>
              <a:rPr lang="en-ID" sz="1100" dirty="0" err="1"/>
              <a:t>temukan</a:t>
            </a:r>
            <a:r>
              <a:rPr lang="en-ID" sz="1100" dirty="0"/>
              <a:t>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perjalananmu</a:t>
            </a:r>
            <a:r>
              <a:rPr lang="en-ID" sz="1100" dirty="0"/>
              <a:t> </a:t>
            </a:r>
            <a:r>
              <a:rPr lang="en-ID" sz="1100" dirty="0" err="1"/>
              <a:t>ke</a:t>
            </a:r>
            <a:r>
              <a:rPr lang="en-ID" sz="1100" dirty="0"/>
              <a:t> Obsidian Kingdom yang </a:t>
            </a:r>
            <a:r>
              <a:rPr lang="en-ID" sz="1100" dirty="0" err="1"/>
              <a:t>akan</a:t>
            </a:r>
            <a:r>
              <a:rPr lang="en-ID" sz="1100" dirty="0"/>
              <a:t> </a:t>
            </a:r>
            <a:r>
              <a:rPr lang="en-ID" sz="1100" dirty="0" err="1"/>
              <a:t>membantumu</a:t>
            </a:r>
            <a:r>
              <a:rPr lang="en-ID" sz="1100" dirty="0"/>
              <a:t> </a:t>
            </a:r>
            <a:r>
              <a:rPr lang="en-ID" sz="1100" dirty="0" err="1"/>
              <a:t>mencari</a:t>
            </a:r>
            <a:r>
              <a:rPr lang="en-ID" sz="1100" dirty="0"/>
              <a:t> </a:t>
            </a:r>
            <a:r>
              <a:rPr lang="en-ID" sz="1100" dirty="0" err="1"/>
              <a:t>tahu</a:t>
            </a:r>
            <a:r>
              <a:rPr lang="en-ID" sz="1100" dirty="0"/>
              <a:t> info di Obsidian Kingdom</a:t>
            </a:r>
          </a:p>
          <a:p>
            <a:pPr marL="127000" indent="0" algn="l"/>
            <a:endParaRPr lang="en-ID" sz="1100" dirty="0"/>
          </a:p>
          <a:p>
            <a:pPr algn="l">
              <a:buNone/>
            </a:pPr>
            <a:r>
              <a:rPr lang="en-ID" sz="1100" b="1" dirty="0"/>
              <a:t>Dwarf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Dwarf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Salah </a:t>
            </a:r>
            <a:r>
              <a:rPr lang="en-ID" sz="1100" dirty="0" err="1"/>
              <a:t>satu</a:t>
            </a:r>
            <a:r>
              <a:rPr lang="en-ID" sz="1100" dirty="0"/>
              <a:t> Dwarf yang </a:t>
            </a:r>
            <a:r>
              <a:rPr lang="en-ID" sz="1100" dirty="0" err="1"/>
              <a:t>tidak</a:t>
            </a:r>
            <a:r>
              <a:rPr lang="en-ID" sz="1100" dirty="0"/>
              <a:t> di control oleh dark magic dan </a:t>
            </a:r>
            <a:r>
              <a:rPr lang="en-ID" sz="1100" dirty="0" err="1"/>
              <a:t>berhasil</a:t>
            </a:r>
            <a:r>
              <a:rPr lang="en-ID" sz="1100" dirty="0"/>
              <a:t> </a:t>
            </a:r>
            <a:r>
              <a:rPr lang="en-ID" sz="1100" dirty="0" err="1"/>
              <a:t>kabur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ancaman</a:t>
            </a:r>
            <a:r>
              <a:rPr lang="en-ID" sz="1100" dirty="0"/>
              <a:t> Dark Magic, </a:t>
            </a:r>
            <a:r>
              <a:rPr lang="en-ID" sz="1100" dirty="0" err="1"/>
              <a:t>dia</a:t>
            </a:r>
            <a:r>
              <a:rPr lang="en-ID" sz="1100" dirty="0"/>
              <a:t> </a:t>
            </a:r>
            <a:r>
              <a:rPr lang="en-ID" sz="1100" dirty="0" err="1"/>
              <a:t>dapat</a:t>
            </a:r>
            <a:r>
              <a:rPr lang="en-ID" sz="1100" dirty="0"/>
              <a:t> </a:t>
            </a:r>
            <a:r>
              <a:rPr lang="en-ID" sz="1100" dirty="0" err="1"/>
              <a:t>menaikan</a:t>
            </a:r>
            <a:r>
              <a:rPr lang="en-ID" sz="1100" dirty="0"/>
              <a:t> </a:t>
            </a:r>
            <a:r>
              <a:rPr lang="en-ID" sz="1100" dirty="0" err="1"/>
              <a:t>kualitas</a:t>
            </a:r>
            <a:r>
              <a:rPr lang="en-ID" sz="1100" dirty="0"/>
              <a:t> </a:t>
            </a:r>
            <a:r>
              <a:rPr lang="en-ID" sz="1100" dirty="0" err="1"/>
              <a:t>sentaja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marL="127000" indent="0" algn="l"/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54EB13C-D03C-7A68-AE34-6BD50C6D5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24"/>
          <a:stretch/>
        </p:blipFill>
        <p:spPr bwMode="auto">
          <a:xfrm>
            <a:off x="4636605" y="238567"/>
            <a:ext cx="1921933" cy="95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5F943C3-A018-02CD-45E2-395B78CAC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08"/>
          <a:stretch/>
        </p:blipFill>
        <p:spPr bwMode="auto">
          <a:xfrm>
            <a:off x="4636605" y="1345765"/>
            <a:ext cx="1968500" cy="98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BC8EF23-C1C8-C19A-F8E1-F6BCE61454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1" r="67390" b="19163"/>
          <a:stretch/>
        </p:blipFill>
        <p:spPr bwMode="auto">
          <a:xfrm>
            <a:off x="4636605" y="2424396"/>
            <a:ext cx="540762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263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/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Common Enemies</a:t>
            </a:r>
            <a:endParaRPr dirty="0"/>
          </a:p>
        </p:txBody>
      </p:sp>
      <p:sp>
        <p:nvSpPr>
          <p:cNvPr id="994" name="Google Shape;994;p36"/>
          <p:cNvSpPr txBox="1">
            <a:spLocks noGrp="1"/>
          </p:cNvSpPr>
          <p:nvPr>
            <p:ph type="subTitle" idx="1"/>
          </p:nvPr>
        </p:nvSpPr>
        <p:spPr>
          <a:xfrm>
            <a:off x="169208" y="145471"/>
            <a:ext cx="4338188" cy="2832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Goblin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Hutan </a:t>
            </a:r>
            <a:r>
              <a:rPr lang="en-ID" sz="1100" dirty="0" err="1"/>
              <a:t>Terkutuk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Makhluk</a:t>
            </a:r>
            <a:r>
              <a:rPr lang="en-ID" sz="1100" dirty="0"/>
              <a:t> </a:t>
            </a:r>
            <a:r>
              <a:rPr lang="en-ID" sz="1100" dirty="0" err="1"/>
              <a:t>kecil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insting</a:t>
            </a:r>
            <a:r>
              <a:rPr lang="en-ID" sz="1100" dirty="0"/>
              <a:t> buas dan </a:t>
            </a:r>
            <a:r>
              <a:rPr lang="en-ID" sz="1100" dirty="0" err="1"/>
              <a:t>kecerdikan</a:t>
            </a:r>
            <a:r>
              <a:rPr lang="en-ID" sz="1100" dirty="0"/>
              <a:t> </a:t>
            </a:r>
            <a:r>
              <a:rPr lang="en-ID" sz="1100" dirty="0" err="1"/>
              <a:t>tinggi</a:t>
            </a:r>
            <a:r>
              <a:rPr lang="en-ID" sz="1100" dirty="0"/>
              <a:t>. Sering </a:t>
            </a:r>
            <a:r>
              <a:rPr lang="en-ID" sz="1100" dirty="0" err="1"/>
              <a:t>menyerang</a:t>
            </a:r>
            <a:r>
              <a:rPr lang="en-ID" sz="1100" dirty="0"/>
              <a:t> </a:t>
            </a:r>
            <a:r>
              <a:rPr lang="en-ID" sz="1100" dirty="0" err="1"/>
              <a:t>secara</a:t>
            </a:r>
            <a:r>
              <a:rPr lang="en-ID" sz="1100" dirty="0"/>
              <a:t> </a:t>
            </a:r>
            <a:r>
              <a:rPr lang="en-ID" sz="1100" dirty="0" err="1"/>
              <a:t>berkelompok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Lempar</a:t>
            </a:r>
            <a:r>
              <a:rPr lang="en-ID" sz="1100" dirty="0"/>
              <a:t> tombak, </a:t>
            </a:r>
            <a:r>
              <a:rPr lang="en-ID" sz="1100" dirty="0" err="1"/>
              <a:t>jebakan</a:t>
            </a:r>
            <a:r>
              <a:rPr lang="en-ID" sz="1100" dirty="0"/>
              <a:t> </a:t>
            </a:r>
            <a:r>
              <a:rPr lang="en-ID" sz="1100" dirty="0" err="1"/>
              <a:t>sederhana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Orc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Padang </a:t>
            </a:r>
            <a:r>
              <a:rPr lang="en-ID" sz="1100" dirty="0" err="1"/>
              <a:t>Pasir</a:t>
            </a:r>
            <a:r>
              <a:rPr lang="en-ID" sz="1100" dirty="0"/>
              <a:t> </a:t>
            </a:r>
            <a:r>
              <a:rPr lang="en-ID" sz="1100" dirty="0" err="1"/>
              <a:t>Bayangan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Pejuang</a:t>
            </a:r>
            <a:r>
              <a:rPr lang="en-ID" sz="1100" dirty="0"/>
              <a:t> </a:t>
            </a:r>
            <a:r>
              <a:rPr lang="en-ID" sz="1100" dirty="0" err="1"/>
              <a:t>besar</a:t>
            </a:r>
            <a:r>
              <a:rPr lang="en-ID" sz="1100" dirty="0"/>
              <a:t> </a:t>
            </a:r>
            <a:r>
              <a:rPr lang="en-ID" sz="1100" dirty="0" err="1"/>
              <a:t>bertubuh</a:t>
            </a:r>
            <a:r>
              <a:rPr lang="en-ID" sz="1100" dirty="0"/>
              <a:t> </a:t>
            </a:r>
            <a:r>
              <a:rPr lang="en-ID" sz="1100" dirty="0" err="1"/>
              <a:t>kuat</a:t>
            </a:r>
            <a:r>
              <a:rPr lang="en-ID" sz="1100" dirty="0"/>
              <a:t> dan brutal. Tidak </a:t>
            </a:r>
            <a:r>
              <a:rPr lang="en-ID" sz="1100" dirty="0" err="1"/>
              <a:t>terlalu</a:t>
            </a:r>
            <a:r>
              <a:rPr lang="en-ID" sz="1100" dirty="0"/>
              <a:t> </a:t>
            </a:r>
            <a:r>
              <a:rPr lang="en-ID" sz="1100" dirty="0" err="1"/>
              <a:t>cepat</a:t>
            </a:r>
            <a:r>
              <a:rPr lang="en-ID" sz="1100" dirty="0"/>
              <a:t>, </a:t>
            </a:r>
            <a:r>
              <a:rPr lang="en-ID" sz="1100" dirty="0" err="1"/>
              <a:t>tapi</a:t>
            </a:r>
            <a:r>
              <a:rPr lang="en-ID" sz="1100" dirty="0"/>
              <a:t> </a:t>
            </a:r>
            <a:r>
              <a:rPr lang="en-ID" sz="1100" dirty="0" err="1"/>
              <a:t>pukulannya</a:t>
            </a:r>
            <a:r>
              <a:rPr lang="en-ID" sz="1100" dirty="0"/>
              <a:t> </a:t>
            </a:r>
            <a:r>
              <a:rPr lang="en-ID" sz="1100" dirty="0" err="1"/>
              <a:t>menghancurkan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lompat</a:t>
            </a:r>
            <a:r>
              <a:rPr lang="en-ID" sz="1100" dirty="0"/>
              <a:t>, </a:t>
            </a:r>
            <a:r>
              <a:rPr lang="en-ID" sz="1100" dirty="0" err="1"/>
              <a:t>teriakan</a:t>
            </a:r>
            <a:r>
              <a:rPr lang="en-ID" sz="1100" dirty="0"/>
              <a:t> </a:t>
            </a:r>
            <a:r>
              <a:rPr lang="en-ID" sz="1100" dirty="0" err="1"/>
              <a:t>mengintimidasi</a:t>
            </a:r>
            <a:endParaRPr lang="en-ID" sz="1100" dirty="0"/>
          </a:p>
          <a:p>
            <a:pPr marL="127000" indent="0" algn="l"/>
            <a:endParaRPr lang="en-ID" sz="1100" dirty="0"/>
          </a:p>
          <a:p>
            <a:pPr algn="l">
              <a:buNone/>
            </a:pPr>
            <a:r>
              <a:rPr lang="en-ID" sz="1100" b="1" dirty="0"/>
              <a:t>Skeleton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Tulang-tulang</a:t>
            </a:r>
            <a:r>
              <a:rPr lang="en-ID" sz="1100" dirty="0"/>
              <a:t> </a:t>
            </a:r>
            <a:r>
              <a:rPr lang="en-ID" sz="1100" dirty="0" err="1"/>
              <a:t>hidup</a:t>
            </a:r>
            <a:r>
              <a:rPr lang="en-ID" sz="1100" dirty="0"/>
              <a:t> yang </a:t>
            </a:r>
            <a:r>
              <a:rPr lang="en-ID" sz="1100" dirty="0" err="1"/>
              <a:t>dikendalikan</a:t>
            </a:r>
            <a:r>
              <a:rPr lang="en-ID" sz="1100" dirty="0"/>
              <a:t> oleh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gelap</a:t>
            </a:r>
            <a:r>
              <a:rPr lang="en-ID" sz="1100" dirty="0"/>
              <a:t>. </a:t>
            </a:r>
            <a:r>
              <a:rPr lang="en-ID" sz="1100" dirty="0" err="1"/>
              <a:t>Rentan</a:t>
            </a:r>
            <a:r>
              <a:rPr lang="en-ID" sz="1100" dirty="0"/>
              <a:t> </a:t>
            </a:r>
            <a:r>
              <a:rPr lang="en-ID" sz="1100" dirty="0" err="1"/>
              <a:t>tapi</a:t>
            </a:r>
            <a:r>
              <a:rPr lang="en-ID" sz="1100" dirty="0"/>
              <a:t> </a:t>
            </a:r>
            <a:r>
              <a:rPr lang="en-ID" sz="1100" dirty="0" err="1"/>
              <a:t>tak</a:t>
            </a:r>
            <a:r>
              <a:rPr lang="en-ID" sz="1100" dirty="0"/>
              <a:t> </a:t>
            </a:r>
            <a:r>
              <a:rPr lang="en-ID" sz="1100" dirty="0" err="1"/>
              <a:t>kenal</a:t>
            </a:r>
            <a:r>
              <a:rPr lang="en-ID" sz="1100" dirty="0"/>
              <a:t> </a:t>
            </a:r>
            <a:r>
              <a:rPr lang="en-ID" sz="1100" dirty="0" err="1"/>
              <a:t>takut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Bangkit</a:t>
            </a:r>
            <a:r>
              <a:rPr lang="en-ID" sz="1100" dirty="0"/>
              <a:t> </a:t>
            </a:r>
            <a:r>
              <a:rPr lang="en-ID" sz="1100" dirty="0" err="1"/>
              <a:t>kembali</a:t>
            </a:r>
            <a:r>
              <a:rPr lang="en-ID" sz="1100" dirty="0"/>
              <a:t> </a:t>
            </a:r>
            <a:r>
              <a:rPr lang="en-ID" sz="1100" dirty="0" err="1"/>
              <a:t>jika</a:t>
            </a:r>
            <a:r>
              <a:rPr lang="en-ID" sz="1100" dirty="0"/>
              <a:t> </a:t>
            </a:r>
            <a:r>
              <a:rPr lang="en-ID" sz="1100" dirty="0" err="1"/>
              <a:t>tidak</a:t>
            </a:r>
            <a:r>
              <a:rPr lang="en-ID" sz="1100" dirty="0"/>
              <a:t> </a:t>
            </a:r>
            <a:r>
              <a:rPr lang="en-ID" sz="1100" dirty="0" err="1"/>
              <a:t>dihancurkan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endParaRPr lang="en-ID" sz="1100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65431AD-2943-9A08-55B4-E5E265B69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6"/>
          <a:stretch/>
        </p:blipFill>
        <p:spPr bwMode="auto">
          <a:xfrm>
            <a:off x="4636605" y="2692426"/>
            <a:ext cx="1838739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DD8D5AC0-5FA4-8DE9-427C-A2FF3FFB6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6"/>
          <a:stretch/>
        </p:blipFill>
        <p:spPr bwMode="auto">
          <a:xfrm>
            <a:off x="4636604" y="431171"/>
            <a:ext cx="1838739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CDBC0101-9D79-D6A4-756E-94D3D2253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1" b="19349"/>
          <a:stretch/>
        </p:blipFill>
        <p:spPr bwMode="auto">
          <a:xfrm>
            <a:off x="5213074" y="1561798"/>
            <a:ext cx="1284230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426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89E4F40F-F94C-352B-1D15-5EE57D4FB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43A1C039-3E40-7B78-6CD6-1A6E10949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Common Enemies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69A31FA6-9961-0977-BB97-E2B751CF9A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206620"/>
            <a:ext cx="4069831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Yokai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Roh </a:t>
            </a:r>
            <a:r>
              <a:rPr lang="en-ID" sz="1100" dirty="0" err="1"/>
              <a:t>jahat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dunia lain. </a:t>
            </a:r>
            <a:r>
              <a:rPr lang="en-ID" sz="1100" dirty="0" err="1"/>
              <a:t>Membuat</a:t>
            </a:r>
            <a:r>
              <a:rPr lang="en-ID" sz="1100" dirty="0"/>
              <a:t> </a:t>
            </a:r>
            <a:r>
              <a:rPr lang="en-ID" sz="1100" dirty="0" err="1"/>
              <a:t>ilusi</a:t>
            </a:r>
            <a:r>
              <a:rPr lang="en-ID" sz="1100" dirty="0"/>
              <a:t> dan </a:t>
            </a:r>
            <a:r>
              <a:rPr lang="en-ID" sz="1100" dirty="0" err="1"/>
              <a:t>mengacaukan</a:t>
            </a:r>
            <a:r>
              <a:rPr lang="en-ID" sz="1100" dirty="0"/>
              <a:t> </a:t>
            </a:r>
            <a:r>
              <a:rPr lang="en-ID" sz="1100" dirty="0" err="1"/>
              <a:t>pikiran</a:t>
            </a:r>
            <a:r>
              <a:rPr lang="en-ID" sz="1100" dirty="0"/>
              <a:t> </a:t>
            </a:r>
            <a:r>
              <a:rPr lang="en-ID" sz="1100" dirty="0" err="1"/>
              <a:t>musuh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Teleportasi</a:t>
            </a:r>
            <a:r>
              <a:rPr lang="en-ID" sz="1100" dirty="0"/>
              <a:t> </a:t>
            </a:r>
            <a:r>
              <a:rPr lang="en-ID" sz="1100" dirty="0" err="1"/>
              <a:t>pendek</a:t>
            </a:r>
            <a:r>
              <a:rPr lang="en-ID" sz="1100" dirty="0"/>
              <a:t>, </a:t>
            </a:r>
            <a:r>
              <a:rPr lang="en-ID" sz="1100" dirty="0" err="1"/>
              <a:t>ilusi</a:t>
            </a:r>
            <a:r>
              <a:rPr lang="en-ID" sz="1100" dirty="0"/>
              <a:t> </a:t>
            </a:r>
            <a:r>
              <a:rPr lang="en-ID" sz="1100" dirty="0" err="1"/>
              <a:t>ganda</a:t>
            </a:r>
            <a:endParaRPr lang="en-ID" sz="1100" dirty="0"/>
          </a:p>
          <a:p>
            <a:pPr marL="127000" indent="0" algn="l"/>
            <a:endParaRPr lang="en-ID" sz="1100" dirty="0"/>
          </a:p>
          <a:p>
            <a:pPr algn="l">
              <a:buNone/>
            </a:pPr>
            <a:r>
              <a:rPr lang="en-ID" sz="1100" b="1" dirty="0"/>
              <a:t>Gladiator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Petarung</a:t>
            </a:r>
            <a:r>
              <a:rPr lang="en-ID" sz="1100" dirty="0"/>
              <a:t> </a:t>
            </a:r>
            <a:r>
              <a:rPr lang="en-ID" sz="1100" dirty="0" err="1"/>
              <a:t>abadi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arena </a:t>
            </a:r>
            <a:r>
              <a:rPr lang="en-ID" sz="1100" dirty="0" err="1"/>
              <a:t>terkutuk</a:t>
            </a:r>
            <a:r>
              <a:rPr lang="en-ID" sz="1100" dirty="0"/>
              <a:t>. Armor-</a:t>
            </a:r>
            <a:r>
              <a:rPr lang="en-ID" sz="1100" dirty="0" err="1"/>
              <a:t>nya</a:t>
            </a:r>
            <a:r>
              <a:rPr lang="en-ID" sz="1100" dirty="0"/>
              <a:t> </a:t>
            </a:r>
            <a:r>
              <a:rPr lang="en-ID" sz="1100" dirty="0" err="1"/>
              <a:t>menyatu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Dark Magic.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Serangan</a:t>
            </a:r>
            <a:r>
              <a:rPr lang="en-ID" sz="1100" dirty="0"/>
              <a:t> charge, </a:t>
            </a:r>
            <a:r>
              <a:rPr lang="en-ID" sz="1100" dirty="0" err="1"/>
              <a:t>blok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Demon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Wujud</a:t>
            </a:r>
            <a:r>
              <a:rPr lang="en-ID" sz="1100" dirty="0"/>
              <a:t> </a:t>
            </a:r>
            <a:r>
              <a:rPr lang="en-ID" sz="1100" dirty="0" err="1"/>
              <a:t>korupsi</a:t>
            </a:r>
            <a:r>
              <a:rPr lang="en-ID" sz="1100" dirty="0"/>
              <a:t> </a:t>
            </a:r>
            <a:r>
              <a:rPr lang="en-ID" sz="1100" dirty="0" err="1"/>
              <a:t>jiwa</a:t>
            </a:r>
            <a:r>
              <a:rPr lang="en-ID" sz="1100" dirty="0"/>
              <a:t> oleh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gelap</a:t>
            </a:r>
            <a:r>
              <a:rPr lang="en-ID" sz="1100" dirty="0"/>
              <a:t>. </a:t>
            </a:r>
            <a:r>
              <a:rPr lang="en-ID" sz="1100" dirty="0" err="1"/>
              <a:t>Cepat</a:t>
            </a:r>
            <a:r>
              <a:rPr lang="en-ID" sz="1100" dirty="0"/>
              <a:t> dan </a:t>
            </a:r>
            <a:r>
              <a:rPr lang="en-ID" sz="1100" dirty="0" err="1"/>
              <a:t>menyerang</a:t>
            </a:r>
            <a:r>
              <a:rPr lang="en-ID" sz="1100" dirty="0"/>
              <a:t> </a:t>
            </a:r>
            <a:r>
              <a:rPr lang="en-ID" sz="1100" dirty="0" err="1"/>
              <a:t>tanpa</a:t>
            </a:r>
            <a:r>
              <a:rPr lang="en-ID" sz="1100" dirty="0"/>
              <a:t> </a:t>
            </a:r>
            <a:r>
              <a:rPr lang="en-ID" sz="1100" dirty="0" err="1"/>
              <a:t>ampun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Teleportasi</a:t>
            </a:r>
            <a:r>
              <a:rPr lang="en-ID" sz="1100" dirty="0"/>
              <a:t>, bola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terarah</a:t>
            </a:r>
            <a:endParaRPr lang="en-ID" sz="1100" dirty="0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4A563A92-4F70-1742-2EA5-C6CB18F65B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4" y="431171"/>
            <a:ext cx="1856425" cy="92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454145E1-F2E5-5570-D3AA-62CC0400E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27787" y="2556301"/>
            <a:ext cx="1856425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E5A08761-F035-70DC-0A15-294D9B11D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18972" y="1465467"/>
            <a:ext cx="1874056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793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5340031A-A270-2DD3-2B4B-8B016F6B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15BFF1FB-6B4D-6EC4-1DA2-52AF558C0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Common Enemies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635B2F74-18CC-FDCC-9331-3B552C0D68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206620"/>
            <a:ext cx="4069831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Werewolf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Plains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Werewolf yang </a:t>
            </a:r>
            <a:r>
              <a:rPr lang="en-ID" sz="1100" dirty="0" err="1"/>
              <a:t>hidup</a:t>
            </a:r>
            <a:r>
              <a:rPr lang="en-ID" sz="1100" dirty="0"/>
              <a:t> </a:t>
            </a:r>
            <a:r>
              <a:rPr lang="en-ID" sz="1100" dirty="0" err="1"/>
              <a:t>tenang</a:t>
            </a:r>
            <a:r>
              <a:rPr lang="en-ID" sz="1100" dirty="0"/>
              <a:t> di plains </a:t>
            </a:r>
            <a:r>
              <a:rPr lang="en-ID" sz="1100" dirty="0" err="1"/>
              <a:t>tiba-tiba</a:t>
            </a:r>
            <a:r>
              <a:rPr lang="en-ID" sz="1100" dirty="0"/>
              <a:t> </a:t>
            </a:r>
            <a:r>
              <a:rPr lang="en-ID" sz="1100" dirty="0" err="1"/>
              <a:t>hilang</a:t>
            </a:r>
            <a:r>
              <a:rPr lang="en-ID" sz="1100" dirty="0"/>
              <a:t> </a:t>
            </a:r>
            <a:r>
              <a:rPr lang="en-ID" sz="1100" dirty="0" err="1"/>
              <a:t>kendali</a:t>
            </a:r>
            <a:r>
              <a:rPr lang="en-ID" sz="1100" dirty="0"/>
              <a:t> oleh dark magic </a:t>
            </a:r>
            <a:r>
              <a:rPr lang="en-ID" sz="1100" dirty="0" err="1"/>
              <a:t>sehingga</a:t>
            </a:r>
            <a:r>
              <a:rPr lang="en-ID" sz="1100" dirty="0"/>
              <a:t> </a:t>
            </a:r>
            <a:r>
              <a:rPr lang="en-ID" sz="1100" dirty="0" err="1"/>
              <a:t>menjadi</a:t>
            </a:r>
            <a:r>
              <a:rPr lang="en-ID" sz="1100" dirty="0"/>
              <a:t> buas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Bleeding dan movement speed yang </a:t>
            </a:r>
            <a:r>
              <a:rPr lang="en-ID" sz="1100" dirty="0" err="1"/>
              <a:t>cepat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Corrupted Soldier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</a:t>
            </a:r>
            <a:r>
              <a:rPr lang="en-ID" sz="1100" dirty="0" err="1"/>
              <a:t>Obsidan</a:t>
            </a:r>
            <a:r>
              <a:rPr lang="en-ID" sz="1100" dirty="0"/>
              <a:t>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Pasukan</a:t>
            </a:r>
            <a:r>
              <a:rPr lang="en-ID" sz="1100" dirty="0"/>
              <a:t> yang </a:t>
            </a:r>
            <a:r>
              <a:rPr lang="en-ID" sz="1100" dirty="0" err="1"/>
              <a:t>melindungi</a:t>
            </a:r>
            <a:r>
              <a:rPr lang="en-ID" sz="1100" dirty="0"/>
              <a:t> </a:t>
            </a:r>
            <a:r>
              <a:rPr lang="en-ID" sz="1100" dirty="0" err="1"/>
              <a:t>Kerajaannya</a:t>
            </a:r>
            <a:r>
              <a:rPr lang="en-ID" sz="1100" dirty="0"/>
              <a:t> </a:t>
            </a:r>
            <a:r>
              <a:rPr lang="en-ID" sz="1100" dirty="0" err="1"/>
              <a:t>saat</a:t>
            </a:r>
            <a:r>
              <a:rPr lang="en-ID" sz="1100" dirty="0"/>
              <a:t> </a:t>
            </a:r>
            <a:r>
              <a:rPr lang="en-ID" sz="1100" dirty="0" err="1"/>
              <a:t>anak</a:t>
            </a:r>
            <a:r>
              <a:rPr lang="en-ID" sz="1100" dirty="0"/>
              <a:t> raja </a:t>
            </a:r>
            <a:r>
              <a:rPr lang="en-ID" sz="1100" dirty="0" err="1"/>
              <a:t>dikendalikan</a:t>
            </a:r>
            <a:r>
              <a:rPr lang="en-ID" sz="1100" dirty="0"/>
              <a:t> oleh dark magic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Bleed dan effect slowness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E663339-B171-603A-10A3-470218337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3" y="371536"/>
            <a:ext cx="1869768" cy="93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6B164B7F-ED23-ADE9-EE9D-5B65BBBCC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3" y="1553063"/>
            <a:ext cx="1874055" cy="9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329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FCE8D624-629E-93B6-11EE-F3DC8D503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4A891828-060B-AB89-2BD4-FAF049A37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Elite/Mini 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80C35D7F-B643-29D3-D63F-8D4C65B815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206620"/>
            <a:ext cx="4293465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Orc Chief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Plains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Pemimpin</a:t>
            </a:r>
            <a:r>
              <a:rPr lang="en-ID" sz="1100" dirty="0"/>
              <a:t> yang </a:t>
            </a:r>
            <a:r>
              <a:rPr lang="en-ID" sz="1100" dirty="0" err="1"/>
              <a:t>kuat</a:t>
            </a:r>
            <a:r>
              <a:rPr lang="en-ID" sz="1100" dirty="0"/>
              <a:t> dan </a:t>
            </a:r>
            <a:r>
              <a:rPr lang="en-ID" sz="1100" dirty="0" err="1"/>
              <a:t>menakutkan</a:t>
            </a:r>
            <a:r>
              <a:rPr lang="en-ID" sz="1100" dirty="0"/>
              <a:t> </a:t>
            </a:r>
            <a:r>
              <a:rPr lang="en-ID" sz="1100" dirty="0" err="1"/>
              <a:t>ini</a:t>
            </a:r>
            <a:r>
              <a:rPr lang="en-ID" sz="1100" dirty="0"/>
              <a:t> </a:t>
            </a:r>
            <a:r>
              <a:rPr lang="en-ID" sz="1100" dirty="0" err="1"/>
              <a:t>mampu</a:t>
            </a:r>
            <a:r>
              <a:rPr lang="en-ID" sz="1100" dirty="0"/>
              <a:t> </a:t>
            </a:r>
            <a:r>
              <a:rPr lang="en-ID" sz="1100" dirty="0" err="1"/>
              <a:t>mengguncangkan</a:t>
            </a:r>
            <a:r>
              <a:rPr lang="en-ID" sz="1100" dirty="0"/>
              <a:t> </a:t>
            </a:r>
            <a:r>
              <a:rPr lang="en-ID" sz="1100" dirty="0" err="1"/>
              <a:t>tanah</a:t>
            </a:r>
            <a:r>
              <a:rPr lang="en-ID" sz="1100" dirty="0"/>
              <a:t> Ketika </a:t>
            </a:r>
            <a:r>
              <a:rPr lang="en-ID" sz="1100" dirty="0" err="1"/>
              <a:t>menyerang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Berserk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Amazon Girl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Pejuang</a:t>
            </a:r>
            <a:r>
              <a:rPr lang="en-ID" sz="1100" dirty="0"/>
              <a:t> </a:t>
            </a:r>
            <a:r>
              <a:rPr lang="en-ID" sz="1100" dirty="0" err="1"/>
              <a:t>wanita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suku</a:t>
            </a:r>
            <a:r>
              <a:rPr lang="en-ID" sz="1100" dirty="0"/>
              <a:t> </a:t>
            </a:r>
            <a:r>
              <a:rPr lang="en-ID" sz="1100" dirty="0" err="1"/>
              <a:t>tersembunyi</a:t>
            </a:r>
            <a:r>
              <a:rPr lang="en-ID" sz="1100" dirty="0"/>
              <a:t>. Ahli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bertarung</a:t>
            </a:r>
            <a:r>
              <a:rPr lang="en-ID" sz="1100" dirty="0"/>
              <a:t> dan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jarak</a:t>
            </a:r>
            <a:r>
              <a:rPr lang="en-ID" sz="1100" dirty="0"/>
              <a:t> </a:t>
            </a:r>
            <a:r>
              <a:rPr lang="en-ID" sz="1100" dirty="0" err="1"/>
              <a:t>dekat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shock(stun), Damage up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Pyromancer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Penyihir</a:t>
            </a:r>
            <a:r>
              <a:rPr lang="en-ID" sz="1100" dirty="0"/>
              <a:t>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pengikut</a:t>
            </a:r>
            <a:r>
              <a:rPr lang="en-ID" sz="1100" dirty="0"/>
              <a:t> </a:t>
            </a:r>
            <a:r>
              <a:rPr lang="en-ID" sz="1100" dirty="0" err="1"/>
              <a:t>pangeran</a:t>
            </a:r>
            <a:r>
              <a:rPr lang="en-ID" sz="1100" dirty="0"/>
              <a:t> </a:t>
            </a:r>
            <a:r>
              <a:rPr lang="en-ID" sz="1100" dirty="0" err="1"/>
              <a:t>kegelapan</a:t>
            </a:r>
            <a:r>
              <a:rPr lang="en-ID" sz="1100" dirty="0"/>
              <a:t>. </a:t>
            </a:r>
            <a:r>
              <a:rPr lang="en-ID" sz="1100" dirty="0" err="1"/>
              <a:t>Mengendalikan</a:t>
            </a:r>
            <a:r>
              <a:rPr lang="en-ID" sz="1100" dirty="0"/>
              <a:t> magma dan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langit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Meteorit</a:t>
            </a:r>
            <a:r>
              <a:rPr lang="en-ID" sz="1100" dirty="0"/>
              <a:t> </a:t>
            </a:r>
            <a:r>
              <a:rPr lang="en-ID" sz="1100" dirty="0" err="1"/>
              <a:t>kecil</a:t>
            </a:r>
            <a:r>
              <a:rPr lang="en-ID" sz="1100" dirty="0"/>
              <a:t>, </a:t>
            </a:r>
            <a:r>
              <a:rPr lang="en-ID" sz="1100" dirty="0" err="1"/>
              <a:t>ledakan</a:t>
            </a:r>
            <a:r>
              <a:rPr lang="en-ID" sz="1100" dirty="0"/>
              <a:t> lava area</a:t>
            </a:r>
          </a:p>
          <a:p>
            <a:pPr marL="127000" indent="0" algn="l"/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marL="127000" indent="0" algn="l"/>
            <a:endParaRPr lang="en-ID" sz="1100" b="1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CB315016-FC71-A35D-B84C-D29879286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8" r="68004" b="19349"/>
          <a:stretch/>
        </p:blipFill>
        <p:spPr bwMode="auto">
          <a:xfrm>
            <a:off x="4572000" y="301963"/>
            <a:ext cx="687214" cy="104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1D4E03E4-E595-F994-77B0-600C2C1695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572000" y="1465467"/>
            <a:ext cx="1874055" cy="93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1F503AF-C0F3-93A5-3F7C-1C0814B355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572000" y="2499762"/>
            <a:ext cx="1874055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465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B0999285-A599-5AC1-BE99-234E0AE0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838131EC-EA47-DA7F-8AE2-4CCA1397E1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  <a:r>
              <a:rPr lang="en-ID" b="1" dirty="0"/>
              <a:t>Elite/Mini 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E6509592-E77E-CAE2-B23A-EEF9314E34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9086" y="378922"/>
            <a:ext cx="4069831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Samurai Hitam (Clone)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Ruby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Bayangan</a:t>
            </a:r>
            <a:r>
              <a:rPr lang="en-ID" sz="1100" dirty="0"/>
              <a:t> masa </a:t>
            </a:r>
            <a:r>
              <a:rPr lang="en-ID" sz="1100" dirty="0" err="1"/>
              <a:t>lalu</a:t>
            </a:r>
            <a:r>
              <a:rPr lang="en-ID" sz="1100" dirty="0"/>
              <a:t> sang Samurai. </a:t>
            </a:r>
            <a:r>
              <a:rPr lang="en-ID" sz="1100" dirty="0" err="1"/>
              <a:t>Bertarung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refleks</a:t>
            </a:r>
            <a:r>
              <a:rPr lang="en-ID" sz="1100" dirty="0"/>
              <a:t> dan </a:t>
            </a:r>
            <a:r>
              <a:rPr lang="en-ID" sz="1100" dirty="0" err="1"/>
              <a:t>teknik</a:t>
            </a:r>
            <a:r>
              <a:rPr lang="en-ID" sz="1100" dirty="0"/>
              <a:t> </a:t>
            </a:r>
            <a:r>
              <a:rPr lang="en-ID" sz="1100" dirty="0" err="1"/>
              <a:t>serupa</a:t>
            </a:r>
            <a:r>
              <a:rPr lang="en-ID" sz="1100" dirty="0"/>
              <a:t>. </a:t>
            </a:r>
            <a:r>
              <a:rPr lang="en-ID" sz="1100" dirty="0" err="1"/>
              <a:t>Dipanggil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dark magic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beruntun</a:t>
            </a:r>
            <a:r>
              <a:rPr lang="en-ID" sz="1100" dirty="0"/>
              <a:t>, </a:t>
            </a:r>
            <a:r>
              <a:rPr lang="en-ID" sz="1100" dirty="0" err="1"/>
              <a:t>ilusi</a:t>
            </a:r>
            <a:r>
              <a:rPr lang="en-ID" sz="1100" dirty="0"/>
              <a:t> </a:t>
            </a:r>
            <a:r>
              <a:rPr lang="en-ID" sz="1100" dirty="0" err="1"/>
              <a:t>bayangan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Berserker Dwarf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Frozen 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Prajurit</a:t>
            </a:r>
            <a:r>
              <a:rPr lang="en-ID" sz="1100" dirty="0"/>
              <a:t> </a:t>
            </a:r>
            <a:r>
              <a:rPr lang="en-ID" sz="1100" dirty="0" err="1"/>
              <a:t>kerdil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pegunungan</a:t>
            </a:r>
            <a:r>
              <a:rPr lang="en-ID" sz="1100" dirty="0"/>
              <a:t> yang </a:t>
            </a:r>
            <a:r>
              <a:rPr lang="en-ID" sz="1100" dirty="0" err="1"/>
              <a:t>kehilangan</a:t>
            </a:r>
            <a:r>
              <a:rPr lang="en-ID" sz="1100" dirty="0"/>
              <a:t> </a:t>
            </a:r>
            <a:r>
              <a:rPr lang="en-ID" sz="1100" dirty="0" err="1"/>
              <a:t>akal</a:t>
            </a:r>
            <a:r>
              <a:rPr lang="en-ID" sz="1100" dirty="0"/>
              <a:t> </a:t>
            </a:r>
            <a:r>
              <a:rPr lang="en-ID" sz="1100" dirty="0" err="1"/>
              <a:t>karena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gelap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Putaran</a:t>
            </a:r>
            <a:r>
              <a:rPr lang="en-ID" sz="1100" dirty="0"/>
              <a:t> </a:t>
            </a:r>
            <a:r>
              <a:rPr lang="en-ID" sz="1100" dirty="0" err="1"/>
              <a:t>kapak</a:t>
            </a:r>
            <a:r>
              <a:rPr lang="en-ID" sz="1100" dirty="0"/>
              <a:t>, mode rage (damage </a:t>
            </a:r>
            <a:r>
              <a:rPr lang="en-ID" sz="1100" dirty="0" err="1"/>
              <a:t>tinggi</a:t>
            </a:r>
            <a:r>
              <a:rPr lang="en-ID" sz="1100" dirty="0"/>
              <a:t> </a:t>
            </a:r>
            <a:r>
              <a:rPr lang="en-ID" sz="1100" dirty="0" err="1"/>
              <a:t>saat</a:t>
            </a:r>
            <a:r>
              <a:rPr lang="en-ID" sz="1100" dirty="0"/>
              <a:t> </a:t>
            </a:r>
            <a:r>
              <a:rPr lang="en-ID" sz="1100" dirty="0" err="1"/>
              <a:t>darah</a:t>
            </a:r>
            <a:r>
              <a:rPr lang="en-ID" sz="1100" dirty="0"/>
              <a:t> </a:t>
            </a:r>
            <a:r>
              <a:rPr lang="en-ID" sz="1100" dirty="0" err="1"/>
              <a:t>rendah</a:t>
            </a:r>
            <a:r>
              <a:rPr lang="en-ID" sz="1100" dirty="0"/>
              <a:t>)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6C8E8C38-525A-2218-5453-B325B0E63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35" b="19163"/>
          <a:stretch/>
        </p:blipFill>
        <p:spPr bwMode="auto">
          <a:xfrm>
            <a:off x="4572000" y="1992596"/>
            <a:ext cx="1111358" cy="9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C2E92FA6-7886-5702-89E9-D3FEBF432A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96" b="19163"/>
          <a:stretch/>
        </p:blipFill>
        <p:spPr bwMode="auto">
          <a:xfrm>
            <a:off x="4572000" y="431171"/>
            <a:ext cx="795134" cy="1361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499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058D6577-28DD-5554-5495-7BB87098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CEB4E34C-5868-8C75-D0D9-DC0297EF5C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1F3A9C68-22E4-7DEF-3F48-A73CF1EFCB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934" y="431171"/>
            <a:ext cx="4293465" cy="3227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ID" sz="1100" b="1" dirty="0"/>
              <a:t>Gorgon (Medusa)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Forest of Whispers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Makhluk</a:t>
            </a:r>
            <a:r>
              <a:rPr lang="en-ID" sz="1100" dirty="0"/>
              <a:t> </a:t>
            </a:r>
            <a:r>
              <a:rPr lang="en-ID" sz="1100" dirty="0" err="1"/>
              <a:t>kutukan</a:t>
            </a:r>
            <a:r>
              <a:rPr lang="en-ID" sz="1100" dirty="0"/>
              <a:t> </a:t>
            </a:r>
            <a:r>
              <a:rPr lang="en-ID" sz="1100" dirty="0" err="1"/>
              <a:t>kuno</a:t>
            </a:r>
            <a:r>
              <a:rPr lang="en-ID" sz="1100" dirty="0"/>
              <a:t>. </a:t>
            </a:r>
            <a:r>
              <a:rPr lang="en-ID" sz="1100" dirty="0" err="1"/>
              <a:t>Pandangannya</a:t>
            </a:r>
            <a:r>
              <a:rPr lang="en-ID" sz="1100" dirty="0"/>
              <a:t> </a:t>
            </a:r>
            <a:r>
              <a:rPr lang="en-ID" sz="1100" dirty="0" err="1"/>
              <a:t>bisa</a:t>
            </a:r>
            <a:r>
              <a:rPr lang="en-ID" sz="1100" dirty="0"/>
              <a:t> </a:t>
            </a:r>
            <a:r>
              <a:rPr lang="en-ID" sz="1100" dirty="0" err="1"/>
              <a:t>membatu</a:t>
            </a:r>
            <a:r>
              <a:rPr lang="en-ID" sz="1100" dirty="0"/>
              <a:t> </a:t>
            </a:r>
            <a:r>
              <a:rPr lang="en-ID" sz="1100" dirty="0" err="1"/>
              <a:t>musuh</a:t>
            </a:r>
            <a:r>
              <a:rPr lang="en-ID" sz="1100" dirty="0"/>
              <a:t> </a:t>
            </a:r>
            <a:r>
              <a:rPr lang="en-ID" sz="1100" dirty="0" err="1"/>
              <a:t>seketika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Petrifikasi</a:t>
            </a:r>
            <a:r>
              <a:rPr lang="en-ID" sz="1100" dirty="0"/>
              <a:t>, </a:t>
            </a:r>
            <a:r>
              <a:rPr lang="en-ID" sz="1100" dirty="0" err="1"/>
              <a:t>serangan</a:t>
            </a:r>
            <a:r>
              <a:rPr lang="en-ID" sz="1100" dirty="0"/>
              <a:t> </a:t>
            </a:r>
            <a:r>
              <a:rPr lang="en-ID" sz="1100" dirty="0" err="1"/>
              <a:t>ular</a:t>
            </a:r>
            <a:r>
              <a:rPr lang="en-ID" sz="1100" dirty="0"/>
              <a:t> </a:t>
            </a:r>
            <a:r>
              <a:rPr lang="en-ID" sz="1100" dirty="0" err="1"/>
              <a:t>ekor</a:t>
            </a:r>
            <a:r>
              <a:rPr lang="en-ID" sz="1100" dirty="0"/>
              <a:t>, aura </a:t>
            </a:r>
            <a:r>
              <a:rPr lang="en-ID" sz="1100" dirty="0" err="1"/>
              <a:t>ketakutan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Golem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Makhluk</a:t>
            </a:r>
            <a:r>
              <a:rPr lang="en-ID" sz="1100" dirty="0"/>
              <a:t> batu </a:t>
            </a:r>
            <a:r>
              <a:rPr lang="en-ID" sz="1100" dirty="0" err="1"/>
              <a:t>raksasa</a:t>
            </a:r>
            <a:r>
              <a:rPr lang="en-ID" sz="1100" dirty="0"/>
              <a:t> yang </a:t>
            </a:r>
            <a:r>
              <a:rPr lang="en-ID" sz="1100" dirty="0" err="1"/>
              <a:t>lambat</a:t>
            </a:r>
            <a:r>
              <a:rPr lang="en-ID" sz="1100" dirty="0"/>
              <a:t> </a:t>
            </a:r>
            <a:r>
              <a:rPr lang="en-ID" sz="1100" dirty="0" err="1"/>
              <a:t>tapi</a:t>
            </a:r>
            <a:r>
              <a:rPr lang="en-ID" sz="1100" dirty="0"/>
              <a:t> </a:t>
            </a:r>
            <a:r>
              <a:rPr lang="en-ID" sz="1100" dirty="0" err="1"/>
              <a:t>hampir</a:t>
            </a:r>
            <a:r>
              <a:rPr lang="en-ID" sz="1100" dirty="0"/>
              <a:t> </a:t>
            </a:r>
            <a:r>
              <a:rPr lang="en-ID" sz="1100" dirty="0" err="1"/>
              <a:t>tak</a:t>
            </a:r>
            <a:r>
              <a:rPr lang="en-ID" sz="1100" dirty="0"/>
              <a:t> </a:t>
            </a:r>
            <a:r>
              <a:rPr lang="en-ID" sz="1100" dirty="0" err="1"/>
              <a:t>bisa</a:t>
            </a:r>
            <a:r>
              <a:rPr lang="en-ID" sz="1100" dirty="0"/>
              <a:t> </a:t>
            </a:r>
            <a:r>
              <a:rPr lang="en-ID" sz="1100" dirty="0" err="1"/>
              <a:t>dihancurkan</a:t>
            </a:r>
            <a:r>
              <a:rPr lang="en-ID" sz="1100" dirty="0"/>
              <a:t>. </a:t>
            </a:r>
            <a:r>
              <a:rPr lang="en-ID" sz="1100" dirty="0" err="1"/>
              <a:t>Makhluk</a:t>
            </a:r>
            <a:r>
              <a:rPr lang="en-ID" sz="1100" dirty="0"/>
              <a:t> </a:t>
            </a:r>
            <a:r>
              <a:rPr lang="en-ID" sz="1100" dirty="0" err="1"/>
              <a:t>raksasa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puing-puing</a:t>
            </a:r>
            <a:r>
              <a:rPr lang="en-ID" sz="1100" dirty="0"/>
              <a:t> </a:t>
            </a:r>
            <a:r>
              <a:rPr lang="en-ID" sz="1100" dirty="0" err="1"/>
              <a:t>istana</a:t>
            </a:r>
            <a:r>
              <a:rPr lang="en-ID" sz="1100" dirty="0"/>
              <a:t>. </a:t>
            </a:r>
            <a:r>
              <a:rPr lang="en-ID" sz="1100" dirty="0" err="1"/>
              <a:t>Terbentuk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kehancuran</a:t>
            </a:r>
            <a:r>
              <a:rPr lang="en-ID" sz="1100" dirty="0"/>
              <a:t> </a:t>
            </a:r>
            <a:r>
              <a:rPr lang="en-ID" sz="1100" dirty="0" err="1"/>
              <a:t>kerajaan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</a:t>
            </a:r>
            <a:r>
              <a:rPr lang="en-ID" sz="1100" dirty="0" err="1"/>
              <a:t>Pukulan</a:t>
            </a:r>
            <a:r>
              <a:rPr lang="en-ID" sz="1100" dirty="0"/>
              <a:t> </a:t>
            </a:r>
            <a:r>
              <a:rPr lang="en-ID" sz="1100" dirty="0" err="1"/>
              <a:t>tanah</a:t>
            </a:r>
            <a:r>
              <a:rPr lang="en-ID" sz="1100" dirty="0"/>
              <a:t>, </a:t>
            </a:r>
            <a:r>
              <a:rPr lang="en-ID" sz="1100" dirty="0" err="1"/>
              <a:t>ledakan</a:t>
            </a:r>
            <a:r>
              <a:rPr lang="en-ID" sz="1100" dirty="0"/>
              <a:t> lava </a:t>
            </a:r>
            <a:r>
              <a:rPr lang="en-ID" sz="1100" dirty="0" err="1"/>
              <a:t>dari</a:t>
            </a:r>
            <a:r>
              <a:rPr lang="en-ID" sz="1100" dirty="0"/>
              <a:t> dada dan slowness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Minotaur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Dunes of Despair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Penjaga</a:t>
            </a:r>
            <a:r>
              <a:rPr lang="en-ID" sz="1100" dirty="0"/>
              <a:t> </a:t>
            </a:r>
            <a:r>
              <a:rPr lang="en-ID" sz="1100" dirty="0" err="1"/>
              <a:t>labirin</a:t>
            </a:r>
            <a:r>
              <a:rPr lang="en-ID" sz="1100" dirty="0"/>
              <a:t> </a:t>
            </a:r>
            <a:r>
              <a:rPr lang="en-ID" sz="1100" dirty="0" err="1"/>
              <a:t>kuno</a:t>
            </a:r>
            <a:r>
              <a:rPr lang="en-ID" sz="1100" dirty="0"/>
              <a:t> di </a:t>
            </a:r>
            <a:r>
              <a:rPr lang="en-ID" sz="1100" dirty="0" err="1"/>
              <a:t>bawah</a:t>
            </a:r>
            <a:r>
              <a:rPr lang="en-ID" sz="1100" dirty="0"/>
              <a:t> </a:t>
            </a:r>
            <a:r>
              <a:rPr lang="en-ID" sz="1100" dirty="0" err="1"/>
              <a:t>gurun</a:t>
            </a:r>
            <a:r>
              <a:rPr lang="en-ID" sz="1100" dirty="0"/>
              <a:t>. Tidak </a:t>
            </a:r>
            <a:r>
              <a:rPr lang="en-ID" sz="1100" dirty="0" err="1"/>
              <a:t>bisa</a:t>
            </a:r>
            <a:r>
              <a:rPr lang="en-ID" sz="1100" dirty="0"/>
              <a:t> </a:t>
            </a:r>
            <a:r>
              <a:rPr lang="en-ID" sz="1100" dirty="0" err="1"/>
              <a:t>dihentikan</a:t>
            </a:r>
            <a:r>
              <a:rPr lang="en-ID" sz="1100" dirty="0"/>
              <a:t> </a:t>
            </a:r>
            <a:r>
              <a:rPr lang="en-ID" sz="1100" dirty="0" err="1"/>
              <a:t>saat</a:t>
            </a:r>
            <a:r>
              <a:rPr lang="en-ID" sz="1100" dirty="0"/>
              <a:t> </a:t>
            </a:r>
            <a:r>
              <a:rPr lang="en-ID" sz="1100" dirty="0" err="1"/>
              <a:t>mengamuk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Dash </a:t>
            </a:r>
            <a:r>
              <a:rPr lang="en-ID" sz="1100" dirty="0" err="1"/>
              <a:t>menghancurkan</a:t>
            </a:r>
            <a:r>
              <a:rPr lang="en-ID" sz="1100" dirty="0"/>
              <a:t> </a:t>
            </a:r>
            <a:r>
              <a:rPr lang="en-ID" sz="1100" dirty="0" err="1"/>
              <a:t>dinding</a:t>
            </a:r>
            <a:r>
              <a:rPr lang="en-ID" sz="1100" dirty="0"/>
              <a:t>, </a:t>
            </a:r>
            <a:r>
              <a:rPr lang="en-ID" sz="1100" dirty="0" err="1"/>
              <a:t>injakan</a:t>
            </a:r>
            <a:r>
              <a:rPr lang="en-ID" sz="1100" dirty="0"/>
              <a:t> area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534D554-2F97-9836-5073-EFDF6A5F6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2" y="431171"/>
            <a:ext cx="1874055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3371A030-744B-6C7C-AC19-8131D60123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4636601" y="2843917"/>
            <a:ext cx="1874055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0ECE14D3-1C64-5B37-1071-BCFD20AAA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" r="685" b="18395"/>
          <a:stretch/>
        </p:blipFill>
        <p:spPr bwMode="auto">
          <a:xfrm>
            <a:off x="4636601" y="1637544"/>
            <a:ext cx="1823830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800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>
          <a:extLst>
            <a:ext uri="{FF2B5EF4-FFF2-40B4-BE49-F238E27FC236}">
              <a16:creationId xmlns:a16="http://schemas.microsoft.com/office/drawing/2014/main" id="{C3ADC497-D97E-50BD-8AC1-1E1E023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6">
            <a:extLst>
              <a:ext uri="{FF2B5EF4-FFF2-40B4-BE49-F238E27FC236}">
                <a16:creationId xmlns:a16="http://schemas.microsoft.com/office/drawing/2014/main" id="{C646C3CA-1D87-579F-BB9D-FBB2CC7C9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6400" y="-17929"/>
            <a:ext cx="56976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Bosses</a:t>
            </a:r>
            <a:endParaRPr dirty="0"/>
          </a:p>
        </p:txBody>
      </p:sp>
      <p:sp>
        <p:nvSpPr>
          <p:cNvPr id="994" name="Google Shape;994;p36">
            <a:extLst>
              <a:ext uri="{FF2B5EF4-FFF2-40B4-BE49-F238E27FC236}">
                <a16:creationId xmlns:a16="http://schemas.microsoft.com/office/drawing/2014/main" id="{02EE526A-7387-B4A9-7D23-708A10A5CD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4299" y="87459"/>
            <a:ext cx="5416583" cy="3341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Hellhound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Frozen Core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Penjaga</a:t>
            </a:r>
            <a:r>
              <a:rPr lang="en-ID" sz="1100" dirty="0"/>
              <a:t> dunia </a:t>
            </a:r>
            <a:r>
              <a:rPr lang="en-ID" sz="1100" dirty="0" err="1"/>
              <a:t>bawah</a:t>
            </a:r>
            <a:r>
              <a:rPr lang="en-ID" sz="1100" dirty="0"/>
              <a:t> yang </a:t>
            </a:r>
            <a:r>
              <a:rPr lang="en-ID" sz="1100" dirty="0" err="1"/>
              <a:t>dibangkitkan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lapisan</a:t>
            </a:r>
            <a:r>
              <a:rPr lang="en-ID" sz="1100" dirty="0"/>
              <a:t> </a:t>
            </a:r>
            <a:r>
              <a:rPr lang="en-ID" sz="1100" dirty="0" err="1"/>
              <a:t>terdalam</a:t>
            </a:r>
            <a:r>
              <a:rPr lang="en-ID" sz="1100" dirty="0"/>
              <a:t> es dan </a:t>
            </a:r>
            <a:r>
              <a:rPr lang="en-ID" sz="1100" dirty="0" err="1"/>
              <a:t>api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Phase 1: </a:t>
            </a:r>
            <a:r>
              <a:rPr lang="en-ID" sz="1100" dirty="0" err="1"/>
              <a:t>Gigitan</a:t>
            </a:r>
            <a:r>
              <a:rPr lang="en-ID" sz="1100" dirty="0"/>
              <a:t> </a:t>
            </a:r>
            <a:r>
              <a:rPr lang="en-ID" sz="1100" dirty="0" err="1"/>
              <a:t>cepat</a:t>
            </a:r>
            <a:r>
              <a:rPr lang="en-ID" sz="1100" dirty="0"/>
              <a:t> dan </a:t>
            </a:r>
            <a:r>
              <a:rPr lang="en-ID" sz="1100" dirty="0" err="1"/>
              <a:t>memberikan</a:t>
            </a:r>
            <a:r>
              <a:rPr lang="en-ID" sz="1100" dirty="0"/>
              <a:t> effect bleed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Phase 2: Damage Up &amp; 2 </a:t>
            </a:r>
            <a:r>
              <a:rPr lang="en-ID" sz="1100" dirty="0" err="1"/>
              <a:t>kepala</a:t>
            </a:r>
            <a:endParaRPr lang="en-ID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Phase 3: </a:t>
            </a:r>
            <a:r>
              <a:rPr lang="en-ID" sz="1100" dirty="0" err="1"/>
              <a:t>Transformasi</a:t>
            </a:r>
            <a:r>
              <a:rPr lang="en-ID" sz="1100" dirty="0"/>
              <a:t> </a:t>
            </a:r>
            <a:r>
              <a:rPr lang="en-ID" sz="1100" dirty="0" err="1"/>
              <a:t>iblis</a:t>
            </a:r>
            <a:r>
              <a:rPr lang="en-ID" sz="1100" dirty="0"/>
              <a:t> 3 </a:t>
            </a:r>
            <a:r>
              <a:rPr lang="en-ID" sz="1100" dirty="0" err="1"/>
              <a:t>kepala</a:t>
            </a:r>
            <a:r>
              <a:rPr lang="en-ID" sz="1100" dirty="0"/>
              <a:t> Damage?? Speed??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100" dirty="0"/>
          </a:p>
          <a:p>
            <a:pPr algn="l">
              <a:buNone/>
            </a:pPr>
            <a:r>
              <a:rPr lang="en-ID" sz="1100" b="1" dirty="0"/>
              <a:t>Corrupted Dragon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???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Naga </a:t>
            </a:r>
            <a:r>
              <a:rPr lang="en-ID" sz="1100" dirty="0" err="1"/>
              <a:t>legendaris</a:t>
            </a:r>
            <a:r>
              <a:rPr lang="en-ID" sz="1100" dirty="0"/>
              <a:t> yang </a:t>
            </a:r>
            <a:r>
              <a:rPr lang="en-ID" sz="1100" dirty="0" err="1"/>
              <a:t>dirasuki</a:t>
            </a:r>
            <a:r>
              <a:rPr lang="en-ID" sz="1100" dirty="0"/>
              <a:t> </a:t>
            </a:r>
            <a:r>
              <a:rPr lang="en-ID" sz="1100" dirty="0" err="1"/>
              <a:t>kegelapan</a:t>
            </a:r>
            <a:r>
              <a:rPr lang="en-ID" sz="1100" dirty="0"/>
              <a:t> </a:t>
            </a:r>
            <a:r>
              <a:rPr lang="en-ID" sz="1100" dirty="0" err="1"/>
              <a:t>pangeran</a:t>
            </a:r>
            <a:r>
              <a:rPr lang="en-ID" sz="1100" dirty="0"/>
              <a:t>. </a:t>
            </a:r>
            <a:r>
              <a:rPr lang="en-ID" sz="1100" dirty="0" err="1"/>
              <a:t>Puncak</a:t>
            </a:r>
            <a:r>
              <a:rPr lang="en-ID" sz="1100" dirty="0"/>
              <a:t> </a:t>
            </a:r>
            <a:r>
              <a:rPr lang="en-ID" sz="1100" dirty="0" err="1"/>
              <a:t>dari</a:t>
            </a:r>
            <a:r>
              <a:rPr lang="en-ID" sz="1100" dirty="0"/>
              <a:t> </a:t>
            </a:r>
            <a:r>
              <a:rPr lang="en-ID" sz="1100" dirty="0" err="1"/>
              <a:t>sihir</a:t>
            </a:r>
            <a:r>
              <a:rPr lang="en-ID" sz="1100" dirty="0"/>
              <a:t> </a:t>
            </a:r>
            <a:r>
              <a:rPr lang="en-ID" sz="1100" dirty="0" err="1"/>
              <a:t>terlarang</a:t>
            </a:r>
            <a:r>
              <a:rPr lang="en-ID" sz="1100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Napas </a:t>
            </a:r>
            <a:r>
              <a:rPr lang="en-ID" sz="1100" dirty="0" err="1"/>
              <a:t>api</a:t>
            </a:r>
            <a:r>
              <a:rPr lang="en-ID" sz="1100" dirty="0"/>
              <a:t> </a:t>
            </a:r>
            <a:r>
              <a:rPr lang="en-ID" sz="1100" dirty="0" err="1"/>
              <a:t>hitam</a:t>
            </a:r>
            <a:endParaRPr lang="en-ID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Meteor </a:t>
            </a:r>
            <a:r>
              <a:rPr lang="en-ID" sz="1100" dirty="0" err="1"/>
              <a:t>kehancuran</a:t>
            </a:r>
            <a:endParaRPr lang="en-ID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Sayap </a:t>
            </a:r>
            <a:r>
              <a:rPr lang="en-ID" sz="1100" dirty="0" err="1"/>
              <a:t>sihir</a:t>
            </a:r>
            <a:r>
              <a:rPr lang="en-ID" sz="1100" dirty="0"/>
              <a:t> yang </a:t>
            </a:r>
            <a:r>
              <a:rPr lang="en-ID" sz="1100" dirty="0" err="1"/>
              <a:t>memanggil</a:t>
            </a:r>
            <a:r>
              <a:rPr lang="en-ID" sz="1100" dirty="0"/>
              <a:t> minion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D" sz="1100" dirty="0"/>
              <a:t>Time Distortion (</a:t>
            </a:r>
            <a:r>
              <a:rPr lang="en-ID" sz="1100" dirty="0" err="1"/>
              <a:t>gerakan</a:t>
            </a:r>
            <a:r>
              <a:rPr lang="en-ID" sz="1100" dirty="0"/>
              <a:t> </a:t>
            </a:r>
            <a:r>
              <a:rPr lang="en-ID" sz="1100" dirty="0" err="1"/>
              <a:t>lambat</a:t>
            </a:r>
            <a:r>
              <a:rPr lang="en-ID" sz="1100" dirty="0"/>
              <a:t> </a:t>
            </a:r>
            <a:r>
              <a:rPr lang="en-ID" sz="1100" dirty="0" err="1"/>
              <a:t>pemain</a:t>
            </a:r>
            <a:r>
              <a:rPr lang="en-ID" sz="11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D" sz="11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2CB514A-8BD3-A1A3-AEBE-A031ACB4F3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48"/>
          <a:stretch/>
        </p:blipFill>
        <p:spPr bwMode="auto">
          <a:xfrm>
            <a:off x="5757415" y="431171"/>
            <a:ext cx="1871394" cy="93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B8240C12-C33B-3300-D3AB-BCEE1AF7EA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66"/>
          <a:stretch/>
        </p:blipFill>
        <p:spPr bwMode="auto">
          <a:xfrm>
            <a:off x="5757415" y="1880934"/>
            <a:ext cx="1874056" cy="93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EE52722-465F-37AD-1833-5ED842E60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95" b="19624"/>
          <a:stretch/>
        </p:blipFill>
        <p:spPr bwMode="auto">
          <a:xfrm>
            <a:off x="5757415" y="3189237"/>
            <a:ext cx="988943" cy="94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94;p36">
            <a:extLst>
              <a:ext uri="{FF2B5EF4-FFF2-40B4-BE49-F238E27FC236}">
                <a16:creationId xmlns:a16="http://schemas.microsoft.com/office/drawing/2014/main" id="{9FDB77DA-F3AB-6A4E-C467-89C310F27860}"/>
              </a:ext>
            </a:extLst>
          </p:cNvPr>
          <p:cNvSpPr txBox="1">
            <a:spLocks/>
          </p:cNvSpPr>
          <p:nvPr/>
        </p:nvSpPr>
        <p:spPr>
          <a:xfrm>
            <a:off x="281298" y="3429000"/>
            <a:ext cx="5416583" cy="1206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31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None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algn="l">
              <a:buNone/>
            </a:pPr>
            <a:r>
              <a:rPr lang="en-ID" sz="1100" b="1" dirty="0"/>
              <a:t>Prince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/>
              <a:t>Asal</a:t>
            </a:r>
            <a:r>
              <a:rPr lang="en-ID" sz="1100" dirty="0"/>
              <a:t>: Obsidian Kingdom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Deskripsi</a:t>
            </a:r>
            <a:r>
              <a:rPr lang="en-ID" sz="1100" dirty="0"/>
              <a:t>: </a:t>
            </a:r>
            <a:r>
              <a:rPr lang="en-ID" sz="1100" dirty="0" err="1"/>
              <a:t>Seorang</a:t>
            </a:r>
            <a:r>
              <a:rPr lang="en-ID" sz="1100" dirty="0"/>
              <a:t> </a:t>
            </a:r>
            <a:r>
              <a:rPr lang="en-ID" sz="1100" dirty="0" err="1"/>
              <a:t>pangeran</a:t>
            </a:r>
            <a:r>
              <a:rPr lang="en-ID" sz="1100" dirty="0"/>
              <a:t> yang </a:t>
            </a:r>
            <a:r>
              <a:rPr lang="en-ID" sz="1100" dirty="0" err="1"/>
              <a:t>dirasuki</a:t>
            </a:r>
            <a:r>
              <a:rPr lang="en-ID" sz="1100" dirty="0"/>
              <a:t> dan </a:t>
            </a:r>
            <a:r>
              <a:rPr lang="en-ID" sz="1100" dirty="0" err="1"/>
              <a:t>menggunakan</a:t>
            </a:r>
            <a:r>
              <a:rPr lang="en-ID" sz="1100" dirty="0"/>
              <a:t> dark magic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mengalahkan</a:t>
            </a:r>
            <a:r>
              <a:rPr lang="en-ID" sz="1100" dirty="0"/>
              <a:t> </a:t>
            </a:r>
            <a:r>
              <a:rPr lang="en-ID" sz="1100" dirty="0" err="1"/>
              <a:t>musuhnya</a:t>
            </a:r>
            <a:endParaRPr lang="en-ID" sz="11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100" b="1" dirty="0" err="1"/>
              <a:t>Kemampuan</a:t>
            </a:r>
            <a:r>
              <a:rPr lang="en-ID" sz="1100" b="1" dirty="0"/>
              <a:t> </a:t>
            </a:r>
            <a:r>
              <a:rPr lang="en-ID" sz="1100" b="1" dirty="0" err="1"/>
              <a:t>Khusus</a:t>
            </a:r>
            <a:r>
              <a:rPr lang="en-ID" sz="1100" dirty="0"/>
              <a:t>: Agile dan Swordsmanship</a:t>
            </a:r>
          </a:p>
        </p:txBody>
      </p:sp>
    </p:spTree>
    <p:extLst>
      <p:ext uri="{BB962C8B-B14F-4D97-AF65-F5344CB8AC3E}">
        <p14:creationId xmlns:p14="http://schemas.microsoft.com/office/powerpoint/2010/main" val="765079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25B4-F839-0E33-9DBE-D3EAB17BA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7271-FFDA-A628-809A-64608789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7DB0F-D907-D43A-EA41-FFDABB869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8481" y="1254030"/>
            <a:ext cx="3216135" cy="2820035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UI Menu, </a:t>
            </a:r>
            <a:r>
              <a:rPr lang="en-US" dirty="0" err="1"/>
              <a:t>terdapat</a:t>
            </a:r>
            <a:r>
              <a:rPr lang="en-US" dirty="0"/>
              <a:t> 4 button, </a:t>
            </a:r>
            <a:r>
              <a:rPr lang="en-US" dirty="0" err="1"/>
              <a:t>yaitu</a:t>
            </a:r>
            <a:r>
              <a:rPr lang="en-US" dirty="0"/>
              <a:t> “Start”, “Load”, “Options”,  dan “Exit”. Button “Start”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memulai</a:t>
            </a:r>
            <a:r>
              <a:rPr lang="en-US" dirty="0"/>
              <a:t> game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, button “Load”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melanjutkan</a:t>
            </a:r>
            <a:r>
              <a:rPr lang="en-US" dirty="0"/>
              <a:t> game yang </a:t>
            </a:r>
            <a:r>
              <a:rPr lang="en-US" dirty="0" err="1"/>
              <a:t>progresnya</a:t>
            </a:r>
            <a:r>
              <a:rPr lang="en-US" dirty="0"/>
              <a:t> </a:t>
            </a:r>
            <a:r>
              <a:rPr lang="en-US" dirty="0" err="1"/>
              <a:t>tersimpan</a:t>
            </a:r>
            <a:r>
              <a:rPr lang="en-US" dirty="0"/>
              <a:t>, button “Options”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yang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pemain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aspek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permainan</a:t>
            </a:r>
            <a:r>
              <a:rPr lang="en-US" dirty="0"/>
              <a:t>., button “Exit”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game.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F6ADC-3D11-34B9-01DD-2030A8D70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5"/>
            <a:ext cx="4264581" cy="23858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C01306-2A46-6477-A98F-4D98A832EAD1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1562467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Menu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685462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DC51-4804-A133-4623-F21E6940D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858418-D0DE-F59B-53B3-D6875D975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5"/>
            <a:ext cx="4264581" cy="23988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048993-3EB3-997C-F92F-51D33C67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73683-964F-B56F-4E54-6E9DB8934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7856" y="1624501"/>
            <a:ext cx="3216135" cy="2245441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UI Character Selection, user </a:t>
            </a:r>
            <a:r>
              <a:rPr lang="en-US" dirty="0" err="1"/>
              <a:t>diharuskan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main character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user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memainkan</a:t>
            </a:r>
            <a:r>
              <a:rPr lang="en-US" dirty="0"/>
              <a:t> game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button “Left Arrow” dan “Right Arrow”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character,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button “Start”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memulai</a:t>
            </a:r>
            <a:r>
              <a:rPr lang="en-US" dirty="0"/>
              <a:t> </a:t>
            </a:r>
            <a:r>
              <a:rPr lang="en-US" dirty="0" err="1"/>
              <a:t>permainan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character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oleh user.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04E2CC-387B-0D45-5D66-16F1272D009A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Character Selection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775092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D35C9-2B9C-7836-80D5-CB135744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625EC7-6A4D-16E3-52F8-B1A81EEC1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5"/>
            <a:ext cx="4264581" cy="2444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120DD3-FE57-B581-6456-0E94BF0BA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207CA-1F71-D276-8CA2-8BD66DF27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8481" y="1254030"/>
            <a:ext cx="3216135" cy="2820035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GUI </a:t>
            </a:r>
            <a:r>
              <a:rPr lang="en-US" dirty="0" err="1"/>
              <a:t>ini</a:t>
            </a:r>
            <a:r>
              <a:rPr lang="en-US" dirty="0"/>
              <a:t>, di </a:t>
            </a:r>
            <a:r>
              <a:rPr lang="en-US" dirty="0" err="1"/>
              <a:t>pojok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character user, </a:t>
            </a:r>
            <a:r>
              <a:rPr lang="en-US" dirty="0" err="1"/>
              <a:t>seperti</a:t>
            </a:r>
            <a:r>
              <a:rPr lang="en-US" dirty="0"/>
              <a:t> “Health Bar”, “Mana Bar”, “Gold”, “Sword”, “Dash”, “Jump”, dan “Pause”. Sword, “Dash”, “Jump” </a:t>
            </a:r>
            <a:r>
              <a:rPr lang="en-US" dirty="0" err="1"/>
              <a:t>merupakan</a:t>
            </a:r>
            <a:r>
              <a:rPr lang="en-US" dirty="0"/>
              <a:t> button skill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ditekan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keybindnya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button pause </a:t>
            </a:r>
            <a:r>
              <a:rPr lang="en-US" dirty="0" err="1"/>
              <a:t>merupakan</a:t>
            </a:r>
            <a:r>
              <a:rPr lang="en-US" dirty="0"/>
              <a:t> button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meng-pause game,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memunculkan</a:t>
            </a:r>
            <a:r>
              <a:rPr lang="en-US" dirty="0"/>
              <a:t> pause menu. 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D1A23B-4738-F7E6-4EBC-E8C6C7842C1F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GUI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1470194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152A-D038-29C2-4D42-61E058195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E25E1E5-4825-D93E-1288-7CD33328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19" y="1578052"/>
            <a:ext cx="3186919" cy="1794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D887E3-F26A-CCF5-F79D-19A6A3D6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10DFC-0873-AC66-8314-B7AEA8308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592" y="986153"/>
            <a:ext cx="3939482" cy="2820035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Pause Menu UI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terdapat</a:t>
            </a:r>
            <a:r>
              <a:rPr lang="en-US" dirty="0"/>
              <a:t> 4 button, </a:t>
            </a:r>
            <a:r>
              <a:rPr lang="en-US" dirty="0" err="1"/>
              <a:t>yaitu</a:t>
            </a:r>
            <a:r>
              <a:rPr lang="en-US" dirty="0"/>
              <a:t> “Resume, “Restart”, “Options”, dan “Exit”. Button “Resume”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melanjutkan</a:t>
            </a:r>
            <a:r>
              <a:rPr lang="en-US" dirty="0"/>
              <a:t> game, button “Restart”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mengulang</a:t>
            </a:r>
            <a:r>
              <a:rPr lang="en-US" dirty="0"/>
              <a:t> progress game, button “Options”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pengaturan</a:t>
            </a:r>
            <a:r>
              <a:rPr lang="en-US" dirty="0"/>
              <a:t> yang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pemain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menyesuaikan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aspek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permainan</a:t>
            </a:r>
            <a:r>
              <a:rPr lang="en-US" dirty="0"/>
              <a:t>, dan button “Exit”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mengembalikan</a:t>
            </a:r>
            <a:r>
              <a:rPr lang="en-US" dirty="0"/>
              <a:t> user </a:t>
            </a:r>
            <a:r>
              <a:rPr lang="en-US" dirty="0" err="1"/>
              <a:t>ke</a:t>
            </a:r>
            <a:r>
              <a:rPr lang="en-US" dirty="0"/>
              <a:t> menu </a:t>
            </a:r>
            <a:r>
              <a:rPr lang="en-US" dirty="0" err="1"/>
              <a:t>utama</a:t>
            </a:r>
            <a:r>
              <a:rPr lang="en-US" dirty="0"/>
              <a:t> game. Di </a:t>
            </a:r>
            <a:r>
              <a:rPr lang="en-US" dirty="0" err="1"/>
              <a:t>kanan</a:t>
            </a:r>
            <a:r>
              <a:rPr lang="en-US" dirty="0"/>
              <a:t> </a:t>
            </a:r>
            <a:r>
              <a:rPr lang="en-US" dirty="0" err="1"/>
              <a:t>opsi</a:t>
            </a:r>
            <a:r>
              <a:rPr lang="en-US" dirty="0"/>
              <a:t> menu, </a:t>
            </a:r>
            <a:r>
              <a:rPr lang="en-US" dirty="0" err="1"/>
              <a:t>terdapat</a:t>
            </a:r>
            <a:r>
              <a:rPr lang="en-US" dirty="0"/>
              <a:t> juga </a:t>
            </a:r>
            <a:r>
              <a:rPr lang="en-US" dirty="0" err="1"/>
              <a:t>informasi</a:t>
            </a:r>
            <a:r>
              <a:rPr lang="en-US" dirty="0"/>
              <a:t> user </a:t>
            </a:r>
            <a:r>
              <a:rPr lang="en-US" dirty="0" err="1"/>
              <a:t>seperti</a:t>
            </a:r>
            <a:r>
              <a:rPr lang="en-US" dirty="0"/>
              <a:t> buff yang </a:t>
            </a:r>
            <a:r>
              <a:rPr lang="en-US" dirty="0" err="1"/>
              <a:t>dimiliki</a:t>
            </a:r>
            <a:r>
              <a:rPr lang="en-US" dirty="0"/>
              <a:t> character user, item yang </a:t>
            </a:r>
            <a:r>
              <a:rPr lang="en-US" dirty="0" err="1"/>
              <a:t>dimiliki</a:t>
            </a:r>
            <a:r>
              <a:rPr lang="en-US" dirty="0"/>
              <a:t> user, stage yang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dimainkan</a:t>
            </a:r>
            <a:r>
              <a:rPr lang="en-US" dirty="0"/>
              <a:t> oleh user, dan </a:t>
            </a:r>
            <a:r>
              <a:rPr lang="en-US" dirty="0" err="1"/>
              <a:t>gambar</a:t>
            </a:r>
            <a:r>
              <a:rPr lang="en-US" dirty="0"/>
              <a:t> dan nama character yang </a:t>
            </a:r>
            <a:r>
              <a:rPr lang="en-US" dirty="0" err="1"/>
              <a:t>dipakai</a:t>
            </a:r>
            <a:r>
              <a:rPr lang="en-US" dirty="0"/>
              <a:t> oleh user.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FA013D-D7FF-B998-43DD-79E5B73B93A6}"/>
              </a:ext>
            </a:extLst>
          </p:cNvPr>
          <p:cNvSpPr txBox="1">
            <a:spLocks/>
          </p:cNvSpPr>
          <p:nvPr/>
        </p:nvSpPr>
        <p:spPr>
          <a:xfrm>
            <a:off x="5276148" y="1117083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Pause Menu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3438763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BAB8-492B-C4F9-2FF2-6B640E5BC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C82B35-D462-D323-A41A-AA6826B0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3" y="1471115"/>
            <a:ext cx="4243512" cy="2444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A7D710-308D-A719-4786-91F8A95C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026BC-20BA-0025-78EA-7BABD79E8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6843" y="2151452"/>
            <a:ext cx="3216135" cy="1083534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Options in Game UI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opsi</a:t>
            </a:r>
            <a:r>
              <a:rPr lang="en-US" dirty="0"/>
              <a:t> “SFX”, “Music”, “Subtitles”, “</a:t>
            </a:r>
            <a:r>
              <a:rPr lang="en-US" dirty="0" err="1"/>
              <a:t>Cutscenese</a:t>
            </a:r>
            <a:r>
              <a:rPr lang="en-US" dirty="0"/>
              <a:t>”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diatur</a:t>
            </a:r>
            <a:r>
              <a:rPr lang="en-US" dirty="0"/>
              <a:t> oleh user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user.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63ADCD-7301-8429-98DB-048E668364E5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Option in Game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2870574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7898-A2DB-0957-4BA9-351640CC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FD825A-000D-AA43-C67F-D069AA308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5"/>
            <a:ext cx="4259211" cy="23858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D84DA6-0D68-1342-8D13-092F31D5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C9EC9-3FBD-5883-1785-900530246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6843" y="1717162"/>
            <a:ext cx="3216135" cy="1709176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Shop UI, </a:t>
            </a:r>
            <a:r>
              <a:rPr lang="en-US" dirty="0" err="1"/>
              <a:t>terdapat</a:t>
            </a:r>
            <a:r>
              <a:rPr lang="en-US" dirty="0"/>
              <a:t> 3 card yang </a:t>
            </a:r>
            <a:r>
              <a:rPr lang="en-US" dirty="0" err="1"/>
              <a:t>menampilkan</a:t>
            </a:r>
            <a:r>
              <a:rPr lang="en-US" dirty="0"/>
              <a:t> buff character yang </a:t>
            </a:r>
            <a:r>
              <a:rPr lang="en-US" dirty="0" err="1"/>
              <a:t>dijual</a:t>
            </a:r>
            <a:r>
              <a:rPr lang="en-US" dirty="0"/>
              <a:t>. Pada </a:t>
            </a:r>
            <a:r>
              <a:rPr lang="en-US" dirty="0" err="1"/>
              <a:t>cardnya</a:t>
            </a:r>
            <a:r>
              <a:rPr lang="en-US" dirty="0"/>
              <a:t>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buff, </a:t>
            </a:r>
            <a:r>
              <a:rPr lang="en-US" dirty="0" err="1"/>
              <a:t>gambar</a:t>
            </a:r>
            <a:r>
              <a:rPr lang="en-US" dirty="0"/>
              <a:t> buff,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 buff. Button “Confirm”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mengkonfirmasi</a:t>
            </a:r>
            <a:r>
              <a:rPr lang="en-US" dirty="0"/>
              <a:t> buff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oleh user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dibeli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C0B30E-E2AD-96D3-7ECB-4067A2C2B264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Shop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1411420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7AF4-4775-BCDF-1B32-906A0DE1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5AE0BA-7FF4-76F9-BC84-F4A73F6F6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6"/>
            <a:ext cx="4259211" cy="2402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48947E-6A96-389C-7300-7665DBBC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8C7DC-1B4F-1A06-8DAC-979CEB33F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0352" y="1610596"/>
            <a:ext cx="3216135" cy="1922307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Game Over UI,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achievments</a:t>
            </a:r>
            <a:r>
              <a:rPr lang="en-US" dirty="0"/>
              <a:t> user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memainkan</a:t>
            </a:r>
            <a:r>
              <a:rPr lang="en-US" dirty="0"/>
              <a:t> game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game over. Button “Return”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mengembalikan</a:t>
            </a:r>
            <a:r>
              <a:rPr lang="en-US" dirty="0"/>
              <a:t> user </a:t>
            </a:r>
            <a:r>
              <a:rPr lang="en-US" dirty="0" err="1"/>
              <a:t>ke</a:t>
            </a:r>
            <a:r>
              <a:rPr lang="en-US" dirty="0"/>
              <a:t> menu </a:t>
            </a:r>
            <a:r>
              <a:rPr lang="en-US" dirty="0" err="1"/>
              <a:t>utama</a:t>
            </a:r>
            <a:r>
              <a:rPr lang="en-US" dirty="0"/>
              <a:t> game, dan button “Restart”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mengembalikan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progress user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CA4EB5-2812-0770-1F79-B9C16BC4D26C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Game Over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30370250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D9D9-7645-DD97-7D48-17308764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756C-B640-786B-C960-477E4054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6ACDB-8EC5-A819-A810-45BE43F49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82" y="2686444"/>
            <a:ext cx="4112855" cy="1482009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Route Map UI, </a:t>
            </a:r>
            <a:r>
              <a:rPr lang="en-US" dirty="0" err="1"/>
              <a:t>terdapat</a:t>
            </a:r>
            <a:r>
              <a:rPr lang="en-US" dirty="0"/>
              <a:t> button-button yang </a:t>
            </a:r>
            <a:r>
              <a:rPr lang="en-US" dirty="0" err="1"/>
              <a:t>berfungsi</a:t>
            </a:r>
            <a:r>
              <a:rPr lang="en-US" dirty="0"/>
              <a:t> agar user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stage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dimainkan</a:t>
            </a:r>
            <a:r>
              <a:rPr lang="en-US" dirty="0"/>
              <a:t>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108BEE-A71C-D9E0-AB85-5877BCDBC1AA}"/>
              </a:ext>
            </a:extLst>
          </p:cNvPr>
          <p:cNvSpPr txBox="1">
            <a:spLocks/>
          </p:cNvSpPr>
          <p:nvPr/>
        </p:nvSpPr>
        <p:spPr>
          <a:xfrm>
            <a:off x="309384" y="1173618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Route Map</a:t>
            </a:r>
            <a:endParaRPr lang="id-ID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26890-2C02-065C-FE17-3F54E5EC5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82" y="1574103"/>
            <a:ext cx="4321088" cy="1041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4AC38C-C2F2-4F81-FCE9-846BF1CB0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912" y="1580635"/>
            <a:ext cx="4321088" cy="103536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F23D406-2D2F-1C49-DF74-F6FA9E427BC7}"/>
              </a:ext>
            </a:extLst>
          </p:cNvPr>
          <p:cNvSpPr txBox="1">
            <a:spLocks/>
          </p:cNvSpPr>
          <p:nvPr/>
        </p:nvSpPr>
        <p:spPr>
          <a:xfrm>
            <a:off x="4822912" y="1178469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Route Confirm</a:t>
            </a:r>
            <a:endParaRPr lang="id-ID" sz="2000" b="1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71DFA9A-E797-3B30-9780-D7A49C858FD3}"/>
              </a:ext>
            </a:extLst>
          </p:cNvPr>
          <p:cNvSpPr txBox="1">
            <a:spLocks/>
          </p:cNvSpPr>
          <p:nvPr/>
        </p:nvSpPr>
        <p:spPr>
          <a:xfrm>
            <a:off x="5610153" y="2686443"/>
            <a:ext cx="3196963" cy="148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127000" indent="0">
              <a:buFont typeface="Maven Pro"/>
              <a:buNone/>
            </a:pPr>
            <a:r>
              <a:rPr lang="en-US" dirty="0"/>
              <a:t>Pada Route Confirm UI,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stage yang </a:t>
            </a:r>
            <a:r>
              <a:rPr lang="en-US" dirty="0" err="1"/>
              <a:t>dipilih</a:t>
            </a:r>
            <a:r>
              <a:rPr lang="en-US" dirty="0"/>
              <a:t> oleh user, </a:t>
            </a:r>
            <a:r>
              <a:rPr lang="en-US" dirty="0" err="1"/>
              <a:t>sedangkan</a:t>
            </a:r>
            <a:r>
              <a:rPr lang="en-US" dirty="0"/>
              <a:t> button “Confirm”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mengarahkan</a:t>
            </a:r>
            <a:r>
              <a:rPr lang="en-US" dirty="0"/>
              <a:t> user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stage yang </a:t>
            </a:r>
            <a:r>
              <a:rPr lang="en-US" dirty="0" err="1"/>
              <a:t>dipilih</a:t>
            </a:r>
            <a:r>
              <a:rPr lang="en-US" dirty="0"/>
              <a:t> oleh user.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63775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76D4-7614-E74C-A2B1-09A403CA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5927E0-F962-0914-70E5-4016ACE9A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6"/>
            <a:ext cx="4263973" cy="2402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0E810-2037-BFDD-C755-41EE2E10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0AD9E-98AE-1BED-E8B8-33AE70EC3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3717" y="1730912"/>
            <a:ext cx="3216135" cy="1681675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GUI Exit, </a:t>
            </a:r>
            <a:r>
              <a:rPr lang="en-US" dirty="0" err="1"/>
              <a:t>terdapat</a:t>
            </a:r>
            <a:r>
              <a:rPr lang="en-US" dirty="0"/>
              <a:t> menu </a:t>
            </a:r>
            <a:r>
              <a:rPr lang="en-US" dirty="0" err="1"/>
              <a:t>konfirmasi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button “Yes” dan “No”, </a:t>
            </a:r>
            <a:r>
              <a:rPr lang="en-US" dirty="0" err="1"/>
              <a:t>apabila</a:t>
            </a:r>
            <a:r>
              <a:rPr lang="en-US" dirty="0"/>
              <a:t> button “No” </a:t>
            </a:r>
            <a:r>
              <a:rPr lang="en-US" dirty="0" err="1"/>
              <a:t>dipilih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user </a:t>
            </a:r>
            <a:r>
              <a:rPr lang="en-US" dirty="0" err="1"/>
              <a:t>dikembalikan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pause menu,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button “Yes” </a:t>
            </a:r>
            <a:r>
              <a:rPr lang="en-US" dirty="0" err="1"/>
              <a:t>dipilih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user </a:t>
            </a:r>
            <a:r>
              <a:rPr lang="en-US" dirty="0" err="1"/>
              <a:t>dikembalikan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menu </a:t>
            </a:r>
            <a:r>
              <a:rPr lang="en-US" dirty="0" err="1"/>
              <a:t>utama</a:t>
            </a:r>
            <a:r>
              <a:rPr lang="en-US" dirty="0"/>
              <a:t> game.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A747E2-EE0C-AB0E-A9B2-248435C68D3F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GUI Exit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2918500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FA5AE-032D-C66D-D833-7512A53C4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DDA50D-822C-4BFE-FA42-B7CD66BE1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48" y="1471117"/>
            <a:ext cx="4263973" cy="2384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70D818-B692-BD8F-2FE4-CA2E19DC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56" y="156953"/>
            <a:ext cx="1669687" cy="829200"/>
          </a:xfrm>
        </p:spPr>
        <p:txBody>
          <a:bodyPr/>
          <a:lstStyle/>
          <a:p>
            <a:r>
              <a:rPr lang="en-US" sz="3600" b="1" dirty="0"/>
              <a:t>UI / UX</a:t>
            </a:r>
            <a:endParaRPr lang="id-ID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B9543-7917-1CF3-640D-514AA96EB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23717" y="2274052"/>
            <a:ext cx="3216135" cy="595396"/>
          </a:xfrm>
        </p:spPr>
        <p:txBody>
          <a:bodyPr/>
          <a:lstStyle/>
          <a:p>
            <a:pPr marL="127000" indent="0">
              <a:buNone/>
            </a:pPr>
            <a:r>
              <a:rPr lang="en-US" dirty="0"/>
              <a:t>Pada NPC Dialog UI, </a:t>
            </a:r>
            <a:r>
              <a:rPr lang="en-US" dirty="0" err="1"/>
              <a:t>terdapat</a:t>
            </a:r>
            <a:r>
              <a:rPr lang="en-US" dirty="0"/>
              <a:t> chat bar yang </a:t>
            </a:r>
            <a:r>
              <a:rPr lang="en-US" dirty="0" err="1"/>
              <a:t>merupakan</a:t>
            </a:r>
            <a:r>
              <a:rPr lang="en-US" dirty="0"/>
              <a:t> dialog </a:t>
            </a:r>
            <a:r>
              <a:rPr lang="en-US" dirty="0" err="1"/>
              <a:t>dari</a:t>
            </a:r>
            <a:r>
              <a:rPr lang="en-US" dirty="0"/>
              <a:t> NPC.</a:t>
            </a:r>
            <a:endParaRPr lang="id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1E1D66-1CBC-5B97-53C8-633309D43B1E}"/>
              </a:ext>
            </a:extLst>
          </p:cNvPr>
          <p:cNvSpPr txBox="1">
            <a:spLocks/>
          </p:cNvSpPr>
          <p:nvPr/>
        </p:nvSpPr>
        <p:spPr>
          <a:xfrm>
            <a:off x="704148" y="1063615"/>
            <a:ext cx="2293434" cy="33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35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  <a:defRPr sz="24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r>
              <a:rPr lang="en-US" sz="2000" b="1" dirty="0"/>
              <a:t>NPC Dialog</a:t>
            </a:r>
            <a:endParaRPr lang="id-ID" sz="2000" b="1" dirty="0"/>
          </a:p>
        </p:txBody>
      </p:sp>
    </p:spTree>
    <p:extLst>
      <p:ext uri="{BB962C8B-B14F-4D97-AF65-F5344CB8AC3E}">
        <p14:creationId xmlns:p14="http://schemas.microsoft.com/office/powerpoint/2010/main" val="2299403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4F2D-7270-3779-1DB3-6037A73D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874" y="200381"/>
            <a:ext cx="4356900" cy="829200"/>
          </a:xfrm>
        </p:spPr>
        <p:txBody>
          <a:bodyPr/>
          <a:lstStyle/>
          <a:p>
            <a:r>
              <a:rPr lang="en-US" dirty="0"/>
              <a:t>Hierarchy of Challenge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DDB8D-B22B-27B4-6D09-1939B41B8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8874" y="1068655"/>
            <a:ext cx="5875249" cy="2772876"/>
          </a:xfrm>
        </p:spPr>
        <p:txBody>
          <a:bodyPr/>
          <a:lstStyle/>
          <a:p>
            <a:pPr marL="127000" indent="0">
              <a:buNone/>
            </a:pPr>
            <a:r>
              <a:rPr lang="id-ID" dirty="0"/>
              <a:t>Masuk Area 1 - 3</a:t>
            </a:r>
          </a:p>
          <a:p>
            <a:pPr marL="127000" indent="0">
              <a:buNone/>
            </a:pPr>
            <a:r>
              <a:rPr lang="id-ID" dirty="0"/>
              <a:t>        Ambil </a:t>
            </a:r>
            <a:r>
              <a:rPr lang="id-ID" dirty="0" err="1"/>
              <a:t>quest</a:t>
            </a:r>
            <a:r>
              <a:rPr lang="id-ID" dirty="0"/>
              <a:t> </a:t>
            </a:r>
            <a:r>
              <a:rPr lang="id-ID" dirty="0" err="1"/>
              <a:t>npc</a:t>
            </a:r>
            <a:endParaRPr lang="id-ID" dirty="0"/>
          </a:p>
          <a:p>
            <a:pPr marL="127000" indent="0">
              <a:buNone/>
            </a:pPr>
            <a:r>
              <a:rPr lang="id-ID" dirty="0"/>
              <a:t>            Melewati 4 </a:t>
            </a:r>
            <a:r>
              <a:rPr lang="id-ID" dirty="0" err="1"/>
              <a:t>stage</a:t>
            </a:r>
            <a:endParaRPr lang="id-ID" dirty="0"/>
          </a:p>
          <a:p>
            <a:pPr marL="127000" indent="0">
              <a:buNone/>
            </a:pPr>
            <a:r>
              <a:rPr lang="id-ID" dirty="0"/>
              <a:t>        Mengalahkan monster sepanjang jalan</a:t>
            </a:r>
          </a:p>
          <a:p>
            <a:pPr marL="127000" indent="0">
              <a:buNone/>
            </a:pPr>
            <a:r>
              <a:rPr lang="id-ID" dirty="0"/>
              <a:t>    Melawan </a:t>
            </a:r>
            <a:r>
              <a:rPr lang="id-ID" dirty="0" err="1"/>
              <a:t>boss</a:t>
            </a:r>
            <a:r>
              <a:rPr lang="id-ID" dirty="0"/>
              <a:t> area 3</a:t>
            </a:r>
          </a:p>
          <a:p>
            <a:pPr marL="127000" indent="0">
              <a:buNone/>
            </a:pPr>
            <a:r>
              <a:rPr lang="id-ID" dirty="0"/>
              <a:t>Beristirahat pada </a:t>
            </a:r>
            <a:r>
              <a:rPr lang="id-ID" dirty="0" err="1"/>
              <a:t>rest</a:t>
            </a:r>
            <a:r>
              <a:rPr lang="id-ID" dirty="0"/>
              <a:t> stop dan </a:t>
            </a:r>
            <a:r>
              <a:rPr lang="id-ID" dirty="0" err="1"/>
              <a:t>upgrade</a:t>
            </a:r>
            <a:r>
              <a:rPr lang="id-ID" dirty="0"/>
              <a:t> </a:t>
            </a:r>
            <a:r>
              <a:rPr lang="id-ID" dirty="0" err="1"/>
              <a:t>gear</a:t>
            </a:r>
            <a:endParaRPr lang="id-ID" dirty="0"/>
          </a:p>
          <a:p>
            <a:pPr marL="127000" indent="0">
              <a:buNone/>
            </a:pPr>
            <a:endParaRPr lang="id-ID" dirty="0"/>
          </a:p>
          <a:p>
            <a:pPr marL="127000" indent="0">
              <a:buNone/>
            </a:pPr>
            <a:r>
              <a:rPr lang="id-ID" dirty="0"/>
              <a:t>Masuk Area 4 Final</a:t>
            </a:r>
          </a:p>
          <a:p>
            <a:pPr marL="127000" indent="0">
              <a:buNone/>
            </a:pPr>
            <a:r>
              <a:rPr lang="id-ID" dirty="0"/>
              <a:t>    Melewati 4 </a:t>
            </a:r>
            <a:r>
              <a:rPr lang="id-ID" dirty="0" err="1"/>
              <a:t>stage</a:t>
            </a:r>
            <a:endParaRPr lang="id-ID" dirty="0"/>
          </a:p>
          <a:p>
            <a:pPr marL="127000" indent="0">
              <a:buNone/>
            </a:pPr>
            <a:r>
              <a:rPr lang="id-ID" dirty="0"/>
              <a:t>        Mengalahkan monster sepanjang jalan</a:t>
            </a:r>
          </a:p>
          <a:p>
            <a:pPr marL="127000" indent="0">
              <a:buNone/>
            </a:pPr>
            <a:r>
              <a:rPr lang="id-ID" dirty="0"/>
              <a:t>    Melawan </a:t>
            </a:r>
            <a:r>
              <a:rPr lang="id-ID" dirty="0" err="1"/>
              <a:t>boss</a:t>
            </a:r>
            <a:r>
              <a:rPr lang="id-ID" dirty="0"/>
              <a:t> akhir</a:t>
            </a:r>
          </a:p>
          <a:p>
            <a:pPr marL="127000" indent="0">
              <a:buNone/>
            </a:pPr>
            <a:r>
              <a:rPr lang="id-ID" dirty="0"/>
              <a:t>Ending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530916-CB9C-2954-0A4A-F7868A073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842" y="1029581"/>
            <a:ext cx="2849058" cy="303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59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9"/>
          <p:cNvSpPr txBox="1">
            <a:spLocks noGrp="1"/>
          </p:cNvSpPr>
          <p:nvPr>
            <p:ph type="title"/>
          </p:nvPr>
        </p:nvSpPr>
        <p:spPr>
          <a:xfrm>
            <a:off x="1500200" y="1693000"/>
            <a:ext cx="5612700" cy="167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THANKS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 Pixel Vintage Gaming by Slidesgo">
  <a:themeElements>
    <a:clrScheme name="Simple Light">
      <a:dk1>
        <a:srgbClr val="FFFF00"/>
      </a:dk1>
      <a:lt1>
        <a:srgbClr val="FFFFFF"/>
      </a:lt1>
      <a:dk2>
        <a:srgbClr val="0E2433"/>
      </a:dk2>
      <a:lt2>
        <a:srgbClr val="45B6FE"/>
      </a:lt2>
      <a:accent1>
        <a:srgbClr val="3792CB"/>
      </a:accent1>
      <a:accent2>
        <a:srgbClr val="296D98"/>
      </a:accent2>
      <a:accent3>
        <a:srgbClr val="1C4966"/>
      </a:accent3>
      <a:accent4>
        <a:srgbClr val="000000"/>
      </a:accent4>
      <a:accent5>
        <a:srgbClr val="0E2433"/>
      </a:accent5>
      <a:accent6>
        <a:srgbClr val="45B6FE"/>
      </a:accent6>
      <a:hlink>
        <a:srgbClr val="FF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2604</Words>
  <Application>Microsoft Office PowerPoint</Application>
  <PresentationFormat>On-screen Show (16:9)</PresentationFormat>
  <Paragraphs>276</Paragraphs>
  <Slides>39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Aptos</vt:lpstr>
      <vt:lpstr>Arial</vt:lpstr>
      <vt:lpstr>LilyUPC</vt:lpstr>
      <vt:lpstr>Maven Pro</vt:lpstr>
      <vt:lpstr>Muli</vt:lpstr>
      <vt:lpstr>Press Start 2P</vt:lpstr>
      <vt:lpstr>Roboto</vt:lpstr>
      <vt:lpstr>Wingdings</vt:lpstr>
      <vt:lpstr>Super Pixel Vintage Gaming by Slidesgo</vt:lpstr>
      <vt:lpstr>PROYEK GAME PROG</vt:lpstr>
      <vt:lpstr>Analisa</vt:lpstr>
      <vt:lpstr>Analisa</vt:lpstr>
      <vt:lpstr>Analisa</vt:lpstr>
      <vt:lpstr>Back Story</vt:lpstr>
      <vt:lpstr>Lanjutan Back Story</vt:lpstr>
      <vt:lpstr>Game Endings</vt:lpstr>
      <vt:lpstr> Emerald Kingdom</vt:lpstr>
      <vt:lpstr>Ruby Kingdom</vt:lpstr>
      <vt:lpstr>Sapphire Kingdom</vt:lpstr>
      <vt:lpstr>Brave Knight</vt:lpstr>
      <vt:lpstr>Persistent Samurai</vt:lpstr>
      <vt:lpstr>Wise Mage</vt:lpstr>
      <vt:lpstr>Plains Wilderness</vt:lpstr>
      <vt:lpstr>Forest</vt:lpstr>
      <vt:lpstr>Molten Cave </vt:lpstr>
      <vt:lpstr>Frozen Core</vt:lpstr>
      <vt:lpstr>Illusive Desert</vt:lpstr>
      <vt:lpstr>Ruins of Obsidian Kingdom</vt:lpstr>
      <vt:lpstr>NPC </vt:lpstr>
      <vt:lpstr> Common Enemies</vt:lpstr>
      <vt:lpstr> Common Enemies</vt:lpstr>
      <vt:lpstr> Common Enemies</vt:lpstr>
      <vt:lpstr> Elite/Mini Bosses</vt:lpstr>
      <vt:lpstr> Elite/Mini Bosses</vt:lpstr>
      <vt:lpstr>Bosses</vt:lpstr>
      <vt:lpstr>Bosses</vt:lpstr>
      <vt:lpstr>UI / UX</vt:lpstr>
      <vt:lpstr>UI / UX</vt:lpstr>
      <vt:lpstr>UI / UX</vt:lpstr>
      <vt:lpstr>UI / UX</vt:lpstr>
      <vt:lpstr>UI / UX</vt:lpstr>
      <vt:lpstr>UI / UX</vt:lpstr>
      <vt:lpstr>UI / UX</vt:lpstr>
      <vt:lpstr>UI / UX</vt:lpstr>
      <vt:lpstr>UI / UX</vt:lpstr>
      <vt:lpstr>UI / UX</vt:lpstr>
      <vt:lpstr>Hierarchy of Challenge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Bryant Sanyata</cp:lastModifiedBy>
  <cp:revision>41</cp:revision>
  <dcterms:modified xsi:type="dcterms:W3CDTF">2025-05-30T06:58:35Z</dcterms:modified>
</cp:coreProperties>
</file>